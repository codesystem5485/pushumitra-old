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60" r:id="rId1"/>
  </p:sldMasterIdLst>
  <p:notesMasterIdLst>
    <p:notesMasterId r:id="rId2"/>
  </p:notesMasterIdLst>
  <p:sldIdLst>
    <p:sldId id="261" r:id="rId3"/>
    <p:sldId id="262" r:id="rId4"/>
    <p:sldId id="263" r:id="rId5"/>
    <p:sldId id="264" r:id="rId6"/>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tableStyles" Target="tableStyles.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p:bgPr>
    </p:bg>
    <p:spTree>
      <p:nvGrpSpPr>
        <p:cNvPr id="33" name=""/>
        <p:cNvGrpSpPr/>
        <p:nvPr/>
      </p:nvGrpSpPr>
      <p:grpSpPr>
        <a:xfrm>
          <a:off x="0" y="0"/>
          <a:ext cx="0" cy="0"/>
          <a:chOff x="0" y="0"/>
          <a:chExt cx="0" cy="0"/>
        </a:xfrm>
      </p:grpSpPr>
      <p:sp>
        <p:nvSpPr>
          <p:cNvPr id="1048650"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51"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52"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53"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54"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55"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7" name=""/>
        <p:cNvGrpSpPr/>
        <p:nvPr/>
      </p:nvGrpSpPr>
      <p:grpSpPr>
        <a:xfrm>
          <a:off x="0" y="0"/>
          <a:ext cx="0" cy="0"/>
          <a:chOff x="0" y="0"/>
          <a:chExt cx="0" cy="0"/>
        </a:xfrm>
      </p:grpSpPr>
      <p:sp>
        <p:nvSpPr>
          <p:cNvPr id="1048623"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624"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625" name="Date Placeholder 3"/>
          <p:cNvSpPr>
            <a:spLocks noGrp="1"/>
          </p:cNvSpPr>
          <p:nvPr>
            <p:ph type="dt" sz="half" idx="10"/>
          </p:nvPr>
        </p:nvSpPr>
        <p:spPr/>
        <p:txBody>
          <a:bodyPr/>
          <a:p>
            <a:fld id="{1D8BD707-D9CF-40AE-B4C6-C98DA3205C09}" type="datetimeFigureOut">
              <a:rPr lang="en-US" smtClean="0"/>
              <a:t>11/23/2016</a:t>
            </a:fld>
            <a:endParaRPr lang="en-US"/>
          </a:p>
        </p:txBody>
      </p:sp>
      <p:sp>
        <p:nvSpPr>
          <p:cNvPr id="1048626" name="Footer Placeholder 4"/>
          <p:cNvSpPr>
            <a:spLocks noGrp="1"/>
          </p:cNvSpPr>
          <p:nvPr>
            <p:ph type="ftr" sz="quarter" idx="11"/>
          </p:nvPr>
        </p:nvSpPr>
        <p:spPr/>
        <p:txBody>
          <a:bodyPr/>
          <a:p>
            <a:endParaRPr lang="en-US"/>
          </a:p>
        </p:txBody>
      </p:sp>
      <p:sp>
        <p:nvSpPr>
          <p:cNvPr id="1048627"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7" name=""/>
        <p:cNvGrpSpPr/>
        <p:nvPr/>
      </p:nvGrpSpPr>
      <p:grpSpPr>
        <a:xfrm>
          <a:off x="0" y="0"/>
          <a:ext cx="0" cy="0"/>
          <a:chOff x="0" y="0"/>
          <a:chExt cx="0" cy="0"/>
        </a:xfrm>
      </p:grpSpPr>
      <p:sp>
        <p:nvSpPr>
          <p:cNvPr id="1048581" name="Title 1"/>
          <p:cNvSpPr>
            <a:spLocks noGrp="1"/>
          </p:cNvSpPr>
          <p:nvPr>
            <p:ph type="title"/>
          </p:nvPr>
        </p:nvSpPr>
        <p:spPr/>
        <p:txBody>
          <a:bodyPr/>
          <a:p>
            <a:r>
              <a:rPr lang="en-US" smtClean="0"/>
              <a:t>Click to edit Master title style</a:t>
            </a:r>
            <a:endParaRPr lang="en-US"/>
          </a:p>
        </p:txBody>
      </p:sp>
      <p:sp>
        <p:nvSpPr>
          <p:cNvPr id="1048582"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83" name="Date Placeholder 3"/>
          <p:cNvSpPr>
            <a:spLocks noGrp="1"/>
          </p:cNvSpPr>
          <p:nvPr>
            <p:ph type="dt" sz="half" idx="10"/>
          </p:nvPr>
        </p:nvSpPr>
        <p:spPr/>
        <p:txBody>
          <a:bodyPr/>
          <a:p>
            <a:fld id="{1D8BD707-D9CF-40AE-B4C6-C98DA3205C09}" type="datetimeFigureOut">
              <a:rPr lang="en-US" smtClean="0"/>
              <a:t>11/23/2016</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9" name=""/>
        <p:cNvGrpSpPr/>
        <p:nvPr/>
      </p:nvGrpSpPr>
      <p:grpSpPr>
        <a:xfrm>
          <a:off x="0" y="0"/>
          <a:ext cx="0" cy="0"/>
          <a:chOff x="0" y="0"/>
          <a:chExt cx="0" cy="0"/>
        </a:xfrm>
      </p:grpSpPr>
      <p:sp>
        <p:nvSpPr>
          <p:cNvPr id="1048634"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635"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636" name="Date Placeholder 3"/>
          <p:cNvSpPr>
            <a:spLocks noGrp="1"/>
          </p:cNvSpPr>
          <p:nvPr>
            <p:ph type="dt" sz="half" idx="10"/>
          </p:nvPr>
        </p:nvSpPr>
        <p:spPr/>
        <p:txBody>
          <a:bodyPr/>
          <a:p>
            <a:fld id="{1D8BD707-D9CF-40AE-B4C6-C98DA3205C09}" type="datetimeFigureOut">
              <a:rPr lang="en-US" smtClean="0"/>
              <a:t>11/23/2016</a:t>
            </a:fld>
            <a:endParaRPr lang="en-US"/>
          </a:p>
        </p:txBody>
      </p:sp>
      <p:sp>
        <p:nvSpPr>
          <p:cNvPr id="1048637" name="Footer Placeholder 4"/>
          <p:cNvSpPr>
            <a:spLocks noGrp="1"/>
          </p:cNvSpPr>
          <p:nvPr>
            <p:ph type="ftr" sz="quarter" idx="11"/>
          </p:nvPr>
        </p:nvSpPr>
        <p:spPr/>
        <p:txBody>
          <a:bodyPr/>
          <a:p>
            <a:endParaRPr lang="en-US"/>
          </a:p>
        </p:txBody>
      </p:sp>
      <p:sp>
        <p:nvSpPr>
          <p:cNvPr id="1048638"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3" name=""/>
        <p:cNvGrpSpPr/>
        <p:nvPr/>
      </p:nvGrpSpPr>
      <p:grpSpPr>
        <a:xfrm>
          <a:off x="0" y="0"/>
          <a:ext cx="0" cy="0"/>
          <a:chOff x="0" y="0"/>
          <a:chExt cx="0" cy="0"/>
        </a:xfrm>
      </p:grpSpPr>
      <p:sp>
        <p:nvSpPr>
          <p:cNvPr id="1048600" name="Title 1"/>
          <p:cNvSpPr>
            <a:spLocks noGrp="1"/>
          </p:cNvSpPr>
          <p:nvPr>
            <p:ph type="title"/>
          </p:nvPr>
        </p:nvSpPr>
        <p:spPr/>
        <p:txBody>
          <a:bodyPr/>
          <a:p>
            <a:r>
              <a:rPr lang="en-US" smtClean="0"/>
              <a:t>Click to edit Master title style</a:t>
            </a:r>
            <a:endParaRPr lang="en-US"/>
          </a:p>
        </p:txBody>
      </p:sp>
      <p:sp>
        <p:nvSpPr>
          <p:cNvPr id="1048601"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02"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03" name="Date Placeholder 4"/>
          <p:cNvSpPr>
            <a:spLocks noGrp="1"/>
          </p:cNvSpPr>
          <p:nvPr>
            <p:ph type="dt" sz="half" idx="10"/>
          </p:nvPr>
        </p:nvSpPr>
        <p:spPr/>
        <p:txBody>
          <a:bodyPr/>
          <a:p>
            <a:fld id="{1D8BD707-D9CF-40AE-B4C6-C98DA3205C09}" type="datetimeFigureOut">
              <a:rPr lang="en-US" smtClean="0"/>
              <a:t>11/23/2016</a:t>
            </a:fld>
            <a:endParaRPr lang="en-US"/>
          </a:p>
        </p:txBody>
      </p:sp>
      <p:sp>
        <p:nvSpPr>
          <p:cNvPr id="1048604" name="Footer Placeholder 5"/>
          <p:cNvSpPr>
            <a:spLocks noGrp="1"/>
          </p:cNvSpPr>
          <p:nvPr>
            <p:ph type="ftr" sz="quarter" idx="11"/>
          </p:nvPr>
        </p:nvSpPr>
        <p:spPr/>
        <p:txBody>
          <a:bodyPr/>
          <a:p>
            <a:endParaRPr lang="en-US"/>
          </a:p>
        </p:txBody>
      </p:sp>
      <p:sp>
        <p:nvSpPr>
          <p:cNvPr id="1048605"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4" name=""/>
        <p:cNvGrpSpPr/>
        <p:nvPr/>
      </p:nvGrpSpPr>
      <p:grpSpPr>
        <a:xfrm>
          <a:off x="0" y="0"/>
          <a:ext cx="0" cy="0"/>
          <a:chOff x="0" y="0"/>
          <a:chExt cx="0" cy="0"/>
        </a:xfrm>
      </p:grpSpPr>
      <p:sp>
        <p:nvSpPr>
          <p:cNvPr id="1048606" name="Title 1"/>
          <p:cNvSpPr>
            <a:spLocks noGrp="1"/>
          </p:cNvSpPr>
          <p:nvPr>
            <p:ph type="title"/>
          </p:nvPr>
        </p:nvSpPr>
        <p:spPr/>
        <p:txBody>
          <a:bodyPr/>
          <a:p>
            <a:r>
              <a:rPr lang="en-US" smtClean="0"/>
              <a:t>Click to edit Master title style</a:t>
            </a:r>
            <a:endParaRPr lang="en-US"/>
          </a:p>
        </p:txBody>
      </p:sp>
      <p:sp>
        <p:nvSpPr>
          <p:cNvPr id="1048607"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08"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09"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10"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11" name="Date Placeholder 6"/>
          <p:cNvSpPr>
            <a:spLocks noGrp="1"/>
          </p:cNvSpPr>
          <p:nvPr>
            <p:ph type="dt" sz="half" idx="10"/>
          </p:nvPr>
        </p:nvSpPr>
        <p:spPr/>
        <p:txBody>
          <a:bodyPr/>
          <a:p>
            <a:fld id="{1D8BD707-D9CF-40AE-B4C6-C98DA3205C09}" type="datetimeFigureOut">
              <a:rPr lang="en-US" smtClean="0"/>
              <a:t>11/23/2016</a:t>
            </a:fld>
            <a:endParaRPr lang="en-US"/>
          </a:p>
        </p:txBody>
      </p:sp>
      <p:sp>
        <p:nvSpPr>
          <p:cNvPr id="1048612" name="Footer Placeholder 7"/>
          <p:cNvSpPr>
            <a:spLocks noGrp="1"/>
          </p:cNvSpPr>
          <p:nvPr>
            <p:ph type="ftr" sz="quarter" idx="11"/>
          </p:nvPr>
        </p:nvSpPr>
        <p:spPr/>
        <p:txBody>
          <a:bodyPr/>
          <a:p>
            <a:endParaRPr lang="en-US"/>
          </a:p>
        </p:txBody>
      </p:sp>
      <p:sp>
        <p:nvSpPr>
          <p:cNvPr id="1048613" name="Slide Number Placeholder 8"/>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5" name=""/>
        <p:cNvGrpSpPr/>
        <p:nvPr/>
      </p:nvGrpSpPr>
      <p:grpSpPr>
        <a:xfrm>
          <a:off x="0" y="0"/>
          <a:ext cx="0" cy="0"/>
          <a:chOff x="0" y="0"/>
          <a:chExt cx="0" cy="0"/>
        </a:xfrm>
      </p:grpSpPr>
      <p:sp>
        <p:nvSpPr>
          <p:cNvPr id="1048614" name="Title 1"/>
          <p:cNvSpPr>
            <a:spLocks noGrp="1"/>
          </p:cNvSpPr>
          <p:nvPr>
            <p:ph type="title"/>
          </p:nvPr>
        </p:nvSpPr>
        <p:spPr/>
        <p:txBody>
          <a:bodyPr/>
          <a:p>
            <a:r>
              <a:rPr lang="en-US" smtClean="0"/>
              <a:t>Click to edit Master title style</a:t>
            </a:r>
            <a:endParaRPr lang="en-US"/>
          </a:p>
        </p:txBody>
      </p:sp>
      <p:sp>
        <p:nvSpPr>
          <p:cNvPr id="1048615" name="Date Placeholder 2"/>
          <p:cNvSpPr>
            <a:spLocks noGrp="1"/>
          </p:cNvSpPr>
          <p:nvPr>
            <p:ph type="dt" sz="half" idx="10"/>
          </p:nvPr>
        </p:nvSpPr>
        <p:spPr/>
        <p:txBody>
          <a:bodyPr/>
          <a:p>
            <a:fld id="{1D8BD707-D9CF-40AE-B4C6-C98DA3205C09}" type="datetimeFigureOut">
              <a:rPr lang="en-US" smtClean="0"/>
              <a:t>11/23/2016</a:t>
            </a:fld>
            <a:endParaRPr lang="en-US"/>
          </a:p>
        </p:txBody>
      </p:sp>
      <p:sp>
        <p:nvSpPr>
          <p:cNvPr id="1048616" name="Footer Placeholder 3"/>
          <p:cNvSpPr>
            <a:spLocks noGrp="1"/>
          </p:cNvSpPr>
          <p:nvPr>
            <p:ph type="ftr" sz="quarter" idx="11"/>
          </p:nvPr>
        </p:nvSpPr>
        <p:spPr/>
        <p:txBody>
          <a:bodyPr/>
          <a:p>
            <a:endParaRPr lang="en-US"/>
          </a:p>
        </p:txBody>
      </p:sp>
      <p:sp>
        <p:nvSpPr>
          <p:cNvPr id="1048617" name="Slide Number Placeholder 4"/>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0" name=""/>
        <p:cNvGrpSpPr/>
        <p:nvPr/>
      </p:nvGrpSpPr>
      <p:grpSpPr>
        <a:xfrm>
          <a:off x="0" y="0"/>
          <a:ext cx="0" cy="0"/>
          <a:chOff x="0" y="0"/>
          <a:chExt cx="0" cy="0"/>
        </a:xfrm>
      </p:grpSpPr>
      <p:sp>
        <p:nvSpPr>
          <p:cNvPr id="1048591" name="Date Placeholder 1"/>
          <p:cNvSpPr>
            <a:spLocks noGrp="1"/>
          </p:cNvSpPr>
          <p:nvPr>
            <p:ph type="dt" sz="half" idx="10"/>
          </p:nvPr>
        </p:nvSpPr>
        <p:spPr/>
        <p:txBody>
          <a:bodyPr/>
          <a:p>
            <a:fld id="{1D8BD707-D9CF-40AE-B4C6-C98DA3205C09}" type="datetimeFigureOut">
              <a:rPr lang="en-US" smtClean="0"/>
              <a:t>11/23/2016</a:t>
            </a:fld>
            <a:endParaRPr lang="en-US"/>
          </a:p>
        </p:txBody>
      </p:sp>
      <p:sp>
        <p:nvSpPr>
          <p:cNvPr id="1048592" name="Footer Placeholder 2"/>
          <p:cNvSpPr>
            <a:spLocks noGrp="1"/>
          </p:cNvSpPr>
          <p:nvPr>
            <p:ph type="ftr" sz="quarter" idx="11"/>
          </p:nvPr>
        </p:nvSpPr>
        <p:spPr/>
        <p:txBody>
          <a:bodyPr/>
          <a:p>
            <a:endParaRPr lang="en-US"/>
          </a:p>
        </p:txBody>
      </p:sp>
      <p:sp>
        <p:nvSpPr>
          <p:cNvPr id="1048593" name="Slide Number Placeholder 3"/>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31" name=""/>
        <p:cNvGrpSpPr/>
        <p:nvPr/>
      </p:nvGrpSpPr>
      <p:grpSpPr>
        <a:xfrm>
          <a:off x="0" y="0"/>
          <a:ext cx="0" cy="0"/>
          <a:chOff x="0" y="0"/>
          <a:chExt cx="0" cy="0"/>
        </a:xfrm>
      </p:grpSpPr>
      <p:sp>
        <p:nvSpPr>
          <p:cNvPr id="1048644"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645"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6"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47" name="Date Placeholder 4"/>
          <p:cNvSpPr>
            <a:spLocks noGrp="1"/>
          </p:cNvSpPr>
          <p:nvPr>
            <p:ph type="dt" sz="half" idx="10"/>
          </p:nvPr>
        </p:nvSpPr>
        <p:spPr/>
        <p:txBody>
          <a:bodyPr/>
          <a:p>
            <a:fld id="{1D8BD707-D9CF-40AE-B4C6-C98DA3205C09}" type="datetimeFigureOut">
              <a:rPr lang="en-US" smtClean="0"/>
              <a:t>11/23/2016</a:t>
            </a:fld>
            <a:endParaRPr lang="en-US"/>
          </a:p>
        </p:txBody>
      </p:sp>
      <p:sp>
        <p:nvSpPr>
          <p:cNvPr id="1048648" name="Footer Placeholder 5"/>
          <p:cNvSpPr>
            <a:spLocks noGrp="1"/>
          </p:cNvSpPr>
          <p:nvPr>
            <p:ph type="ftr" sz="quarter" idx="11"/>
          </p:nvPr>
        </p:nvSpPr>
        <p:spPr/>
        <p:txBody>
          <a:bodyPr/>
          <a:p>
            <a:endParaRPr lang="en-US"/>
          </a:p>
        </p:txBody>
      </p:sp>
      <p:sp>
        <p:nvSpPr>
          <p:cNvPr id="1048649"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8" name=""/>
        <p:cNvGrpSpPr/>
        <p:nvPr/>
      </p:nvGrpSpPr>
      <p:grpSpPr>
        <a:xfrm>
          <a:off x="0" y="0"/>
          <a:ext cx="0" cy="0"/>
          <a:chOff x="0" y="0"/>
          <a:chExt cx="0" cy="0"/>
        </a:xfrm>
      </p:grpSpPr>
      <p:sp>
        <p:nvSpPr>
          <p:cNvPr id="1048628"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629"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30"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31" name="Date Placeholder 4"/>
          <p:cNvSpPr>
            <a:spLocks noGrp="1"/>
          </p:cNvSpPr>
          <p:nvPr>
            <p:ph type="dt" sz="half" idx="10"/>
          </p:nvPr>
        </p:nvSpPr>
        <p:spPr/>
        <p:txBody>
          <a:bodyPr/>
          <a:p>
            <a:fld id="{1D8BD707-D9CF-40AE-B4C6-C98DA3205C09}" type="datetimeFigureOut">
              <a:rPr lang="en-US" smtClean="0"/>
              <a:t>11/23/2016</a:t>
            </a:fld>
            <a:endParaRPr lang="en-US"/>
          </a:p>
        </p:txBody>
      </p:sp>
      <p:sp>
        <p:nvSpPr>
          <p:cNvPr id="1048632" name="Footer Placeholder 5"/>
          <p:cNvSpPr>
            <a:spLocks noGrp="1"/>
          </p:cNvSpPr>
          <p:nvPr>
            <p:ph type="ftr" sz="quarter" idx="11"/>
          </p:nvPr>
        </p:nvSpPr>
        <p:spPr/>
        <p:txBody>
          <a:bodyPr/>
          <a:p>
            <a:endParaRPr lang="en-US"/>
          </a:p>
        </p:txBody>
      </p:sp>
      <p:sp>
        <p:nvSpPr>
          <p:cNvPr id="1048633"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30" name=""/>
        <p:cNvGrpSpPr/>
        <p:nvPr/>
      </p:nvGrpSpPr>
      <p:grpSpPr>
        <a:xfrm>
          <a:off x="0" y="0"/>
          <a:ext cx="0" cy="0"/>
          <a:chOff x="0" y="0"/>
          <a:chExt cx="0" cy="0"/>
        </a:xfrm>
      </p:grpSpPr>
      <p:sp>
        <p:nvSpPr>
          <p:cNvPr id="1048639" name="Title 1"/>
          <p:cNvSpPr>
            <a:spLocks noGrp="1"/>
          </p:cNvSpPr>
          <p:nvPr>
            <p:ph type="title"/>
          </p:nvPr>
        </p:nvSpPr>
        <p:spPr/>
        <p:txBody>
          <a:bodyPr/>
          <a:p>
            <a:r>
              <a:rPr lang="en-US" smtClean="0"/>
              <a:t>Click to edit Master title style</a:t>
            </a:r>
            <a:endParaRPr lang="en-US"/>
          </a:p>
        </p:txBody>
      </p:sp>
      <p:sp>
        <p:nvSpPr>
          <p:cNvPr id="1048640"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1" name="Date Placeholder 3"/>
          <p:cNvSpPr>
            <a:spLocks noGrp="1"/>
          </p:cNvSpPr>
          <p:nvPr>
            <p:ph type="dt" sz="half" idx="10"/>
          </p:nvPr>
        </p:nvSpPr>
        <p:spPr/>
        <p:txBody>
          <a:bodyPr/>
          <a:p>
            <a:fld id="{1D8BD707-D9CF-40AE-B4C6-C98DA3205C09}" type="datetimeFigureOut">
              <a:rPr lang="en-US" smtClean="0"/>
              <a:t>11/23/2016</a:t>
            </a:fld>
            <a:endParaRPr lang="en-US"/>
          </a:p>
        </p:txBody>
      </p:sp>
      <p:sp>
        <p:nvSpPr>
          <p:cNvPr id="1048642" name="Footer Placeholder 4"/>
          <p:cNvSpPr>
            <a:spLocks noGrp="1"/>
          </p:cNvSpPr>
          <p:nvPr>
            <p:ph type="ftr" sz="quarter" idx="11"/>
          </p:nvPr>
        </p:nvSpPr>
        <p:spPr/>
        <p:txBody>
          <a:bodyPr/>
          <a:p>
            <a:endParaRPr lang="en-US"/>
          </a:p>
        </p:txBody>
      </p:sp>
      <p:sp>
        <p:nvSpPr>
          <p:cNvPr id="1048643"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26" name=""/>
        <p:cNvGrpSpPr/>
        <p:nvPr/>
      </p:nvGrpSpPr>
      <p:grpSpPr>
        <a:xfrm>
          <a:off x="0" y="0"/>
          <a:ext cx="0" cy="0"/>
          <a:chOff x="0" y="0"/>
          <a:chExt cx="0" cy="0"/>
        </a:xfrm>
      </p:grpSpPr>
      <p:sp>
        <p:nvSpPr>
          <p:cNvPr id="1048618"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619"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20" name="Date Placeholder 3"/>
          <p:cNvSpPr>
            <a:spLocks noGrp="1"/>
          </p:cNvSpPr>
          <p:nvPr>
            <p:ph type="dt" sz="half" idx="10"/>
          </p:nvPr>
        </p:nvSpPr>
        <p:spPr/>
        <p:txBody>
          <a:bodyPr/>
          <a:p>
            <a:fld id="{1D8BD707-D9CF-40AE-B4C6-C98DA3205C09}" type="datetimeFigureOut">
              <a:rPr lang="en-US" smtClean="0"/>
              <a:t>11/23/2016</a:t>
            </a:fld>
            <a:endParaRPr lang="en-US"/>
          </a:p>
        </p:txBody>
      </p:sp>
      <p:sp>
        <p:nvSpPr>
          <p:cNvPr id="1048621" name="Footer Placeholder 4"/>
          <p:cNvSpPr>
            <a:spLocks noGrp="1"/>
          </p:cNvSpPr>
          <p:nvPr>
            <p:ph type="ftr" sz="quarter" idx="11"/>
          </p:nvPr>
        </p:nvSpPr>
        <p:spPr/>
        <p:txBody>
          <a:bodyPr/>
          <a:p>
            <a:endParaRPr lang="en-US"/>
          </a:p>
        </p:txBody>
      </p:sp>
      <p:sp>
        <p:nvSpPr>
          <p:cNvPr id="1048622"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5"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1D8BD707-D9CF-40AE-B4C6-C98DA3205C09}" type="datetimeFigureOut">
              <a:rPr lang="en-US" smtClean="0"/>
              <a:t>11/23/2016</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8" name=""/>
        <p:cNvGrpSpPr/>
        <p:nvPr/>
      </p:nvGrpSpPr>
      <p:grpSpPr>
        <a:xfrm>
          <a:off x="0" y="0"/>
          <a:ext cx="0" cy="0"/>
          <a:chOff x="0" y="0"/>
          <a:chExt cx="0" cy="0"/>
        </a:xfrm>
      </p:grpSpPr>
      <p:pic>
        <p:nvPicPr>
          <p:cNvPr id="2097152" name="Picture 5" descr="C:\Users\shri\Desktop\1433450430.jpg"/>
          <p:cNvPicPr>
            <a:picLocks noChangeAspect="1" noChangeArrowheads="1"/>
          </p:cNvPicPr>
          <p:nvPr/>
        </p:nvPicPr>
        <p:blipFill>
          <a:blip xmlns:r="http://schemas.openxmlformats.org/officeDocument/2006/relationships" r:embed="rId1"/>
          <a:srcRect/>
          <a:stretch>
            <a:fillRect/>
          </a:stretch>
        </p:blipFill>
        <p:spPr bwMode="auto">
          <a:xfrm>
            <a:off x="0" y="914400"/>
            <a:ext cx="9144000" cy="5981700"/>
          </a:xfrm>
          <a:prstGeom prst="rect"/>
          <a:ln>
            <a:noFill/>
          </a:ln>
          <a:effectLst>
            <a:softEdge rad="112500"/>
          </a:effectLst>
        </p:spPr>
      </p:pic>
      <p:sp>
        <p:nvSpPr>
          <p:cNvPr id="1048586" name="Title 1"/>
          <p:cNvSpPr>
            <a:spLocks noGrp="1"/>
          </p:cNvSpPr>
          <p:nvPr>
            <p:ph type="title"/>
          </p:nvPr>
        </p:nvSpPr>
        <p:spPr>
          <a:xfrm>
            <a:off x="0" y="0"/>
            <a:ext cx="9144000" cy="838200"/>
          </a:xfrm>
        </p:spPr>
        <p:style>
          <a:lnRef idx="1">
            <a:schemeClr val="accent3"/>
          </a:lnRef>
          <a:fillRef idx="2">
            <a:schemeClr val="accent3"/>
          </a:fillRef>
          <a:effectRef idx="1">
            <a:schemeClr val="accent3"/>
          </a:effectRef>
          <a:fontRef idx="minor">
            <a:schemeClr val="dk1"/>
          </a:fontRef>
        </p:style>
        <p:txBody>
          <a:bodyPr>
            <a:normAutofit fontScale="90000"/>
          </a:bodyPr>
          <a:p>
            <a:r>
              <a:rPr b="1" dirty="0" lang="en-US" smtClean="0"/>
              <a:t/>
            </a:r>
            <a:br>
              <a:rPr b="1" dirty="0" lang="en-US" smtClean="0"/>
            </a:br>
            <a:r>
              <a:rPr b="1" dirty="0" lang="mr-IN" smtClean="0"/>
              <a:t>अझोला</a:t>
            </a:r>
            <a:r>
              <a:rPr b="1" dirty="0" lang="mr-IN" smtClean="0"/>
              <a:t/>
            </a:r>
            <a:br>
              <a:rPr b="1" dirty="0" lang="mr-IN" smtClean="0"/>
            </a:br>
            <a:endParaRPr b="1" dirty="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sp>
        <p:nvSpPr>
          <p:cNvPr id="1048587" name="TextBox 5"/>
          <p:cNvSpPr txBox="1"/>
          <p:nvPr/>
        </p:nvSpPr>
        <p:spPr>
          <a:xfrm>
            <a:off x="0" y="1"/>
            <a:ext cx="9144000" cy="954107"/>
          </a:xfrm>
          <a:prstGeom prst="rect"/>
        </p:spPr>
        <p:style>
          <a:lnRef idx="1">
            <a:schemeClr val="accent3"/>
          </a:lnRef>
          <a:fillRef idx="2">
            <a:schemeClr val="accent3"/>
          </a:fillRef>
          <a:effectRef idx="1">
            <a:schemeClr val="accent3"/>
          </a:effectRef>
          <a:fontRef idx="minor">
            <a:schemeClr val="dk1"/>
          </a:fontRef>
        </p:style>
        <p:txBody>
          <a:bodyPr rtlCol="0" wrap="square">
            <a:spAutoFit/>
          </a:bodyPr>
          <a:p>
            <a:pPr algn="ctr"/>
            <a:r>
              <a:rPr b="1" dirty="0" sz="2800" lang="mr-IN" smtClean="0">
                <a:solidFill>
                  <a:srgbClr val="FF0000"/>
                </a:solidFill>
              </a:rPr>
              <a:t>अझोला</a:t>
            </a:r>
          </a:p>
          <a:p>
            <a:pPr algn="ctr"/>
            <a:endParaRPr dirty="0" sz="2800" lang="en-IN"/>
          </a:p>
        </p:txBody>
      </p:sp>
      <p:sp>
        <p:nvSpPr>
          <p:cNvPr id="1048588" name="Content Placeholder 2"/>
          <p:cNvSpPr>
            <a:spLocks noGrp="1"/>
          </p:cNvSpPr>
          <p:nvPr>
            <p:ph idx="1"/>
          </p:nvPr>
        </p:nvSpPr>
        <p:spPr>
          <a:xfrm>
            <a:off x="0" y="685800"/>
            <a:ext cx="9144000" cy="3048000"/>
          </a:xfrm>
        </p:spPr>
        <p:style>
          <a:lnRef idx="1">
            <a:schemeClr val="accent3"/>
          </a:lnRef>
          <a:fillRef idx="2">
            <a:schemeClr val="accent3"/>
          </a:fillRef>
          <a:effectRef idx="1">
            <a:schemeClr val="accent3"/>
          </a:effectRef>
          <a:fontRef idx="minor">
            <a:schemeClr val="dk1"/>
          </a:fontRef>
        </p:style>
        <p:txBody>
          <a:bodyPr>
            <a:noAutofit/>
          </a:bodyPr>
          <a:p>
            <a:pPr algn="just">
              <a:buNone/>
            </a:pPr>
            <a:endParaRPr dirty="0" sz="1600" lang="mr-IN" smtClean="0"/>
          </a:p>
          <a:p>
            <a:pPr algn="just">
              <a:buFont typeface="Courier New" pitchFamily="49" charset="0"/>
              <a:buChar char="o"/>
            </a:pPr>
            <a:r>
              <a:rPr dirty="0" sz="1600" lang="mr-IN" smtClean="0"/>
              <a:t>अझोला (निळे-हिरवे शेवाळ) ही गोड्या पाण्याच्या पृष्ठभागावर वाढणारी वनस्पती आहे.</a:t>
            </a:r>
          </a:p>
          <a:p>
            <a:pPr algn="just">
              <a:buFont typeface="Courier New" pitchFamily="49" charset="0"/>
              <a:buChar char="o"/>
            </a:pPr>
            <a:r>
              <a:rPr dirty="0" sz="1600" lang="mr-IN" smtClean="0"/>
              <a:t>हवेतील नत्र शेवाळाच्या मदतीने शोषून घेऊन वाढ होते.</a:t>
            </a:r>
          </a:p>
          <a:p>
            <a:pPr algn="just">
              <a:buFont typeface="Courier New" pitchFamily="49" charset="0"/>
              <a:buChar char="o"/>
            </a:pPr>
            <a:r>
              <a:rPr dirty="0" sz="1600" lang="mr-IN" smtClean="0"/>
              <a:t>आकार- १-३ सेमी.</a:t>
            </a:r>
          </a:p>
          <a:p>
            <a:pPr algn="just">
              <a:buFont typeface="Courier New" pitchFamily="49" charset="0"/>
              <a:buChar char="o"/>
            </a:pPr>
            <a:r>
              <a:rPr dirty="0" sz="1600" lang="mr-IN" smtClean="0"/>
              <a:t>सरासरी ७०० ग्रॅम अझोला उत्पादन प्रति चौरस मीटर जागेमध्ये २ ते ३ दिवसात मिळते.</a:t>
            </a:r>
          </a:p>
          <a:p>
            <a:pPr algn="just">
              <a:buFont typeface="Courier New" pitchFamily="49" charset="0"/>
              <a:buChar char="o"/>
            </a:pPr>
            <a:r>
              <a:rPr dirty="0" sz="1600" lang="mr-IN" smtClean="0"/>
              <a:t>पोषणतत्वे (कोरड्या वजनानुसार):- २५-३५% प्रथिने, ७-१०% अमिनो आम्ल, १०-१५% खनिजे (जीवनसत्व अ,कॅरोटीन,कॅल्शीयम,झिंक), जैवक्रियाशील पदार्थ व बायोपॉलीमर, लिग्नीनचे प्रमाण कमी असल्याने पचनास सुलभ.</a:t>
            </a:r>
          </a:p>
          <a:p>
            <a:pPr algn="just">
              <a:buFont typeface="Courier New" pitchFamily="49" charset="0"/>
              <a:buChar char="o"/>
            </a:pPr>
            <a:r>
              <a:rPr dirty="0" sz="1600" lang="mr-IN" smtClean="0"/>
              <a:t>अझोला संवर्धनासाठी अनाबीना</a:t>
            </a:r>
            <a:r>
              <a:rPr dirty="0" sz="1600" lang="en-US" smtClean="0"/>
              <a:t> (Anabaena)</a:t>
            </a:r>
            <a:r>
              <a:rPr dirty="0" sz="1600" lang="mr-IN" smtClean="0"/>
              <a:t> अझोला जातीचे वाण उत्तम आहे.</a:t>
            </a:r>
          </a:p>
          <a:p>
            <a:pPr algn="just" indent="0" lvl="0" marL="0">
              <a:spcBef>
                <a:spcPts val="0"/>
              </a:spcBef>
              <a:buNone/>
            </a:pPr>
            <a:endParaRPr dirty="0" sz="1600" lang="mr-IN" smtClean="0"/>
          </a:p>
          <a:p>
            <a:pPr algn="just">
              <a:buNone/>
            </a:pPr>
            <a:r>
              <a:rPr b="1" dirty="0" sz="1600" lang="mr-IN" smtClean="0">
                <a:solidFill>
                  <a:srgbClr val="00B050"/>
                </a:solidFill>
              </a:rPr>
              <a:t>   </a:t>
            </a:r>
          </a:p>
        </p:txBody>
      </p:sp>
      <p:sp>
        <p:nvSpPr>
          <p:cNvPr id="1048589" name="TextBox 6"/>
          <p:cNvSpPr txBox="1"/>
          <p:nvPr/>
        </p:nvSpPr>
        <p:spPr>
          <a:xfrm>
            <a:off x="0" y="3733800"/>
            <a:ext cx="9144000" cy="523220"/>
          </a:xfrm>
          <a:prstGeom prst="rect"/>
        </p:spPr>
        <p:style>
          <a:lnRef idx="1">
            <a:schemeClr val="accent3"/>
          </a:lnRef>
          <a:fillRef idx="2">
            <a:schemeClr val="accent3"/>
          </a:fillRef>
          <a:effectRef idx="1">
            <a:schemeClr val="accent3"/>
          </a:effectRef>
          <a:fontRef idx="minor">
            <a:schemeClr val="dk1"/>
          </a:fontRef>
        </p:style>
        <p:txBody>
          <a:bodyPr rtlCol="0" wrap="square">
            <a:spAutoFit/>
          </a:bodyPr>
          <a:p>
            <a:pPr algn="ctr"/>
            <a:r>
              <a:rPr b="1" dirty="0" sz="2800" lang="mr-IN" smtClean="0">
                <a:solidFill>
                  <a:srgbClr val="00B050"/>
                </a:solidFill>
              </a:rPr>
              <a:t> </a:t>
            </a:r>
            <a:r>
              <a:rPr b="1" dirty="0" sz="2800" lang="mr-IN" smtClean="0">
                <a:solidFill>
                  <a:srgbClr val="FF0000"/>
                </a:solidFill>
              </a:rPr>
              <a:t>उत्पादन कसे घ्याल??</a:t>
            </a:r>
            <a:endParaRPr b="1" dirty="0" sz="2800" lang="en-IN">
              <a:solidFill>
                <a:srgbClr val="FF0000"/>
              </a:solidFill>
            </a:endParaRPr>
          </a:p>
        </p:txBody>
      </p:sp>
      <p:sp>
        <p:nvSpPr>
          <p:cNvPr id="1048590" name="Content Placeholder 2"/>
          <p:cNvSpPr txBox="1"/>
          <p:nvPr/>
        </p:nvSpPr>
        <p:spPr>
          <a:xfrm>
            <a:off x="0" y="4267200"/>
            <a:ext cx="9144000" cy="2590800"/>
          </a:xfrm>
          <a:prstGeom prst="rect"/>
        </p:spPr>
        <p:style>
          <a:lnRef idx="1">
            <a:schemeClr val="accent3"/>
          </a:lnRef>
          <a:fillRef idx="2">
            <a:schemeClr val="accent3"/>
          </a:fillRef>
          <a:effectRef idx="1">
            <a:schemeClr val="accent3"/>
          </a:effectRef>
          <a:fontRef idx="minor">
            <a:schemeClr val="dk1"/>
          </a:fontRef>
        </p:style>
        <p:txBody>
          <a:bodyPr>
            <a:noAutofit/>
          </a:bodyPr>
          <a:p>
            <a:pPr algn="l" defTabSz="914400" eaLnBrk="1" fontAlgn="auto" hangingPunct="1" indent="-342900" latinLnBrk="0" lvl="0" marL="342900" marR="0" rtl="0">
              <a:lnSpc>
                <a:spcPct val="100000"/>
              </a:lnSpc>
              <a:spcBef>
                <a:spcPct val="20000"/>
              </a:spcBef>
              <a:spcAft>
                <a:spcPts val="0"/>
              </a:spcAft>
              <a:buClrTx/>
              <a:buSzTx/>
              <a:buFont typeface="Arial" pitchFamily="34" charset="0"/>
              <a:buNone/>
            </a:pPr>
            <a:endParaRPr baseline="0" b="0" cap="none" dirty="0" i="0" kern="1200" kumimoji="0" lang="mr-IN" noProof="0" normalizeH="0" spc="0" strike="noStrike" u="none" smtClean="0">
              <a:ln>
                <a:noFill/>
              </a:ln>
              <a:solidFill>
                <a:schemeClr val="dk1"/>
              </a:solidFill>
              <a:effectLst/>
              <a:uLnTx/>
              <a:uFillTx/>
              <a:latin typeface="+mn-lt"/>
              <a:ea typeface="+mn-ea"/>
              <a:cs typeface="+mn-cs"/>
            </a:endParaRPr>
          </a:p>
          <a:p>
            <a:pPr algn="l" defTabSz="914400" eaLnBrk="1" fontAlgn="auto" hangingPunct="1" indent="-342900" latinLnBrk="0" lvl="0" marL="342900" marR="0" rtl="0">
              <a:lnSpc>
                <a:spcPct val="100000"/>
              </a:lnSpc>
              <a:spcBef>
                <a:spcPct val="20000"/>
              </a:spcBef>
              <a:spcAft>
                <a:spcPts val="0"/>
              </a:spcAft>
              <a:buClrTx/>
              <a:buSzTx/>
              <a:buFont typeface="Courier New" pitchFamily="49" charset="0"/>
              <a:buChar char="o"/>
            </a:pPr>
            <a:r>
              <a:rPr baseline="0" b="0" cap="none" dirty="0" sz="1600" i="0" kern="1200" kumimoji="0" lang="mr-IN" noProof="0" normalizeH="0" spc="0" strike="noStrike" u="none" smtClean="0">
                <a:ln>
                  <a:noFill/>
                </a:ln>
                <a:solidFill>
                  <a:prstClr val="black"/>
                </a:solidFill>
                <a:effectLst/>
                <a:uLnTx/>
                <a:uFillTx/>
                <a:latin typeface="+mn-lt"/>
                <a:ea typeface="+mn-ea"/>
                <a:cs typeface="+mn-cs"/>
              </a:rPr>
              <a:t>झाडाच्या सावलीखाली २×२ मीटर किंवा १×४ मीटर लांबी-रुंदीचा आणि १ फूट खोल आकाराचा   खड्डा खणावा.</a:t>
            </a:r>
          </a:p>
          <a:p>
            <a:pPr algn="l" defTabSz="914400" eaLnBrk="1" fontAlgn="auto" hangingPunct="1" indent="-342900" latinLnBrk="0" lvl="0" marL="342900" marR="0" rtl="0">
              <a:lnSpc>
                <a:spcPct val="100000"/>
              </a:lnSpc>
              <a:spcBef>
                <a:spcPct val="20000"/>
              </a:spcBef>
              <a:spcAft>
                <a:spcPts val="0"/>
              </a:spcAft>
              <a:buClrTx/>
              <a:buSzTx/>
              <a:buFont typeface="Courier New" pitchFamily="49" charset="0"/>
              <a:buChar char="o"/>
            </a:pPr>
            <a:r>
              <a:rPr baseline="0" b="0" cap="none" dirty="0" sz="1600" i="0" kern="1200" kumimoji="0" lang="mr-IN" noProof="0" normalizeH="0" spc="0" strike="noStrike" u="none" smtClean="0">
                <a:ln>
                  <a:noFill/>
                </a:ln>
                <a:solidFill>
                  <a:prstClr val="black"/>
                </a:solidFill>
                <a:effectLst/>
                <a:uLnTx/>
                <a:uFillTx/>
                <a:latin typeface="+mn-lt"/>
                <a:ea typeface="+mn-ea"/>
                <a:cs typeface="+mn-cs"/>
              </a:rPr>
              <a:t>खड्डा प्लास्टिकच्या आवरणाने आच्छादून घ्यावा.</a:t>
            </a:r>
          </a:p>
          <a:p>
            <a:pPr indent="-342900" lvl="0" marL="342900">
              <a:spcBef>
                <a:spcPct val="20000"/>
              </a:spcBef>
              <a:buFont typeface="Courier New" pitchFamily="49" charset="0"/>
              <a:buChar char="o"/>
            </a:pPr>
            <a:r>
              <a:rPr baseline="0" b="0" cap="none" dirty="0" sz="1600" i="0" kern="1200" kumimoji="0" lang="mr-IN" noProof="0" normalizeH="0" spc="0" strike="noStrike" u="none" smtClean="0">
                <a:ln>
                  <a:noFill/>
                </a:ln>
                <a:solidFill>
                  <a:prstClr val="black"/>
                </a:solidFill>
                <a:effectLst/>
                <a:uLnTx/>
                <a:uFillTx/>
                <a:latin typeface="+mn-lt"/>
                <a:ea typeface="+mn-ea"/>
                <a:cs typeface="+mn-cs"/>
              </a:rPr>
              <a:t>या प्लास्टिकच्या आवरणावर जाड प्लास्टिकचे </a:t>
            </a:r>
            <a:r>
              <a:rPr dirty="0" sz="1600" lang="mr-IN" smtClean="0">
                <a:solidFill>
                  <a:prstClr val="black"/>
                </a:solidFill>
              </a:rPr>
              <a:t>आवरण आच्छादून घ्यावे.</a:t>
            </a:r>
          </a:p>
          <a:p>
            <a:pPr indent="-342900" lvl="0" marL="342900">
              <a:spcBef>
                <a:spcPct val="20000"/>
              </a:spcBef>
              <a:buFont typeface="Courier New" pitchFamily="49" charset="0"/>
              <a:buChar char="o"/>
            </a:pPr>
            <a:r>
              <a:rPr dirty="0" sz="1600" lang="mr-IN" smtClean="0">
                <a:solidFill>
                  <a:prstClr val="black"/>
                </a:solidFill>
              </a:rPr>
              <a:t>५-१० किलो काळी माती या प्लास्टिकच्या आच्छादनावर पसरून घ्यावी.</a:t>
            </a:r>
          </a:p>
          <a:p>
            <a:pPr indent="-342900" lvl="0" marL="342900">
              <a:spcBef>
                <a:spcPct val="20000"/>
              </a:spcBef>
              <a:buFont typeface="Courier New" pitchFamily="49" charset="0"/>
              <a:buChar char="o"/>
            </a:pPr>
            <a:r>
              <a:rPr dirty="0" sz="1600" lang="mr-IN" smtClean="0">
                <a:solidFill>
                  <a:prstClr val="black"/>
                </a:solidFill>
              </a:rPr>
              <a:t>गाईचे शेण ५ किलो व ३० </a:t>
            </a:r>
            <a:r>
              <a:rPr dirty="0" sz="1600" lang="mr-IN" smtClean="0"/>
              <a:t>ग्रॅम सुपर फॉस्फेट, १० लिटर पाण्यात चांगले मिसळावे व हे मिश्रण खड्ड्यात टाकावे व अशा मिश्रणात ताजे पाणी १० सेमी उंचीपर्यंत टाकावे.</a:t>
            </a:r>
            <a:endParaRPr dirty="0" sz="1600" lang="mr-IN" smtClean="0">
              <a:solidFill>
                <a:prstClr val="black"/>
              </a:solidFill>
            </a:endParaRPr>
          </a:p>
          <a:p>
            <a:pPr indent="-342900" lvl="0" marL="342900">
              <a:spcBef>
                <a:spcPct val="20000"/>
              </a:spcBef>
              <a:buFont typeface="Courier New" pitchFamily="49" charset="0"/>
              <a:buChar char="o"/>
            </a:pPr>
            <a:endParaRPr baseline="0" b="0" cap="none" dirty="0" sz="1600" i="0" kern="1200" kumimoji="0" lang="mr-IN" noProof="0" normalizeH="0" spc="0" strike="noStrike" u="none" smtClean="0">
              <a:ln>
                <a:noFill/>
              </a:ln>
              <a:solidFill>
                <a:prstClr val="black"/>
              </a:solidFill>
              <a:effectLst/>
              <a:uLnTx/>
              <a:uFillTx/>
              <a:latin typeface="+mn-lt"/>
              <a:ea typeface="+mn-ea"/>
              <a:cs typeface="+mn-cs"/>
            </a:endParaRPr>
          </a:p>
          <a:p>
            <a:pPr algn="l" defTabSz="914400" eaLnBrk="1" fontAlgn="auto" hangingPunct="1" indent="-342900" latinLnBrk="0" lvl="0" marL="342900" marR="0" rtl="0">
              <a:lnSpc>
                <a:spcPct val="100000"/>
              </a:lnSpc>
              <a:spcBef>
                <a:spcPct val="20000"/>
              </a:spcBef>
              <a:spcAft>
                <a:spcPts val="0"/>
              </a:spcAft>
              <a:buClrTx/>
              <a:buSzTx/>
              <a:buFont typeface="Courier New" pitchFamily="49" charset="0"/>
              <a:buChar char="o"/>
            </a:pPr>
            <a:endParaRPr baseline="0" b="0" cap="none" dirty="0" i="0" kern="1200" kumimoji="0" lang="mr-IN" noProof="0" normalizeH="0" spc="0" strike="noStrike" u="none" smtClean="0">
              <a:ln>
                <a:noFill/>
              </a:ln>
              <a:solidFill>
                <a:schemeClr val="dk1"/>
              </a:solidFill>
              <a:effectLst/>
              <a:uLnTx/>
              <a:uFillTx/>
              <a:latin typeface="+mn-lt"/>
              <a:ea typeface="+mn-ea"/>
              <a:cs typeface="+mn-cs"/>
            </a:endParaRPr>
          </a:p>
          <a:p>
            <a:pPr algn="l" defTabSz="914400" eaLnBrk="1" fontAlgn="auto" hangingPunct="1" indent="-342900" latinLnBrk="0" lvl="0" marL="342900" marR="0" rtl="0">
              <a:lnSpc>
                <a:spcPct val="100000"/>
              </a:lnSpc>
              <a:spcBef>
                <a:spcPct val="20000"/>
              </a:spcBef>
              <a:spcAft>
                <a:spcPts val="0"/>
              </a:spcAft>
              <a:buClrTx/>
              <a:buSzTx/>
              <a:buFont typeface="Courier New" pitchFamily="49" charset="0"/>
              <a:buChar char="o"/>
            </a:pPr>
            <a:endParaRPr baseline="0" b="0" cap="none" dirty="0" i="0" kern="1200" kumimoji="0" lang="mr-IN" noProof="0" normalizeH="0" spc="0" strike="noStrike" u="none" smtClean="0">
              <a:ln>
                <a:noFill/>
              </a:ln>
              <a:solidFill>
                <a:schemeClr val="dk1"/>
              </a:solidFill>
              <a:effectLst/>
              <a:uLnTx/>
              <a:uFillTx/>
              <a:latin typeface="+mn-lt"/>
              <a:ea typeface="+mn-ea"/>
              <a:cs typeface="+mn-cs"/>
            </a:endParaRPr>
          </a:p>
          <a:p>
            <a:pPr algn="ctr" defTabSz="914400" eaLnBrk="1" fontAlgn="auto" hangingPunct="1" indent="-342900" latinLnBrk="0" lvl="0" marL="342900" marR="0" rtl="0">
              <a:lnSpc>
                <a:spcPct val="100000"/>
              </a:lnSpc>
              <a:spcBef>
                <a:spcPct val="20000"/>
              </a:spcBef>
              <a:spcAft>
                <a:spcPts val="0"/>
              </a:spcAft>
              <a:buClrTx/>
              <a:buSzTx/>
              <a:buFont typeface="Arial" pitchFamily="34" charset="0"/>
              <a:buNone/>
            </a:pPr>
            <a:r>
              <a:rPr baseline="0" b="1" cap="none" dirty="0" i="0" kern="1200" kumimoji="0" lang="mr-IN" noProof="0" normalizeH="0" spc="0" strike="noStrike" u="none" smtClean="0">
                <a:ln>
                  <a:noFill/>
                </a:ln>
                <a:solidFill>
                  <a:srgbClr val="00B050"/>
                </a:solidFill>
                <a:effectLst/>
                <a:uLnTx/>
                <a:uFillTx/>
                <a:latin typeface="+mn-lt"/>
                <a:ea typeface="+mn-ea"/>
                <a:cs typeface="+mn-cs"/>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1048594" name="Content Placeholder 2"/>
          <p:cNvSpPr txBox="1"/>
          <p:nvPr/>
        </p:nvSpPr>
        <p:spPr>
          <a:xfrm>
            <a:off x="0" y="0"/>
            <a:ext cx="9144000" cy="3962400"/>
          </a:xfrm>
          <a:prstGeom prst="rect"/>
        </p:spPr>
        <p:style>
          <a:lnRef idx="1">
            <a:schemeClr val="accent3"/>
          </a:lnRef>
          <a:fillRef idx="2">
            <a:schemeClr val="accent3"/>
          </a:fillRef>
          <a:effectRef idx="1">
            <a:schemeClr val="accent3"/>
          </a:effectRef>
          <a:fontRef idx="minor">
            <a:schemeClr val="dk1"/>
          </a:fontRef>
        </p:style>
        <p:txBody>
          <a:bodyPr>
            <a:noAutofit/>
          </a:bodyPr>
          <a:p>
            <a:pPr algn="just" defTabSz="914400" eaLnBrk="1" fontAlgn="auto" hangingPunct="1" indent="-342900" latinLnBrk="0" lvl="0" marL="342900" marR="0" rtl="0">
              <a:lnSpc>
                <a:spcPct val="100000"/>
              </a:lnSpc>
              <a:spcBef>
                <a:spcPct val="20000"/>
              </a:spcBef>
              <a:spcAft>
                <a:spcPts val="0"/>
              </a:spcAft>
              <a:buClrTx/>
              <a:buSzTx/>
              <a:buFont typeface="Arial" pitchFamily="34" charset="0"/>
              <a:buNone/>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indent="-342900" lvl="0" marL="342900">
              <a:spcBef>
                <a:spcPct val="20000"/>
              </a:spcBef>
              <a:buFont typeface="Courier New" pitchFamily="49" charset="0"/>
              <a:buChar char="o"/>
            </a:pPr>
            <a:r>
              <a:rPr baseline="0" b="0" cap="none" dirty="0" sz="1600" i="0" kern="1200" kumimoji="0" lang="mr-IN" noProof="0" normalizeH="0" spc="0" strike="noStrike" u="none" smtClean="0">
                <a:ln>
                  <a:noFill/>
                </a:ln>
                <a:solidFill>
                  <a:schemeClr val="dk1"/>
                </a:solidFill>
                <a:effectLst/>
                <a:uLnTx/>
                <a:uFillTx/>
                <a:latin typeface="+mn-lt"/>
                <a:ea typeface="+mn-ea"/>
                <a:cs typeface="+mn-cs"/>
              </a:rPr>
              <a:t>या खड्ड्यात ५०० </a:t>
            </a:r>
            <a:r>
              <a:rPr dirty="0" sz="1600" lang="mr-IN" smtClean="0"/>
              <a:t>ग्रॅम ते १ किलो ताजे व स्वच्छ असे अझोला वनस्पतीचे कल्चर टाकावे. </a:t>
            </a:r>
          </a:p>
          <a:p>
            <a:pPr algn="just" indent="-342900" lvl="0" marL="342900">
              <a:spcBef>
                <a:spcPct val="20000"/>
              </a:spcBef>
              <a:buFont typeface="Courier New" pitchFamily="49" charset="0"/>
              <a:buChar char="o"/>
            </a:pPr>
            <a:r>
              <a:rPr baseline="0" b="0" cap="none" dirty="0" sz="1600" i="0" kern="1200" kumimoji="0" lang="mr-IN" noProof="0" normalizeH="0" spc="0" strike="noStrike" u="none" smtClean="0">
                <a:ln>
                  <a:noFill/>
                </a:ln>
                <a:solidFill>
                  <a:schemeClr val="dk1"/>
                </a:solidFill>
                <a:effectLst/>
                <a:uLnTx/>
                <a:uFillTx/>
                <a:latin typeface="+mn-lt"/>
                <a:ea typeface="+mn-ea"/>
                <a:cs typeface="+mn-cs"/>
              </a:rPr>
              <a:t>अशाप्रकारे तयार केलेल्या खड्यात अझोला वनस्पती वेगाने वाढते व खड्डा १०-१५ दिवसात वनस्पतीने भरून जातो. दररोज ५००-६०० </a:t>
            </a:r>
            <a:r>
              <a:rPr dirty="0" sz="1600" lang="mr-IN" smtClean="0"/>
              <a:t>ग्रॅम अझोलाचे उत्पादन घेता येते.</a:t>
            </a:r>
          </a:p>
          <a:p>
            <a:pPr algn="just" indent="-342900" lvl="0" marL="342900">
              <a:spcBef>
                <a:spcPct val="20000"/>
              </a:spcBef>
              <a:buFont typeface="Courier New" pitchFamily="49" charset="0"/>
              <a:buChar char="o"/>
            </a:pPr>
            <a:r>
              <a:rPr baseline="0" b="0" cap="none" dirty="0" sz="1600" i="0" kern="1200" kumimoji="0" lang="mr-IN" noProof="0" normalizeH="0" spc="0" strike="noStrike" u="none" smtClean="0">
                <a:ln>
                  <a:noFill/>
                </a:ln>
                <a:solidFill>
                  <a:schemeClr val="dk1"/>
                </a:solidFill>
                <a:effectLst/>
                <a:uLnTx/>
                <a:uFillTx/>
                <a:latin typeface="+mn-lt"/>
                <a:ea typeface="+mn-ea"/>
                <a:cs typeface="+mn-cs"/>
              </a:rPr>
              <a:t>जास्तीचे उत्पादन घेण्यासाठी अशा तयार केलेल्या खड्यात १ किलो गाईचे शेण व २० </a:t>
            </a:r>
            <a:r>
              <a:rPr dirty="0" sz="1600" lang="mr-IN" smtClean="0"/>
              <a:t>ग्रॅम सुपर फॉस्फेट यांचे मिश्रण दर ५ दिवसांनी टाकावे, त्याचप्रमाणे दर आठवड्याने क्षारतत्वाचे मिश्रण यामध्ये टाकावे.</a:t>
            </a:r>
          </a:p>
          <a:p>
            <a:pPr algn="just" indent="-342900" lvl="0" marL="342900">
              <a:spcBef>
                <a:spcPct val="20000"/>
              </a:spcBef>
              <a:buFont typeface="Courier New" pitchFamily="49" charset="0"/>
              <a:buChar char="o"/>
            </a:pPr>
            <a:r>
              <a:rPr dirty="0" sz="1600" lang="mr-IN" smtClean="0"/>
              <a:t>प्लास्टिक ट्रे किंवा चाळणीच्या आधारे दररोज १-१.५ किलो अझोला घेऊन पाण्याने स्वच्छ करावा, त्यामुळे अझोलामध्ये घाण,धूळ व शेणाचा वास राहणार नाही. त्यानंतर सावलीमध्ये ३-४ तास सुकण्यासाठी ठेवावा.</a:t>
            </a:r>
          </a:p>
          <a:p>
            <a:pPr algn="just" indent="-342900" lvl="0" marL="342900">
              <a:spcBef>
                <a:spcPct val="20000"/>
              </a:spcBef>
              <a:buFont typeface="Courier New" pitchFamily="49" charset="0"/>
              <a:buChar char="o"/>
            </a:pPr>
            <a:r>
              <a:rPr dirty="0" sz="1600" lang="mr-IN" smtClean="0"/>
              <a:t>प्रत्येक चौरस मीटरमागे २००-३०० ग्रॅम अझोला वाफ्यातून काढता येतो. अझोलाचे सरासरी उत्पादन ७००-७५० टन प्रति हेक्टर प्रति वर्ष इतके आहे. जवळपास ६ स्क़ेअर मीटर अझोला बेडमधून प्रत्येक दिवसाला ३ किलो</a:t>
            </a:r>
            <a:r>
              <a:rPr dirty="0" sz="1600" lang="en-US" smtClean="0"/>
              <a:t> </a:t>
            </a:r>
            <a:r>
              <a:rPr dirty="0" sz="1600" lang="mr-IN" smtClean="0"/>
              <a:t>अझोला मिळतो.</a:t>
            </a:r>
          </a:p>
          <a:p>
            <a:pPr algn="just" indent="-342900" marL="342900">
              <a:spcBef>
                <a:spcPct val="20000"/>
              </a:spcBef>
              <a:buFont typeface="Courier New" pitchFamily="49" charset="0"/>
              <a:buChar char="o"/>
            </a:pPr>
            <a:r>
              <a:rPr dirty="0" sz="1600" lang="mr-IN" smtClean="0"/>
              <a:t>अझोला वाफ्यातून काढण्यात येणारे पाणी नत्रयुक्त व खनिजयुक्त असल्याने पिकांसाठी /झाडासाठी वापरता येते तसेच वाफ्यातून काढण्यात येणाऱ्या मातीचे गुणधर्म हे सुमारे ०.५ किलो रासायनिक खताइतके आहे.</a:t>
            </a:r>
          </a:p>
          <a:p>
            <a:pPr algn="just" indent="-342900" lvl="0" marL="342900">
              <a:spcBef>
                <a:spcPct val="20000"/>
              </a:spcBef>
              <a:buFont typeface="Courier New" pitchFamily="49" charset="0"/>
              <a:buChar char="o"/>
            </a:pPr>
            <a:endParaRPr dirty="0" sz="1600" lang="mr-IN" smtClean="0"/>
          </a:p>
          <a:p>
            <a:pPr algn="just" defTabSz="914400" eaLnBrk="1" fontAlgn="auto" hangingPunct="1" indent="-342900" latinLnBrk="0" lvl="0" marL="342900" marR="0" rtl="0">
              <a:lnSpc>
                <a:spcPct val="100000"/>
              </a:lnSpc>
              <a:spcBef>
                <a:spcPct val="20000"/>
              </a:spcBef>
              <a:spcAft>
                <a:spcPts val="0"/>
              </a:spcAft>
              <a:buClrTx/>
              <a:buSzTx/>
              <a:buFont typeface="Courier New" pitchFamily="49" charset="0"/>
              <a:buChar char="o"/>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defTabSz="914400" eaLnBrk="1" fontAlgn="auto" hangingPunct="1" indent="-342900" latinLnBrk="0" lvl="0" marL="342900" marR="0" rtl="0">
              <a:lnSpc>
                <a:spcPct val="100000"/>
              </a:lnSpc>
              <a:spcBef>
                <a:spcPct val="20000"/>
              </a:spcBef>
              <a:spcAft>
                <a:spcPts val="0"/>
              </a:spcAft>
              <a:buClrTx/>
              <a:buSzTx/>
              <a:buFont typeface="Arial" pitchFamily="34" charset="0"/>
              <a:buNone/>
            </a:pPr>
            <a:r>
              <a:rPr baseline="0" b="1" cap="none" dirty="0" sz="1600" i="0" kern="1200" kumimoji="0" lang="mr-IN" noProof="0" normalizeH="0" spc="0" strike="noStrike" u="none" smtClean="0">
                <a:ln>
                  <a:noFill/>
                </a:ln>
                <a:solidFill>
                  <a:srgbClr val="00B050"/>
                </a:solidFill>
                <a:effectLst/>
                <a:uLnTx/>
                <a:uFillTx/>
                <a:latin typeface="+mn-lt"/>
                <a:ea typeface="+mn-ea"/>
                <a:cs typeface="+mn-cs"/>
              </a:rPr>
              <a:t>   </a:t>
            </a:r>
          </a:p>
        </p:txBody>
      </p:sp>
      <p:pic>
        <p:nvPicPr>
          <p:cNvPr id="2097153" name="Picture 2" descr="C:\Users\shri\Desktop\azolla_kumar_01.jpg"/>
          <p:cNvPicPr>
            <a:picLocks noChangeAspect="1" noChangeArrowheads="1"/>
          </p:cNvPicPr>
          <p:nvPr/>
        </p:nvPicPr>
        <p:blipFill>
          <a:blip xmlns:r="http://schemas.openxmlformats.org/officeDocument/2006/relationships" r:embed="rId1"/>
          <a:srcRect/>
          <a:stretch>
            <a:fillRect/>
          </a:stretch>
        </p:blipFill>
        <p:spPr bwMode="auto">
          <a:xfrm>
            <a:off x="0" y="3962400"/>
            <a:ext cx="9144000" cy="2895600"/>
          </a:xfrm>
          <a:prstGeom prst="rect"/>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595" name="Content Placeholder 2"/>
          <p:cNvSpPr txBox="1"/>
          <p:nvPr/>
        </p:nvSpPr>
        <p:spPr>
          <a:xfrm>
            <a:off x="0" y="533400"/>
            <a:ext cx="9144000" cy="2362200"/>
          </a:xfrm>
          <a:prstGeom prst="rect"/>
        </p:spPr>
        <p:style>
          <a:lnRef idx="1">
            <a:schemeClr val="accent3"/>
          </a:lnRef>
          <a:fillRef idx="2">
            <a:schemeClr val="accent3"/>
          </a:fillRef>
          <a:effectRef idx="1">
            <a:schemeClr val="accent3"/>
          </a:effectRef>
          <a:fontRef idx="minor">
            <a:schemeClr val="dk1"/>
          </a:fontRef>
        </p:style>
        <p:txBody>
          <a:bodyPr>
            <a:noAutofit/>
          </a:bodyPr>
          <a:p>
            <a:pPr algn="just" indent="-342900" lvl="0" marL="342900">
              <a:spcBef>
                <a:spcPct val="20000"/>
              </a:spcBef>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indent="-342900" marL="342900">
              <a:spcBef>
                <a:spcPct val="20000"/>
              </a:spcBef>
              <a:buFont typeface="Courier New" pitchFamily="49" charset="0"/>
              <a:buChar char="o"/>
            </a:pPr>
            <a:r>
              <a:rPr dirty="0" sz="1600" lang="mr-IN" smtClean="0"/>
              <a:t>दुभत्या गाई-म्हशीमध्ये आंबोणात मिसळून २ ते ३ किलोपर्यंत प्रत्येकी खाऊ घालावा. असे केल्याने २०% पर्यंत पशुखाद्य कमी लागते, तसेच १५-२० % दुधात व फॅटमध्ये वाढ होते. सुरुवातीस पशुखाद्य/आंबवनामध्ये अझोला १:१ प्रमाणात खाऊ घालावा.</a:t>
            </a:r>
          </a:p>
          <a:p>
            <a:pPr algn="just" indent="-342900" marL="342900">
              <a:spcBef>
                <a:spcPct val="20000"/>
              </a:spcBef>
              <a:buFont typeface="Courier New" pitchFamily="49" charset="0"/>
              <a:buChar char="o"/>
            </a:pPr>
            <a:r>
              <a:rPr dirty="0" sz="1600" lang="mr-IN" smtClean="0"/>
              <a:t>अझोलामध्ये प्रथिनांचे प्रमाण जास्ती (२५-३० %) असल्याने अझोलाचा वापर कुक्कुटखाद्यामध्ये प्रथिने स्त्रोत म्हणून केला जातो. तसेच कॅरोटीन पिगमेंट अंड्याच्या बल्काला पिवळा रंग देण्यासाठी महत्वाचे असते. अझोला वाळवून त्याची पावडर करून नंतर तिचा वापर कुक्कुटखाद्यामध्ये अपारंपरिक खाद्यपदार्थ म्हणून करावा. एकूण कुक्कुटखाद्याच्या</a:t>
            </a:r>
            <a:r>
              <a:rPr dirty="0" sz="1600" lang="en-US" smtClean="0"/>
              <a:t> </a:t>
            </a:r>
            <a:r>
              <a:rPr dirty="0" sz="1600" lang="mr-IN" smtClean="0"/>
              <a:t>५-१० % इतकाच वापर कुक्कुटखाद्यामध्ये करावा.</a:t>
            </a:r>
          </a:p>
          <a:p>
            <a:pPr algn="just" indent="-342900" marL="342900">
              <a:spcBef>
                <a:spcPct val="20000"/>
              </a:spcBef>
              <a:buFont typeface="Courier New" pitchFamily="49" charset="0"/>
              <a:buChar char="o"/>
            </a:pPr>
            <a:endParaRPr dirty="0" sz="1600" lang="mr-IN" smtClean="0"/>
          </a:p>
          <a:p>
            <a:pPr algn="just" indent="-342900" marL="342900">
              <a:spcBef>
                <a:spcPct val="20000"/>
              </a:spcBef>
              <a:buFont typeface="Courier New" pitchFamily="49" charset="0"/>
              <a:buChar char="o"/>
            </a:pPr>
            <a:endParaRPr dirty="0" sz="1600" lang="mr-IN" smtClean="0"/>
          </a:p>
          <a:p>
            <a:pPr algn="just" indent="-342900" marL="342900">
              <a:spcBef>
                <a:spcPct val="20000"/>
              </a:spcBef>
              <a:buFont typeface="Courier New" pitchFamily="49" charset="0"/>
              <a:buChar char="o"/>
            </a:pPr>
            <a:endParaRPr dirty="0" sz="1600" lang="mr-IN" smtClean="0"/>
          </a:p>
          <a:p>
            <a:pPr algn="just" indent="-342900" lvl="0" marL="342900">
              <a:spcBef>
                <a:spcPct val="20000"/>
              </a:spcBef>
              <a:buFont typeface="Courier New" pitchFamily="49" charset="0"/>
              <a:buChar char="o"/>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defTabSz="914400" eaLnBrk="1" fontAlgn="auto" hangingPunct="1" indent="-342900" latinLnBrk="0" lvl="0" marL="342900" marR="0" rtl="0">
              <a:lnSpc>
                <a:spcPct val="100000"/>
              </a:lnSpc>
              <a:spcBef>
                <a:spcPct val="20000"/>
              </a:spcBef>
              <a:spcAft>
                <a:spcPts val="0"/>
              </a:spcAft>
              <a:buClrTx/>
              <a:buSzTx/>
              <a:buFont typeface="Courier New" pitchFamily="49" charset="0"/>
              <a:buChar char="o"/>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defTabSz="914400" eaLnBrk="1" fontAlgn="auto" hangingPunct="1" indent="-342900" latinLnBrk="0" lvl="0" marL="342900" marR="0" rtl="0">
              <a:lnSpc>
                <a:spcPct val="100000"/>
              </a:lnSpc>
              <a:spcBef>
                <a:spcPct val="20000"/>
              </a:spcBef>
              <a:spcAft>
                <a:spcPts val="0"/>
              </a:spcAft>
              <a:buClrTx/>
              <a:buSzTx/>
              <a:buFont typeface="Arial" pitchFamily="34" charset="0"/>
              <a:buNone/>
            </a:pPr>
            <a:r>
              <a:rPr baseline="0" b="1" cap="none" dirty="0" sz="1600" i="0" kern="1200" kumimoji="0" lang="mr-IN" noProof="0" normalizeH="0" spc="0" strike="noStrike" u="none" smtClean="0">
                <a:ln>
                  <a:noFill/>
                </a:ln>
                <a:solidFill>
                  <a:srgbClr val="00B050"/>
                </a:solidFill>
                <a:effectLst/>
                <a:uLnTx/>
                <a:uFillTx/>
                <a:latin typeface="+mn-lt"/>
                <a:ea typeface="+mn-ea"/>
                <a:cs typeface="+mn-cs"/>
              </a:rPr>
              <a:t>   </a:t>
            </a:r>
          </a:p>
        </p:txBody>
      </p:sp>
      <p:sp>
        <p:nvSpPr>
          <p:cNvPr id="1048596" name="TextBox 2"/>
          <p:cNvSpPr txBox="1"/>
          <p:nvPr/>
        </p:nvSpPr>
        <p:spPr>
          <a:xfrm>
            <a:off x="0" y="1"/>
            <a:ext cx="9144000" cy="523220"/>
          </a:xfrm>
          <a:prstGeom prst="rect"/>
        </p:spPr>
        <p:style>
          <a:lnRef idx="1">
            <a:schemeClr val="accent3"/>
          </a:lnRef>
          <a:fillRef idx="2">
            <a:schemeClr val="accent3"/>
          </a:fillRef>
          <a:effectRef idx="1">
            <a:schemeClr val="accent3"/>
          </a:effectRef>
          <a:fontRef idx="minor">
            <a:schemeClr val="dk1"/>
          </a:fontRef>
        </p:style>
        <p:txBody>
          <a:bodyPr rtlCol="0" wrap="square">
            <a:spAutoFit/>
          </a:bodyPr>
          <a:p>
            <a:pPr algn="ctr"/>
            <a:r>
              <a:rPr b="1" dirty="0" sz="2800" lang="mr-IN" smtClean="0">
                <a:solidFill>
                  <a:srgbClr val="FF0000"/>
                </a:solidFill>
              </a:rPr>
              <a:t>वापर</a:t>
            </a:r>
            <a:endParaRPr b="1" dirty="0" sz="2800" lang="en-IN">
              <a:solidFill>
                <a:srgbClr val="FF0000"/>
              </a:solidFill>
            </a:endParaRPr>
          </a:p>
        </p:txBody>
      </p:sp>
      <p:sp>
        <p:nvSpPr>
          <p:cNvPr id="1048597" name="TextBox 3"/>
          <p:cNvSpPr txBox="1"/>
          <p:nvPr/>
        </p:nvSpPr>
        <p:spPr>
          <a:xfrm>
            <a:off x="0" y="2895600"/>
            <a:ext cx="9144000" cy="523220"/>
          </a:xfrm>
          <a:prstGeom prst="rect"/>
        </p:spPr>
        <p:style>
          <a:lnRef idx="1">
            <a:schemeClr val="accent3"/>
          </a:lnRef>
          <a:fillRef idx="2">
            <a:schemeClr val="accent3"/>
          </a:fillRef>
          <a:effectRef idx="1">
            <a:schemeClr val="accent3"/>
          </a:effectRef>
          <a:fontRef idx="minor">
            <a:schemeClr val="dk1"/>
          </a:fontRef>
        </p:style>
        <p:txBody>
          <a:bodyPr rtlCol="0" wrap="square">
            <a:spAutoFit/>
          </a:bodyPr>
          <a:p>
            <a:pPr algn="ctr"/>
            <a:r>
              <a:rPr b="1" dirty="0" sz="2800" lang="mr-IN" smtClean="0">
                <a:solidFill>
                  <a:srgbClr val="FF0000"/>
                </a:solidFill>
              </a:rPr>
              <a:t>काळजी</a:t>
            </a:r>
            <a:endParaRPr b="1" dirty="0" sz="2800" lang="en-IN">
              <a:solidFill>
                <a:srgbClr val="FF0000"/>
              </a:solidFill>
            </a:endParaRPr>
          </a:p>
        </p:txBody>
      </p:sp>
      <p:sp>
        <p:nvSpPr>
          <p:cNvPr id="1048598" name="Content Placeholder 2"/>
          <p:cNvSpPr txBox="1"/>
          <p:nvPr/>
        </p:nvSpPr>
        <p:spPr>
          <a:xfrm>
            <a:off x="0" y="3429000"/>
            <a:ext cx="9144000" cy="2590800"/>
          </a:xfrm>
          <a:prstGeom prst="rect"/>
        </p:spPr>
        <p:style>
          <a:lnRef idx="1">
            <a:schemeClr val="accent3"/>
          </a:lnRef>
          <a:fillRef idx="2">
            <a:schemeClr val="accent3"/>
          </a:fillRef>
          <a:effectRef idx="1">
            <a:schemeClr val="accent3"/>
          </a:effectRef>
          <a:fontRef idx="minor">
            <a:schemeClr val="dk1"/>
          </a:fontRef>
        </p:style>
        <p:txBody>
          <a:bodyPr>
            <a:noAutofit/>
          </a:bodyPr>
          <a:p>
            <a:pPr algn="just" indent="-342900" marL="342900">
              <a:spcBef>
                <a:spcPct val="20000"/>
              </a:spcBef>
            </a:pPr>
            <a:endParaRPr dirty="0" sz="1600" lang="mr-IN" smtClean="0"/>
          </a:p>
          <a:p>
            <a:pPr algn="just" indent="-342900" marL="342900">
              <a:spcBef>
                <a:spcPct val="20000"/>
              </a:spcBef>
              <a:buFont typeface="Courier New" pitchFamily="49" charset="0"/>
              <a:buChar char="o"/>
            </a:pPr>
            <a:r>
              <a:rPr dirty="0" sz="1600" lang="mr-IN" smtClean="0"/>
              <a:t>वातावरणातील बदल जसे की तापमान अचानक वाढल्यास व बुरशीचा प्रादुर्भाव झाल्यास अझोला काळा पडतो. अझोला काळा पडू नये म्हणून अझोला बेड शेडनेटमध्ये (५०% ची हिरव्या रंगाची, १ एकरला १०००० स्क़ेअर फूट) अथवा सावलीत तयार करावेत. ट्रायकोडरमा पावडर २५ ग्रॅम १ किलो शेणखताला वापरावी.</a:t>
            </a:r>
            <a:endParaRPr dirty="0" sz="1600" lang="en-US" smtClean="0"/>
          </a:p>
          <a:p>
            <a:pPr algn="just" indent="-342900" lvl="0" marL="342900">
              <a:spcBef>
                <a:spcPct val="20000"/>
              </a:spcBef>
              <a:buFont typeface="Courier New" pitchFamily="49" charset="0"/>
              <a:buChar char="o"/>
            </a:pPr>
            <a:r>
              <a:rPr dirty="0" sz="1600" lang="mr-IN" smtClean="0"/>
              <a:t>दर ३० दिवसांनी खड्ड्यातील ५ % काळी माती ही ताज्या काळ्या मातीने बदलावी.</a:t>
            </a:r>
          </a:p>
          <a:p>
            <a:pPr algn="just" indent="-342900" lvl="0" marL="342900">
              <a:spcBef>
                <a:spcPct val="20000"/>
              </a:spcBef>
              <a:buFont typeface="Courier New" pitchFamily="49" charset="0"/>
              <a:buChar char="o"/>
            </a:pPr>
            <a:r>
              <a:rPr dirty="0" sz="1600" lang="mr-IN" smtClean="0"/>
              <a:t>दर ५ दिवसांनी २५-३० % खड्ड्यातील जुने पाणी हे ताज्या पाण्याने बदलावे. </a:t>
            </a:r>
            <a:endParaRPr dirty="0" sz="1600" lang="en-US" smtClean="0"/>
          </a:p>
          <a:p>
            <a:pPr algn="just" indent="-342900" lvl="0" marL="342900">
              <a:spcBef>
                <a:spcPct val="20000"/>
              </a:spcBef>
              <a:buFont typeface="Courier New" pitchFamily="49" charset="0"/>
              <a:buChar char="o"/>
            </a:pPr>
            <a:r>
              <a:rPr dirty="0" sz="1600" lang="mr-IN" smtClean="0"/>
              <a:t>अझोलामध्ये प्रथिनांचे प्रमाण जास्ती असल्याने ओला चारा (मुरघास/युरिया प्रक्रिया केलेला चारा) मध्ये अझोला टाकला तर हा चारा सडतो व असा चारा जनावरांना खाऊ घालणे धोक्याचे ठरते. </a:t>
            </a:r>
          </a:p>
          <a:p>
            <a:pPr algn="just" indent="-342900" marL="342900">
              <a:spcBef>
                <a:spcPct val="20000"/>
              </a:spcBef>
              <a:buFont typeface="Courier New" pitchFamily="49" charset="0"/>
              <a:buChar char="o"/>
            </a:pPr>
            <a:endParaRPr dirty="0" sz="1600" lang="mr-IN" smtClean="0"/>
          </a:p>
          <a:p>
            <a:pPr algn="just" indent="-342900" lvl="0" marL="342900">
              <a:spcBef>
                <a:spcPct val="20000"/>
              </a:spcBef>
              <a:buFont typeface="Courier New" pitchFamily="49" charset="0"/>
              <a:buChar char="o"/>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defTabSz="914400" eaLnBrk="1" fontAlgn="auto" hangingPunct="1" indent="-342900" latinLnBrk="0" lvl="0" marL="342900" marR="0" rtl="0">
              <a:lnSpc>
                <a:spcPct val="100000"/>
              </a:lnSpc>
              <a:spcBef>
                <a:spcPct val="20000"/>
              </a:spcBef>
              <a:spcAft>
                <a:spcPts val="0"/>
              </a:spcAft>
              <a:buClrTx/>
              <a:buSzTx/>
              <a:buFont typeface="Courier New" pitchFamily="49" charset="0"/>
              <a:buChar char="o"/>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defTabSz="914400" eaLnBrk="1" fontAlgn="auto" hangingPunct="1" indent="-342900" latinLnBrk="0" lvl="0" marL="342900" marR="0" rtl="0">
              <a:lnSpc>
                <a:spcPct val="100000"/>
              </a:lnSpc>
              <a:spcBef>
                <a:spcPct val="20000"/>
              </a:spcBef>
              <a:spcAft>
                <a:spcPts val="0"/>
              </a:spcAft>
              <a:buClrTx/>
              <a:buSzTx/>
              <a:buFont typeface="Arial" pitchFamily="34" charset="0"/>
              <a:buNone/>
            </a:pPr>
            <a:r>
              <a:rPr baseline="0" b="1" cap="none" dirty="0" sz="1600" i="0" kern="1200" kumimoji="0" lang="mr-IN" noProof="0" normalizeH="0" spc="0" strike="noStrike" u="none" smtClean="0">
                <a:ln>
                  <a:noFill/>
                </a:ln>
                <a:solidFill>
                  <a:srgbClr val="00B050"/>
                </a:solidFill>
                <a:effectLst/>
                <a:uLnTx/>
                <a:uFillTx/>
                <a:latin typeface="+mn-lt"/>
                <a:ea typeface="+mn-ea"/>
                <a:cs typeface="+mn-cs"/>
              </a:rPr>
              <a:t>   </a:t>
            </a: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अझोला पशुवैद्यकीय दवाखाना श्रेणी – १, धामणगावबढे (पशुसंवर्धन विभाग महाराष्ट्र)</dc:title>
  <dc:creator>shri</dc:creator>
  <cp:lastModifiedBy>shri</cp:lastModifiedBy>
  <dcterms:created xsi:type="dcterms:W3CDTF">2006-08-15T13:00:00Z</dcterms:created>
  <dcterms:modified xsi:type="dcterms:W3CDTF">2018-09-26T15:02:08Z</dcterms:modified>
</cp:coreProperties>
</file>