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Default Extension="gif" ContentType="image/gif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30"/>
  </p:notesMasterIdLst>
  <p:sldIdLst>
    <p:sldId id="331" r:id="rId2"/>
    <p:sldId id="333" r:id="rId3"/>
    <p:sldId id="359" r:id="rId4"/>
    <p:sldId id="360" r:id="rId5"/>
    <p:sldId id="335" r:id="rId6"/>
    <p:sldId id="336" r:id="rId7"/>
    <p:sldId id="361" r:id="rId8"/>
    <p:sldId id="362" r:id="rId9"/>
    <p:sldId id="363" r:id="rId10"/>
    <p:sldId id="364" r:id="rId11"/>
    <p:sldId id="365" r:id="rId12"/>
    <p:sldId id="366" r:id="rId13"/>
    <p:sldId id="369" r:id="rId14"/>
    <p:sldId id="372" r:id="rId15"/>
    <p:sldId id="373" r:id="rId16"/>
    <p:sldId id="374" r:id="rId17"/>
    <p:sldId id="375" r:id="rId18"/>
    <p:sldId id="386" r:id="rId19"/>
    <p:sldId id="387" r:id="rId20"/>
    <p:sldId id="388" r:id="rId21"/>
    <p:sldId id="389" r:id="rId22"/>
    <p:sldId id="390" r:id="rId23"/>
    <p:sldId id="391" r:id="rId24"/>
    <p:sldId id="392" r:id="rId25"/>
    <p:sldId id="393" r:id="rId26"/>
    <p:sldId id="394" r:id="rId27"/>
    <p:sldId id="395" r:id="rId28"/>
    <p:sldId id="367" r:id="rId29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400"/>
    <a:srgbClr val="004C00"/>
    <a:srgbClr val="A27B00"/>
    <a:srgbClr val="008000"/>
    <a:srgbClr val="0AAA47"/>
    <a:srgbClr val="1F12C4"/>
    <a:srgbClr val="216521"/>
    <a:srgbClr val="00FF00"/>
    <a:srgbClr val="68C068"/>
    <a:srgbClr val="29FF29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7725" autoAdjust="0"/>
    <p:restoredTop sz="94660"/>
  </p:normalViewPr>
  <p:slideViewPr>
    <p:cSldViewPr>
      <p:cViewPr varScale="1">
        <p:scale>
          <a:sx n="72" d="100"/>
          <a:sy n="72" d="100"/>
        </p:scale>
        <p:origin x="-1014" y="-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8B936-9901-47E4-868B-5C8D367963AF}" type="datetimeFigureOut">
              <a:rPr lang="en-US" smtClean="0"/>
              <a:pPr/>
              <a:t>5/23/2018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0FBC90-95F5-4E6C-BE3E-4D98EA8483E3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0FBC90-95F5-4E6C-BE3E-4D98EA8483E3}" type="slidenum">
              <a:rPr lang="en-IN" smtClean="0"/>
              <a:pPr/>
              <a:t>14</a:t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0FBC90-95F5-4E6C-BE3E-4D98EA8483E3}" type="slidenum">
              <a:rPr lang="en-IN" smtClean="0"/>
              <a:pPr/>
              <a:t>20</a:t>
            </a:fld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0FBC90-95F5-4E6C-BE3E-4D98EA8483E3}" type="slidenum">
              <a:rPr lang="en-IN" smtClean="0"/>
              <a:pPr/>
              <a:t>21</a:t>
            </a:fld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0FBC90-95F5-4E6C-BE3E-4D98EA8483E3}" type="slidenum">
              <a:rPr lang="en-IN" smtClean="0"/>
              <a:pPr/>
              <a:t>22</a:t>
            </a:fld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0FBC90-95F5-4E6C-BE3E-4D98EA8483E3}" type="slidenum">
              <a:rPr lang="en-IN" smtClean="0"/>
              <a:pPr/>
              <a:t>23</a:t>
            </a:fld>
            <a:endParaRPr lang="en-I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0FBC90-95F5-4E6C-BE3E-4D98EA8483E3}" type="slidenum">
              <a:rPr lang="en-IN" smtClean="0"/>
              <a:pPr/>
              <a:t>24</a:t>
            </a:fld>
            <a:endParaRPr lang="en-I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0FBC90-95F5-4E6C-BE3E-4D98EA8483E3}" type="slidenum">
              <a:rPr lang="en-IN" smtClean="0"/>
              <a:pPr/>
              <a:t>25</a:t>
            </a:fld>
            <a:endParaRPr lang="en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0FBC90-95F5-4E6C-BE3E-4D98EA8483E3}" type="slidenum">
              <a:rPr lang="en-IN" smtClean="0"/>
              <a:pPr/>
              <a:t>26</a:t>
            </a:fld>
            <a:endParaRPr lang="en-I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0FBC90-95F5-4E6C-BE3E-4D98EA8483E3}" type="slidenum">
              <a:rPr lang="en-IN" smtClean="0"/>
              <a:pPr/>
              <a:t>27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FA6DD4-5C7C-4F84-973B-098A924A3F8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2C3D3A-7E63-4333-905D-E8716E045F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59CE02-D863-47B4-81EC-3E2FC7F4C6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FE5CA5-B55F-47FE-B883-0D8DCC783A4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3BB925-148A-45EB-816F-E704785CA1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ACB7DC-F715-4EFF-8A85-F8182CF8D93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1DB937-B13C-4D79-BECC-C98685B442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49A143-C3CB-4A7A-A3A1-0376074DAA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651AD6-D952-4931-91A4-BD0D9E10EB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626FB1-662A-432E-8464-6AA320FC4CF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5EED10-7F2D-4D45-B140-B6A49613F66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shade val="30000"/>
                <a:satMod val="115000"/>
                <a:alpha val="35000"/>
              </a:schemeClr>
            </a:gs>
            <a:gs pos="50000">
              <a:schemeClr val="accent1">
                <a:shade val="67500"/>
                <a:satMod val="115000"/>
              </a:schemeClr>
            </a:gs>
            <a:gs pos="100000">
              <a:schemeClr val="accent1">
                <a:shade val="100000"/>
                <a:satMod val="11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9318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318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319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BA2965F4-ABBD-4923-89E1-D34A6965F0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28600" y="1524000"/>
            <a:ext cx="89154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b="1" dirty="0" err="1" smtClean="0">
                <a:solidFill>
                  <a:srgbClr val="00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VBW-TTSurekh" pitchFamily="2" charset="0"/>
              </a:rPr>
              <a:t>वर्षभर</a:t>
            </a:r>
            <a:r>
              <a:rPr lang="en-US" sz="8800" b="1" dirty="0" smtClean="0">
                <a:solidFill>
                  <a:srgbClr val="00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VBW-TTSurekh" pitchFamily="2" charset="0"/>
              </a:rPr>
              <a:t> </a:t>
            </a:r>
            <a:r>
              <a:rPr lang="en-US" sz="8800" b="1" dirty="0" err="1" smtClean="0">
                <a:solidFill>
                  <a:srgbClr val="00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VBW-TTSurekh" pitchFamily="2" charset="0"/>
              </a:rPr>
              <a:t>हीरवा</a:t>
            </a:r>
            <a:r>
              <a:rPr lang="en-US" sz="8800" b="1" dirty="0" smtClean="0">
                <a:solidFill>
                  <a:srgbClr val="00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VBW-TTSurekh" pitchFamily="2" charset="0"/>
              </a:rPr>
              <a:t> </a:t>
            </a:r>
            <a:r>
              <a:rPr lang="en-US" sz="8800" b="1" dirty="0" err="1" smtClean="0">
                <a:solidFill>
                  <a:srgbClr val="00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VBW-TTSurekh" pitchFamily="2" charset="0"/>
              </a:rPr>
              <a:t>चारा</a:t>
            </a:r>
            <a:r>
              <a:rPr lang="en-US" sz="8800" b="1" dirty="0" smtClean="0">
                <a:solidFill>
                  <a:srgbClr val="00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VBW-TTSurekh" pitchFamily="2" charset="0"/>
              </a:rPr>
              <a:t> </a:t>
            </a:r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0"/>
            <a:ext cx="9144000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 err="1" smtClean="0">
                <a:solidFill>
                  <a:srgbClr val="002E15"/>
                </a:solidFill>
              </a:rPr>
              <a:t>दुभत्या</a:t>
            </a:r>
            <a:r>
              <a:rPr lang="en-IN" sz="4400" b="1" dirty="0" smtClean="0">
                <a:solidFill>
                  <a:srgbClr val="002E15"/>
                </a:solidFill>
              </a:rPr>
              <a:t> </a:t>
            </a:r>
            <a:r>
              <a:rPr lang="en-IN" sz="4400" b="1" dirty="0" err="1" smtClean="0">
                <a:solidFill>
                  <a:srgbClr val="002E15"/>
                </a:solidFill>
              </a:rPr>
              <a:t>जनावराची</a:t>
            </a:r>
            <a:r>
              <a:rPr lang="en-IN" sz="4400" b="1" dirty="0" smtClean="0">
                <a:solidFill>
                  <a:srgbClr val="002E15"/>
                </a:solidFill>
              </a:rPr>
              <a:t> </a:t>
            </a:r>
            <a:r>
              <a:rPr lang="en-IN" sz="4400" b="1" dirty="0" err="1" smtClean="0">
                <a:solidFill>
                  <a:srgbClr val="002E15"/>
                </a:solidFill>
              </a:rPr>
              <a:t>गरज</a:t>
            </a:r>
            <a:endParaRPr lang="en-IN" sz="4400" b="1" dirty="0" smtClean="0">
              <a:solidFill>
                <a:srgbClr val="002E15"/>
              </a:solidFill>
            </a:endParaRPr>
          </a:p>
          <a:p>
            <a:pPr algn="ctr"/>
            <a:r>
              <a:rPr lang="en-IN" sz="4400" b="1" dirty="0" err="1" smtClean="0">
                <a:solidFill>
                  <a:srgbClr val="002E15"/>
                </a:solidFill>
              </a:rPr>
              <a:t>दररोज</a:t>
            </a:r>
            <a:r>
              <a:rPr lang="en-IN" sz="4400" b="1" dirty="0" smtClean="0">
                <a:solidFill>
                  <a:srgbClr val="002E15"/>
                </a:solidFill>
              </a:rPr>
              <a:t> </a:t>
            </a:r>
            <a:r>
              <a:rPr lang="en-IN" sz="4400" b="1" dirty="0" smtClean="0">
                <a:solidFill>
                  <a:srgbClr val="FF3300"/>
                </a:solidFill>
              </a:rPr>
              <a:t>३०</a:t>
            </a:r>
            <a:r>
              <a:rPr lang="en-IN" sz="4400" b="1" dirty="0" smtClean="0">
                <a:solidFill>
                  <a:srgbClr val="002E15"/>
                </a:solidFill>
              </a:rPr>
              <a:t> </a:t>
            </a:r>
            <a:r>
              <a:rPr lang="en-IN" sz="4400" b="1" dirty="0" err="1" smtClean="0">
                <a:solidFill>
                  <a:srgbClr val="002E15"/>
                </a:solidFill>
              </a:rPr>
              <a:t>कीलो</a:t>
            </a:r>
            <a:r>
              <a:rPr lang="en-IN" sz="4400" b="1" dirty="0" smtClean="0">
                <a:solidFill>
                  <a:srgbClr val="002E15"/>
                </a:solidFill>
              </a:rPr>
              <a:t> </a:t>
            </a:r>
            <a:r>
              <a:rPr lang="en-IN" sz="4400" b="1" dirty="0" err="1" smtClean="0">
                <a:solidFill>
                  <a:srgbClr val="00B050"/>
                </a:solidFill>
              </a:rPr>
              <a:t>हीरवा</a:t>
            </a:r>
            <a:r>
              <a:rPr lang="en-IN" sz="4400" b="1" dirty="0" smtClean="0">
                <a:solidFill>
                  <a:srgbClr val="00B050"/>
                </a:solidFill>
              </a:rPr>
              <a:t> </a:t>
            </a:r>
            <a:r>
              <a:rPr lang="en-IN" sz="4400" b="1" dirty="0" err="1" smtClean="0">
                <a:solidFill>
                  <a:srgbClr val="002E15"/>
                </a:solidFill>
              </a:rPr>
              <a:t>चारा</a:t>
            </a:r>
            <a:endParaRPr lang="en-IN" sz="4400" b="1" dirty="0" smtClean="0">
              <a:solidFill>
                <a:srgbClr val="002E15"/>
              </a:solidFill>
            </a:endParaRPr>
          </a:p>
          <a:p>
            <a:endParaRPr lang="en-IN" dirty="0"/>
          </a:p>
        </p:txBody>
      </p:sp>
      <p:sp>
        <p:nvSpPr>
          <p:cNvPr id="4" name="Down Arrow 3"/>
          <p:cNvSpPr/>
          <p:nvPr/>
        </p:nvSpPr>
        <p:spPr>
          <a:xfrm>
            <a:off x="2667000" y="1371600"/>
            <a:ext cx="1371600" cy="1066800"/>
          </a:xfrm>
          <a:prstGeom prst="downArrow">
            <a:avLst/>
          </a:prstGeom>
          <a:solidFill>
            <a:srgbClr val="8BFF8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Down Arrow 5"/>
          <p:cNvSpPr/>
          <p:nvPr/>
        </p:nvSpPr>
        <p:spPr>
          <a:xfrm>
            <a:off x="5562600" y="1295400"/>
            <a:ext cx="1371600" cy="1066800"/>
          </a:xfrm>
          <a:prstGeom prst="downArrow">
            <a:avLst/>
          </a:prstGeom>
          <a:solidFill>
            <a:srgbClr val="8BFF8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2" descr="H:\history\fodder_catlog\Teosint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64683" y="3139795"/>
            <a:ext cx="3226317" cy="3489605"/>
          </a:xfrm>
          <a:prstGeom prst="rect">
            <a:avLst/>
          </a:prstGeom>
          <a:noFill/>
        </p:spPr>
      </p:pic>
      <p:sp>
        <p:nvSpPr>
          <p:cNvPr id="8" name="Cross 7"/>
          <p:cNvSpPr/>
          <p:nvPr/>
        </p:nvSpPr>
        <p:spPr>
          <a:xfrm>
            <a:off x="4267200" y="3352800"/>
            <a:ext cx="457200" cy="457200"/>
          </a:xfrm>
          <a:prstGeom prst="plus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3" descr="H:\history\fodder_catlog\Lucerne02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05400" y="3142816"/>
            <a:ext cx="3352800" cy="3557589"/>
          </a:xfrm>
          <a:prstGeom prst="rect">
            <a:avLst/>
          </a:prstGeom>
          <a:noFill/>
        </p:spPr>
      </p:pic>
      <p:sp>
        <p:nvSpPr>
          <p:cNvPr id="10" name="TextBox 9"/>
          <p:cNvSpPr txBox="1"/>
          <p:nvPr/>
        </p:nvSpPr>
        <p:spPr>
          <a:xfrm>
            <a:off x="4953000" y="2133600"/>
            <a:ext cx="3886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 smtClean="0">
                <a:solidFill>
                  <a:srgbClr val="FFFF00"/>
                </a:solidFill>
              </a:rPr>
              <a:t>६ </a:t>
            </a:r>
            <a:r>
              <a:rPr lang="en-IN" sz="3200" b="1" dirty="0" err="1" smtClean="0">
                <a:solidFill>
                  <a:srgbClr val="FFFF00"/>
                </a:solidFill>
              </a:rPr>
              <a:t>कीलो</a:t>
            </a:r>
            <a:endParaRPr lang="en-IN" sz="3200" b="1" dirty="0" smtClean="0">
              <a:solidFill>
                <a:srgbClr val="FFFF00"/>
              </a:solidFill>
            </a:endParaRPr>
          </a:p>
          <a:p>
            <a:pPr algn="ctr"/>
            <a:r>
              <a:rPr lang="en-IN" sz="3200" b="1" dirty="0" err="1" smtClean="0">
                <a:solidFill>
                  <a:srgbClr val="FFFF00"/>
                </a:solidFill>
              </a:rPr>
              <a:t>व्दीदल</a:t>
            </a:r>
            <a:r>
              <a:rPr lang="en-IN" sz="3200" b="1" dirty="0" smtClean="0">
                <a:solidFill>
                  <a:srgbClr val="FFFF00"/>
                </a:solidFill>
              </a:rPr>
              <a:t> /</a:t>
            </a:r>
            <a:r>
              <a:rPr lang="en-IN" sz="3200" b="1" dirty="0" err="1" smtClean="0">
                <a:solidFill>
                  <a:srgbClr val="FFFF00"/>
                </a:solidFill>
              </a:rPr>
              <a:t>डाळवर्गीय</a:t>
            </a:r>
            <a:r>
              <a:rPr lang="en-IN" sz="3200" b="1" dirty="0" smtClean="0">
                <a:solidFill>
                  <a:srgbClr val="FFFF00"/>
                </a:solidFill>
              </a:rPr>
              <a:t> </a:t>
            </a:r>
            <a:r>
              <a:rPr lang="en-IN" sz="3200" b="1" dirty="0" err="1" smtClean="0">
                <a:solidFill>
                  <a:srgbClr val="FFFF00"/>
                </a:solidFill>
              </a:rPr>
              <a:t>चारा</a:t>
            </a:r>
            <a:endParaRPr lang="en-IN" sz="3200" b="1" dirty="0">
              <a:solidFill>
                <a:srgbClr val="FFFF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2286000"/>
            <a:ext cx="4800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 smtClean="0">
                <a:solidFill>
                  <a:srgbClr val="008000"/>
                </a:solidFill>
              </a:rPr>
              <a:t>२४ </a:t>
            </a:r>
            <a:r>
              <a:rPr lang="en-IN" sz="2800" b="1" dirty="0" err="1" smtClean="0">
                <a:solidFill>
                  <a:srgbClr val="008000"/>
                </a:solidFill>
              </a:rPr>
              <a:t>कीलो</a:t>
            </a:r>
            <a:r>
              <a:rPr lang="en-IN" sz="2800" b="1" dirty="0" smtClean="0">
                <a:solidFill>
                  <a:srgbClr val="008000"/>
                </a:solidFill>
              </a:rPr>
              <a:t> </a:t>
            </a:r>
            <a:r>
              <a:rPr lang="en-IN" sz="2800" b="1" dirty="0" err="1" smtClean="0">
                <a:solidFill>
                  <a:srgbClr val="008000"/>
                </a:solidFill>
              </a:rPr>
              <a:t>एकदल</a:t>
            </a:r>
            <a:r>
              <a:rPr lang="en-IN" sz="2800" b="1" dirty="0" smtClean="0">
                <a:solidFill>
                  <a:srgbClr val="008000"/>
                </a:solidFill>
              </a:rPr>
              <a:t>/ </a:t>
            </a:r>
            <a:r>
              <a:rPr lang="en-IN" sz="2800" b="1" dirty="0" err="1" smtClean="0">
                <a:solidFill>
                  <a:srgbClr val="008000"/>
                </a:solidFill>
              </a:rPr>
              <a:t>धान्यवर्गीय</a:t>
            </a:r>
            <a:r>
              <a:rPr lang="en-IN" sz="2800" b="1" dirty="0" smtClean="0">
                <a:solidFill>
                  <a:srgbClr val="008000"/>
                </a:solidFill>
              </a:rPr>
              <a:t> </a:t>
            </a:r>
            <a:r>
              <a:rPr lang="en-IN" sz="2800" b="1" dirty="0" err="1" smtClean="0">
                <a:solidFill>
                  <a:srgbClr val="008000"/>
                </a:solidFill>
              </a:rPr>
              <a:t>चारा</a:t>
            </a:r>
            <a:endParaRPr lang="en-IN" sz="2800" b="1" dirty="0">
              <a:solidFill>
                <a:srgbClr val="008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own Arrow 3"/>
          <p:cNvSpPr/>
          <p:nvPr/>
        </p:nvSpPr>
        <p:spPr>
          <a:xfrm>
            <a:off x="1066800" y="3962400"/>
            <a:ext cx="1371600" cy="1066800"/>
          </a:xfrm>
          <a:prstGeom prst="downArrow">
            <a:avLst/>
          </a:prstGeom>
          <a:solidFill>
            <a:srgbClr val="8BFF8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Down Arrow 5"/>
          <p:cNvSpPr/>
          <p:nvPr/>
        </p:nvSpPr>
        <p:spPr>
          <a:xfrm>
            <a:off x="6705600" y="4114800"/>
            <a:ext cx="1371600" cy="1066800"/>
          </a:xfrm>
          <a:prstGeom prst="downArrow">
            <a:avLst/>
          </a:prstGeom>
          <a:solidFill>
            <a:srgbClr val="8BFF8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3010" name="Picture 2" descr="H:\history\fodder_catlog\Teosint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609600"/>
            <a:ext cx="3048000" cy="3296736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0" y="0"/>
            <a:ext cx="4800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 err="1" smtClean="0">
                <a:solidFill>
                  <a:srgbClr val="008000"/>
                </a:solidFill>
              </a:rPr>
              <a:t>एकदल</a:t>
            </a:r>
            <a:r>
              <a:rPr lang="en-IN" sz="3600" b="1" dirty="0" smtClean="0">
                <a:solidFill>
                  <a:srgbClr val="008000"/>
                </a:solidFill>
              </a:rPr>
              <a:t>/ </a:t>
            </a:r>
            <a:r>
              <a:rPr lang="en-IN" sz="3600" b="1" dirty="0" err="1" smtClean="0">
                <a:solidFill>
                  <a:srgbClr val="008000"/>
                </a:solidFill>
              </a:rPr>
              <a:t>धान्यवर्गीय</a:t>
            </a:r>
            <a:r>
              <a:rPr lang="en-IN" sz="3600" b="1" dirty="0" smtClean="0">
                <a:solidFill>
                  <a:srgbClr val="008000"/>
                </a:solidFill>
              </a:rPr>
              <a:t> </a:t>
            </a:r>
            <a:r>
              <a:rPr lang="en-IN" sz="3600" b="1" dirty="0" err="1" smtClean="0">
                <a:solidFill>
                  <a:srgbClr val="008000"/>
                </a:solidFill>
              </a:rPr>
              <a:t>चारा</a:t>
            </a:r>
            <a:endParaRPr lang="en-IN" sz="3600" b="1" dirty="0">
              <a:solidFill>
                <a:srgbClr val="00B050"/>
              </a:solidFill>
            </a:endParaRPr>
          </a:p>
        </p:txBody>
      </p:sp>
      <p:sp>
        <p:nvSpPr>
          <p:cNvPr id="8" name="Cross 7"/>
          <p:cNvSpPr/>
          <p:nvPr/>
        </p:nvSpPr>
        <p:spPr>
          <a:xfrm>
            <a:off x="3733800" y="1828800"/>
            <a:ext cx="1524000" cy="1524000"/>
          </a:xfrm>
          <a:prstGeom prst="plus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3011" name="Picture 3" descr="H:\history\fodder_catlog\Lucerne02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38800" y="609600"/>
            <a:ext cx="3200400" cy="3395880"/>
          </a:xfrm>
          <a:prstGeom prst="rect">
            <a:avLst/>
          </a:prstGeom>
          <a:noFill/>
        </p:spPr>
      </p:pic>
      <p:sp>
        <p:nvSpPr>
          <p:cNvPr id="10" name="TextBox 9"/>
          <p:cNvSpPr txBox="1"/>
          <p:nvPr/>
        </p:nvSpPr>
        <p:spPr>
          <a:xfrm>
            <a:off x="4800600" y="0"/>
            <a:ext cx="434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 err="1" smtClean="0">
                <a:solidFill>
                  <a:srgbClr val="FFFF00"/>
                </a:solidFill>
              </a:rPr>
              <a:t>व्दीदल</a:t>
            </a:r>
            <a:r>
              <a:rPr lang="en-IN" sz="3600" b="1" dirty="0" smtClean="0">
                <a:solidFill>
                  <a:srgbClr val="FFFF00"/>
                </a:solidFill>
              </a:rPr>
              <a:t> /</a:t>
            </a:r>
            <a:r>
              <a:rPr lang="en-IN" sz="3600" b="1" dirty="0" err="1" smtClean="0">
                <a:solidFill>
                  <a:srgbClr val="FFFF00"/>
                </a:solidFill>
              </a:rPr>
              <a:t>डाळवर्गीय</a:t>
            </a:r>
            <a:r>
              <a:rPr lang="en-IN" sz="3600" b="1" dirty="0" smtClean="0">
                <a:solidFill>
                  <a:srgbClr val="FFFF00"/>
                </a:solidFill>
              </a:rPr>
              <a:t> </a:t>
            </a:r>
            <a:r>
              <a:rPr lang="en-IN" sz="3600" b="1" dirty="0" err="1" smtClean="0">
                <a:solidFill>
                  <a:srgbClr val="FFFF00"/>
                </a:solidFill>
              </a:rPr>
              <a:t>चारा</a:t>
            </a:r>
            <a:endParaRPr lang="en-IN" sz="3600" b="1" dirty="0">
              <a:solidFill>
                <a:srgbClr val="FFFF00"/>
              </a:solidFill>
            </a:endParaRPr>
          </a:p>
        </p:txBody>
      </p:sp>
      <p:sp>
        <p:nvSpPr>
          <p:cNvPr id="11" name="Explosion 2 10"/>
          <p:cNvSpPr/>
          <p:nvPr/>
        </p:nvSpPr>
        <p:spPr>
          <a:xfrm>
            <a:off x="685800" y="4800600"/>
            <a:ext cx="2133600" cy="2057400"/>
          </a:xfrm>
          <a:prstGeom prst="irregularSeal2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 err="1" smtClean="0">
                <a:solidFill>
                  <a:schemeClr val="bg1"/>
                </a:solidFill>
              </a:rPr>
              <a:t>उर्जा</a:t>
            </a:r>
            <a:endParaRPr lang="en-IN" sz="2800" b="1" dirty="0">
              <a:solidFill>
                <a:schemeClr val="bg1"/>
              </a:solidFill>
            </a:endParaRPr>
          </a:p>
        </p:txBody>
      </p:sp>
      <p:sp>
        <p:nvSpPr>
          <p:cNvPr id="12" name="Curved Up Ribbon 11"/>
          <p:cNvSpPr/>
          <p:nvPr/>
        </p:nvSpPr>
        <p:spPr>
          <a:xfrm>
            <a:off x="6248400" y="5181600"/>
            <a:ext cx="2438400" cy="1676400"/>
          </a:xfrm>
          <a:prstGeom prst="ellipseRibbon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 err="1" smtClean="0">
                <a:solidFill>
                  <a:srgbClr val="A8A400"/>
                </a:solidFill>
              </a:rPr>
              <a:t>प्रथीने</a:t>
            </a:r>
            <a:endParaRPr lang="en-IN" sz="3200" b="1" dirty="0">
              <a:solidFill>
                <a:srgbClr val="A8A4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own Arrow 3"/>
          <p:cNvSpPr/>
          <p:nvPr/>
        </p:nvSpPr>
        <p:spPr>
          <a:xfrm rot="1583438">
            <a:off x="2590800" y="232379"/>
            <a:ext cx="1143000" cy="1139221"/>
          </a:xfrm>
          <a:prstGeom prst="downArrow">
            <a:avLst/>
          </a:prstGeom>
          <a:solidFill>
            <a:srgbClr val="8BFF8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Down Arrow 5"/>
          <p:cNvSpPr/>
          <p:nvPr/>
        </p:nvSpPr>
        <p:spPr>
          <a:xfrm rot="19582733">
            <a:off x="4876800" y="232379"/>
            <a:ext cx="1219200" cy="1139221"/>
          </a:xfrm>
          <a:prstGeom prst="downArrow">
            <a:avLst/>
          </a:prstGeom>
          <a:solidFill>
            <a:srgbClr val="8BFF8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Explosion 2 10"/>
          <p:cNvSpPr/>
          <p:nvPr/>
        </p:nvSpPr>
        <p:spPr>
          <a:xfrm>
            <a:off x="228600" y="1295400"/>
            <a:ext cx="3276600" cy="2362200"/>
          </a:xfrm>
          <a:prstGeom prst="irregularSeal2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5400" b="1" dirty="0" err="1" smtClean="0">
                <a:solidFill>
                  <a:schemeClr val="bg1"/>
                </a:solidFill>
              </a:rPr>
              <a:t>उर्जा</a:t>
            </a:r>
            <a:endParaRPr lang="en-IN" sz="5400" b="1" dirty="0">
              <a:solidFill>
                <a:schemeClr val="bg1"/>
              </a:solidFill>
            </a:endParaRPr>
          </a:p>
        </p:txBody>
      </p:sp>
      <p:sp>
        <p:nvSpPr>
          <p:cNvPr id="12" name="Curved Up Ribbon 11"/>
          <p:cNvSpPr/>
          <p:nvPr/>
        </p:nvSpPr>
        <p:spPr>
          <a:xfrm>
            <a:off x="4953000" y="1295400"/>
            <a:ext cx="3657600" cy="1828800"/>
          </a:xfrm>
          <a:prstGeom prst="ellipseRibbon2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800" b="1" dirty="0" err="1" smtClean="0">
                <a:solidFill>
                  <a:srgbClr val="FFFF00"/>
                </a:solidFill>
              </a:rPr>
              <a:t>प्रथीने</a:t>
            </a:r>
            <a:endParaRPr lang="en-IN" sz="4800" b="1" dirty="0">
              <a:solidFill>
                <a:srgbClr val="FFFF00"/>
              </a:solidFill>
            </a:endParaRPr>
          </a:p>
        </p:txBody>
      </p:sp>
      <p:sp>
        <p:nvSpPr>
          <p:cNvPr id="19" name="Down Arrow 18"/>
          <p:cNvSpPr/>
          <p:nvPr/>
        </p:nvSpPr>
        <p:spPr>
          <a:xfrm>
            <a:off x="1143000" y="3352800"/>
            <a:ext cx="1143000" cy="136376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Down Arrow 19"/>
          <p:cNvSpPr/>
          <p:nvPr/>
        </p:nvSpPr>
        <p:spPr>
          <a:xfrm>
            <a:off x="6324600" y="3237854"/>
            <a:ext cx="1066800" cy="133414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4034" name="Picture 2" descr="C:\Users\BRC\Desktop\milk-bucket-very-high-resolution-d-rendering-pouring-46230078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99784" y="3355789"/>
            <a:ext cx="3548616" cy="3502211"/>
          </a:xfrm>
          <a:prstGeom prst="rect">
            <a:avLst/>
          </a:prstGeom>
          <a:noFill/>
        </p:spPr>
      </p:pic>
      <p:sp>
        <p:nvSpPr>
          <p:cNvPr id="17" name="Pentagon 16"/>
          <p:cNvSpPr/>
          <p:nvPr/>
        </p:nvSpPr>
        <p:spPr>
          <a:xfrm>
            <a:off x="381000" y="4953000"/>
            <a:ext cx="3124200" cy="1018032"/>
          </a:xfrm>
          <a:prstGeom prst="homePlat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 err="1" smtClean="0">
                <a:solidFill>
                  <a:schemeClr val="tx1"/>
                </a:solidFill>
              </a:rPr>
              <a:t>फॅट</a:t>
            </a:r>
            <a:endParaRPr lang="en-IN" sz="4400" b="1" dirty="0"/>
          </a:p>
        </p:txBody>
      </p:sp>
      <p:sp>
        <p:nvSpPr>
          <p:cNvPr id="23" name="Pentagon 22"/>
          <p:cNvSpPr/>
          <p:nvPr/>
        </p:nvSpPr>
        <p:spPr>
          <a:xfrm>
            <a:off x="5791200" y="4953000"/>
            <a:ext cx="3352800" cy="1018032"/>
          </a:xfrm>
          <a:prstGeom prst="homePlate">
            <a:avLst/>
          </a:prstGeom>
          <a:solidFill>
            <a:schemeClr val="bg1"/>
          </a:solidFill>
          <a:scene3d>
            <a:camera prst="orthographicFront">
              <a:rot lat="0" lon="0" rev="10799999"/>
            </a:camera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flatTx/>
          </a:bodyPr>
          <a:lstStyle/>
          <a:p>
            <a:pPr algn="ctr"/>
            <a:r>
              <a:rPr lang="en-IN" sz="4400" b="1" dirty="0" err="1" smtClean="0">
                <a:solidFill>
                  <a:schemeClr val="tx1"/>
                </a:solidFill>
              </a:rPr>
              <a:t>एस.एन.एफ</a:t>
            </a:r>
            <a:r>
              <a:rPr lang="en-IN" sz="4400" b="1" dirty="0" smtClean="0">
                <a:solidFill>
                  <a:schemeClr val="tx1"/>
                </a:solidFill>
              </a:rPr>
              <a:t>.</a:t>
            </a:r>
            <a:endParaRPr lang="en-IN" sz="4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8600" y="1"/>
            <a:ext cx="891540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err="1" smtClean="0">
                <a:solidFill>
                  <a:srgbClr val="1F12C4"/>
                </a:solidFill>
                <a:latin typeface="DVBW-TTSurekh" pitchFamily="2" charset="0"/>
              </a:rPr>
              <a:t>वर्षभर</a:t>
            </a:r>
            <a:r>
              <a:rPr lang="en-US" sz="4000" b="1" dirty="0" smtClean="0">
                <a:solidFill>
                  <a:srgbClr val="1F12C4"/>
                </a:solidFill>
                <a:latin typeface="DVBW-TTSurekh" pitchFamily="2" charset="0"/>
              </a:rPr>
              <a:t> </a:t>
            </a:r>
            <a:r>
              <a:rPr lang="en-US" sz="4000" b="1" dirty="0" err="1" smtClean="0">
                <a:solidFill>
                  <a:srgbClr val="1F12C4"/>
                </a:solidFill>
                <a:latin typeface="DVBW-TTSurekh" pitchFamily="2" charset="0"/>
              </a:rPr>
              <a:t>हीरवा</a:t>
            </a:r>
            <a:r>
              <a:rPr lang="en-US" sz="4000" b="1" dirty="0" smtClean="0">
                <a:solidFill>
                  <a:srgbClr val="1F12C4"/>
                </a:solidFill>
                <a:latin typeface="DVBW-TTSurekh" pitchFamily="2" charset="0"/>
              </a:rPr>
              <a:t> </a:t>
            </a:r>
            <a:r>
              <a:rPr lang="en-US" sz="4000" b="1" dirty="0" err="1" smtClean="0">
                <a:solidFill>
                  <a:srgbClr val="1F12C4"/>
                </a:solidFill>
                <a:latin typeface="DVBW-TTSurekh" pitchFamily="2" charset="0"/>
              </a:rPr>
              <a:t>चारा</a:t>
            </a:r>
            <a:r>
              <a:rPr lang="en-US" sz="4000" b="1" dirty="0" smtClean="0">
                <a:solidFill>
                  <a:srgbClr val="1F12C4"/>
                </a:solidFill>
                <a:latin typeface="DVBW-TTSurekh" pitchFamily="2" charset="0"/>
              </a:rPr>
              <a:t> </a:t>
            </a:r>
            <a:r>
              <a:rPr lang="en-US" sz="4000" b="1" dirty="0" err="1" smtClean="0">
                <a:solidFill>
                  <a:srgbClr val="1F12C4"/>
                </a:solidFill>
                <a:latin typeface="DVBW-TTSurekh" pitchFamily="2" charset="0"/>
              </a:rPr>
              <a:t>मीळवण्याकरीता</a:t>
            </a:r>
            <a:r>
              <a:rPr lang="en-US" sz="4000" b="1" dirty="0" smtClean="0">
                <a:solidFill>
                  <a:srgbClr val="1F12C4"/>
                </a:solidFill>
                <a:latin typeface="DVBW-TTSurekh" pitchFamily="2" charset="0"/>
              </a:rPr>
              <a:t>  </a:t>
            </a:r>
            <a:r>
              <a:rPr lang="en-US" sz="4000" b="1" dirty="0" err="1" smtClean="0">
                <a:solidFill>
                  <a:srgbClr val="1F12C4"/>
                </a:solidFill>
                <a:latin typeface="DVBW-TTSurekh" pitchFamily="2" charset="0"/>
              </a:rPr>
              <a:t>पिकपध्दती</a:t>
            </a:r>
            <a:r>
              <a:rPr lang="en-US" sz="4000" b="1" dirty="0" smtClean="0">
                <a:solidFill>
                  <a:srgbClr val="1F12C4"/>
                </a:solidFill>
                <a:latin typeface="DVBW-TTSurekh" pitchFamily="2" charset="0"/>
              </a:rPr>
              <a:t> -</a:t>
            </a:r>
            <a:r>
              <a:rPr lang="en-US" sz="4000" b="1" dirty="0" err="1" smtClean="0">
                <a:solidFill>
                  <a:srgbClr val="1F12C4"/>
                </a:solidFill>
                <a:latin typeface="DVBW-TTSurekh" pitchFamily="2" charset="0"/>
              </a:rPr>
              <a:t>बहुवार्षीक</a:t>
            </a:r>
            <a:endParaRPr lang="en-US" sz="4000" b="1" dirty="0" smtClean="0">
              <a:solidFill>
                <a:srgbClr val="1F12C4"/>
              </a:solidFill>
              <a:latin typeface="DVBW-TTSurekh" pitchFamily="2" charset="0"/>
            </a:endParaRPr>
          </a:p>
          <a:p>
            <a:endParaRPr lang="en-IN" dirty="0"/>
          </a:p>
        </p:txBody>
      </p:sp>
      <p:pic>
        <p:nvPicPr>
          <p:cNvPr id="45059" name="Picture 3" descr="C:\Users\BRC\Desktop\Picture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371600"/>
            <a:ext cx="9144000" cy="5345508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0" y="1371600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 err="1" smtClean="0">
                <a:solidFill>
                  <a:srgbClr val="002060"/>
                </a:solidFill>
              </a:rPr>
              <a:t>हायब्रीड</a:t>
            </a:r>
            <a:r>
              <a:rPr lang="en-IN" sz="4000" b="1" dirty="0" smtClean="0">
                <a:solidFill>
                  <a:srgbClr val="002060"/>
                </a:solidFill>
              </a:rPr>
              <a:t> </a:t>
            </a:r>
            <a:r>
              <a:rPr lang="en-IN" sz="4000" b="1" dirty="0" err="1" smtClean="0">
                <a:solidFill>
                  <a:srgbClr val="002060"/>
                </a:solidFill>
              </a:rPr>
              <a:t>नेपीयर</a:t>
            </a:r>
            <a:r>
              <a:rPr lang="en-IN" sz="4000" b="1" dirty="0" smtClean="0">
                <a:solidFill>
                  <a:srgbClr val="002060"/>
                </a:solidFill>
              </a:rPr>
              <a:t> + </a:t>
            </a:r>
            <a:r>
              <a:rPr lang="en-IN" sz="4000" b="1" dirty="0" err="1" smtClean="0">
                <a:solidFill>
                  <a:srgbClr val="002060"/>
                </a:solidFill>
              </a:rPr>
              <a:t>चारा</a:t>
            </a:r>
            <a:r>
              <a:rPr lang="en-IN" sz="4000" b="1" dirty="0" smtClean="0">
                <a:solidFill>
                  <a:srgbClr val="002060"/>
                </a:solidFill>
              </a:rPr>
              <a:t> </a:t>
            </a:r>
            <a:r>
              <a:rPr lang="en-IN" sz="4000" b="1" dirty="0" err="1" smtClean="0">
                <a:solidFill>
                  <a:srgbClr val="002060"/>
                </a:solidFill>
              </a:rPr>
              <a:t>चवळी</a:t>
            </a:r>
            <a:r>
              <a:rPr lang="en-IN" sz="4000" b="1" dirty="0" smtClean="0">
                <a:solidFill>
                  <a:srgbClr val="002060"/>
                </a:solidFill>
              </a:rPr>
              <a:t> +   </a:t>
            </a:r>
            <a:r>
              <a:rPr lang="en-IN" sz="4000" b="1" dirty="0" err="1" smtClean="0">
                <a:solidFill>
                  <a:srgbClr val="002060"/>
                </a:solidFill>
              </a:rPr>
              <a:t>लसुण</a:t>
            </a:r>
            <a:r>
              <a:rPr lang="en-IN" sz="4000" b="1" dirty="0" smtClean="0">
                <a:solidFill>
                  <a:srgbClr val="002060"/>
                </a:solidFill>
              </a:rPr>
              <a:t> </a:t>
            </a:r>
            <a:r>
              <a:rPr lang="en-IN" sz="4000" b="1" dirty="0" err="1" smtClean="0">
                <a:solidFill>
                  <a:srgbClr val="002060"/>
                </a:solidFill>
              </a:rPr>
              <a:t>गवत</a:t>
            </a:r>
            <a:endParaRPr lang="en-IN" sz="4000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3" name="Picture 3" descr="C:\Users\BRC\Desktop\Picture2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219200"/>
            <a:ext cx="9144000" cy="5562600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0" y="533400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 err="1" smtClean="0">
                <a:solidFill>
                  <a:srgbClr val="002060"/>
                </a:solidFill>
              </a:rPr>
              <a:t>मका</a:t>
            </a:r>
            <a:r>
              <a:rPr lang="en-IN" sz="4000" b="1" dirty="0" smtClean="0">
                <a:solidFill>
                  <a:srgbClr val="002060"/>
                </a:solidFill>
              </a:rPr>
              <a:t>/</a:t>
            </a:r>
            <a:r>
              <a:rPr lang="en-IN" sz="4000" b="1" dirty="0" err="1" smtClean="0">
                <a:solidFill>
                  <a:srgbClr val="002060"/>
                </a:solidFill>
              </a:rPr>
              <a:t>ज्वारी</a:t>
            </a:r>
            <a:r>
              <a:rPr lang="en-IN" sz="4000" b="1" dirty="0" smtClean="0">
                <a:solidFill>
                  <a:srgbClr val="002060"/>
                </a:solidFill>
              </a:rPr>
              <a:t>/</a:t>
            </a:r>
            <a:r>
              <a:rPr lang="en-IN" sz="4000" b="1" dirty="0" err="1" smtClean="0">
                <a:solidFill>
                  <a:srgbClr val="002060"/>
                </a:solidFill>
              </a:rPr>
              <a:t>बाजरी</a:t>
            </a:r>
            <a:r>
              <a:rPr lang="en-IN" sz="4000" b="1" dirty="0" smtClean="0">
                <a:solidFill>
                  <a:srgbClr val="002060"/>
                </a:solidFill>
              </a:rPr>
              <a:t>+ </a:t>
            </a:r>
            <a:r>
              <a:rPr lang="en-IN" sz="4000" b="1" dirty="0" err="1" smtClean="0">
                <a:solidFill>
                  <a:srgbClr val="002060"/>
                </a:solidFill>
              </a:rPr>
              <a:t>चारा</a:t>
            </a:r>
            <a:r>
              <a:rPr lang="en-IN" sz="4000" b="1" dirty="0" smtClean="0">
                <a:solidFill>
                  <a:srgbClr val="002060"/>
                </a:solidFill>
              </a:rPr>
              <a:t> </a:t>
            </a:r>
            <a:r>
              <a:rPr lang="en-IN" sz="4000" b="1" dirty="0" err="1" smtClean="0">
                <a:solidFill>
                  <a:srgbClr val="002060"/>
                </a:solidFill>
              </a:rPr>
              <a:t>चवळी</a:t>
            </a:r>
            <a:r>
              <a:rPr lang="en-IN" sz="4000" b="1" dirty="0" smtClean="0">
                <a:solidFill>
                  <a:srgbClr val="002060"/>
                </a:solidFill>
              </a:rPr>
              <a:t>+ </a:t>
            </a:r>
            <a:r>
              <a:rPr lang="en-IN" sz="4000" b="1" dirty="0" err="1" smtClean="0">
                <a:solidFill>
                  <a:srgbClr val="002060"/>
                </a:solidFill>
              </a:rPr>
              <a:t>लसुण</a:t>
            </a:r>
            <a:r>
              <a:rPr lang="en-IN" sz="4000" b="1" dirty="0" smtClean="0">
                <a:solidFill>
                  <a:srgbClr val="002060"/>
                </a:solidFill>
              </a:rPr>
              <a:t> </a:t>
            </a:r>
            <a:r>
              <a:rPr lang="en-IN" sz="4000" b="1" dirty="0" err="1" smtClean="0">
                <a:solidFill>
                  <a:srgbClr val="002060"/>
                </a:solidFill>
              </a:rPr>
              <a:t>गवत</a:t>
            </a:r>
            <a:endParaRPr lang="en-IN" sz="4000" b="1" dirty="0">
              <a:solidFill>
                <a:srgbClr val="00206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429000" y="0"/>
            <a:ext cx="25146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1F12C4"/>
                </a:solidFill>
                <a:latin typeface="DVBW-TTSurekh" pitchFamily="2" charset="0"/>
              </a:rPr>
              <a:t>-</a:t>
            </a:r>
            <a:r>
              <a:rPr lang="en-US" sz="4400" b="1" dirty="0" err="1" smtClean="0">
                <a:solidFill>
                  <a:srgbClr val="002060"/>
                </a:solidFill>
                <a:latin typeface="DVBW-TTSurekh" pitchFamily="2" charset="0"/>
              </a:rPr>
              <a:t>वार्षीक</a:t>
            </a:r>
            <a:endParaRPr lang="en-IN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28600" y="1"/>
            <a:ext cx="891540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>
                <a:solidFill>
                  <a:srgbClr val="002060"/>
                </a:solidFill>
                <a:latin typeface="DVBW-TTSurekh" pitchFamily="2" charset="0"/>
              </a:rPr>
              <a:t>10</a:t>
            </a:r>
            <a:r>
              <a:rPr lang="en-US" sz="3200" b="1" dirty="0" smtClean="0">
                <a:solidFill>
                  <a:srgbClr val="002060"/>
                </a:solidFill>
                <a:latin typeface="DVBW-TTSurekh" pitchFamily="2" charset="0"/>
              </a:rPr>
              <a:t> </a:t>
            </a:r>
            <a:r>
              <a:rPr lang="en-US" sz="3200" b="1" dirty="0" err="1" smtClean="0">
                <a:solidFill>
                  <a:srgbClr val="002060"/>
                </a:solidFill>
                <a:latin typeface="DVBW-TTSurekh" pitchFamily="2" charset="0"/>
              </a:rPr>
              <a:t>दुधाळ</a:t>
            </a:r>
            <a:r>
              <a:rPr lang="en-US" sz="3200" b="1" dirty="0" smtClean="0">
                <a:solidFill>
                  <a:srgbClr val="002060"/>
                </a:solidFill>
                <a:latin typeface="DVBW-TTSurekh" pitchFamily="2" charset="0"/>
              </a:rPr>
              <a:t>  </a:t>
            </a:r>
            <a:r>
              <a:rPr lang="en-US" sz="3200" b="1" dirty="0" err="1" smtClean="0">
                <a:solidFill>
                  <a:srgbClr val="002060"/>
                </a:solidFill>
                <a:latin typeface="DVBW-TTSurekh" pitchFamily="2" charset="0"/>
              </a:rPr>
              <a:t>जनावरांकरीता</a:t>
            </a:r>
            <a:r>
              <a:rPr lang="en-US" sz="3200" b="1" dirty="0" smtClean="0">
                <a:solidFill>
                  <a:srgbClr val="002060"/>
                </a:solidFill>
                <a:latin typeface="DVBW-TTSurekh" pitchFamily="2" charset="0"/>
              </a:rPr>
              <a:t> </a:t>
            </a:r>
            <a:r>
              <a:rPr lang="en-US" sz="3200" b="1" dirty="0" err="1" smtClean="0">
                <a:solidFill>
                  <a:srgbClr val="002060"/>
                </a:solidFill>
                <a:latin typeface="DVBW-TTSurekh" pitchFamily="2" charset="0"/>
              </a:rPr>
              <a:t>वर्ष</a:t>
            </a:r>
            <a:r>
              <a:rPr lang="en-US" sz="3200" b="1" dirty="0" smtClean="0">
                <a:solidFill>
                  <a:srgbClr val="002060"/>
                </a:solidFill>
                <a:latin typeface="DVBW-TTSurekh" pitchFamily="2" charset="0"/>
              </a:rPr>
              <a:t> </a:t>
            </a:r>
            <a:r>
              <a:rPr lang="en-US" sz="3200" b="1" dirty="0" err="1" smtClean="0">
                <a:solidFill>
                  <a:srgbClr val="002060"/>
                </a:solidFill>
                <a:latin typeface="DVBW-TTSurekh" pitchFamily="2" charset="0"/>
              </a:rPr>
              <a:t>भर</a:t>
            </a:r>
            <a:r>
              <a:rPr lang="en-US" sz="3200" b="1" dirty="0" smtClean="0">
                <a:solidFill>
                  <a:srgbClr val="002060"/>
                </a:solidFill>
                <a:latin typeface="DVBW-TTSurekh" pitchFamily="2" charset="0"/>
              </a:rPr>
              <a:t> </a:t>
            </a:r>
            <a:r>
              <a:rPr lang="en-US" sz="3200" b="1" dirty="0" err="1" smtClean="0">
                <a:solidFill>
                  <a:srgbClr val="002060"/>
                </a:solidFill>
                <a:latin typeface="DVBW-TTSurekh" pitchFamily="2" charset="0"/>
              </a:rPr>
              <a:t>हिरवा</a:t>
            </a:r>
            <a:r>
              <a:rPr lang="en-US" sz="3200" b="1" dirty="0" smtClean="0">
                <a:solidFill>
                  <a:srgbClr val="002060"/>
                </a:solidFill>
                <a:latin typeface="DVBW-TTSurekh" pitchFamily="2" charset="0"/>
              </a:rPr>
              <a:t> </a:t>
            </a:r>
            <a:r>
              <a:rPr lang="en-US" sz="3200" b="1" dirty="0" err="1" smtClean="0">
                <a:solidFill>
                  <a:srgbClr val="002060"/>
                </a:solidFill>
                <a:latin typeface="DVBW-TTSurekh" pitchFamily="2" charset="0"/>
              </a:rPr>
              <a:t>चारा</a:t>
            </a:r>
            <a:r>
              <a:rPr lang="en-US" sz="3200" b="1" dirty="0" smtClean="0">
                <a:solidFill>
                  <a:srgbClr val="002060"/>
                </a:solidFill>
                <a:latin typeface="DVBW-TTSurekh" pitchFamily="2" charset="0"/>
              </a:rPr>
              <a:t> </a:t>
            </a:r>
            <a:r>
              <a:rPr lang="en-US" sz="3200" b="1" dirty="0" err="1" smtClean="0">
                <a:solidFill>
                  <a:srgbClr val="002060"/>
                </a:solidFill>
                <a:latin typeface="DVBW-TTSurekh" pitchFamily="2" charset="0"/>
              </a:rPr>
              <a:t>मिळवण्याकरीता</a:t>
            </a:r>
            <a:r>
              <a:rPr lang="en-US" sz="3200" b="1" dirty="0" smtClean="0">
                <a:solidFill>
                  <a:srgbClr val="002060"/>
                </a:solidFill>
                <a:latin typeface="DVBW-TTSurekh" pitchFamily="2" charset="0"/>
              </a:rPr>
              <a:t> </a:t>
            </a:r>
            <a:r>
              <a:rPr lang="en-US" sz="3200" b="1" dirty="0" err="1" smtClean="0">
                <a:solidFill>
                  <a:srgbClr val="002060"/>
                </a:solidFill>
                <a:latin typeface="DVBW-TTSurekh" pitchFamily="2" charset="0"/>
              </a:rPr>
              <a:t>तंत्र</a:t>
            </a:r>
            <a:endParaRPr lang="en-US" sz="3200" b="1" dirty="0" smtClean="0">
              <a:solidFill>
                <a:srgbClr val="002060"/>
              </a:solidFill>
              <a:latin typeface="DVBW-TTSurekh" pitchFamily="2" charset="0"/>
            </a:endParaRPr>
          </a:p>
          <a:p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0" y="609600"/>
            <a:ext cx="2133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 smtClean="0">
                <a:solidFill>
                  <a:srgbClr val="002060"/>
                </a:solidFill>
              </a:rPr>
              <a:t>काही</a:t>
            </a:r>
            <a:r>
              <a:rPr lang="en-IN" sz="2000" b="1" dirty="0" smtClean="0">
                <a:solidFill>
                  <a:srgbClr val="002060"/>
                </a:solidFill>
              </a:rPr>
              <a:t> </a:t>
            </a:r>
            <a:r>
              <a:rPr lang="en-IN" sz="2000" b="1" dirty="0" err="1" smtClean="0">
                <a:solidFill>
                  <a:srgbClr val="002060"/>
                </a:solidFill>
              </a:rPr>
              <a:t>गृहीतके</a:t>
            </a:r>
            <a:endParaRPr lang="en-IN" sz="2000" b="1" dirty="0">
              <a:solidFill>
                <a:srgbClr val="002060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6200" y="1358644"/>
          <a:ext cx="8915400" cy="5120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0079"/>
                <a:gridCol w="4345321"/>
              </a:tblGrid>
              <a:tr h="543144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 smtClean="0">
                          <a:solidFill>
                            <a:srgbClr val="002060"/>
                          </a:solidFill>
                          <a:effectLst/>
                        </a:rPr>
                        <a:t>बाब</a:t>
                      </a:r>
                      <a:endParaRPr lang="en-IN" sz="2400" dirty="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 smtClean="0">
                          <a:solidFill>
                            <a:srgbClr val="002060"/>
                          </a:solidFill>
                          <a:effectLst/>
                        </a:rPr>
                        <a:t>गृहीतक</a:t>
                      </a:r>
                      <a:endParaRPr lang="en-IN" sz="2400" dirty="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>
                    <a:noFill/>
                  </a:tcPr>
                </a:tc>
              </a:tr>
              <a:tr h="507765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err="1" smtClean="0">
                          <a:solidFill>
                            <a:srgbClr val="002060"/>
                          </a:solidFill>
                          <a:effectLst/>
                        </a:rPr>
                        <a:t>एक</a:t>
                      </a:r>
                      <a:r>
                        <a:rPr lang="en-IN" sz="2000" b="1" baseline="0" dirty="0" smtClean="0">
                          <a:solidFill>
                            <a:srgbClr val="002060"/>
                          </a:solidFill>
                          <a:effectLst/>
                        </a:rPr>
                        <a:t> </a:t>
                      </a:r>
                      <a:r>
                        <a:rPr lang="en-IN" sz="2000" b="1" baseline="0" dirty="0" err="1" smtClean="0">
                          <a:solidFill>
                            <a:srgbClr val="002060"/>
                          </a:solidFill>
                          <a:effectLst/>
                        </a:rPr>
                        <a:t>एकर</a:t>
                      </a:r>
                      <a:endParaRPr lang="en-IN" sz="2000" b="1" dirty="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>
                          <a:solidFill>
                            <a:srgbClr val="002060"/>
                          </a:solidFill>
                          <a:effectLst/>
                        </a:rPr>
                        <a:t>44000</a:t>
                      </a:r>
                      <a:r>
                        <a:rPr lang="en-IN" sz="2000" b="1" baseline="0" dirty="0" smtClean="0">
                          <a:solidFill>
                            <a:srgbClr val="002060"/>
                          </a:solidFill>
                          <a:effectLst/>
                        </a:rPr>
                        <a:t> </a:t>
                      </a:r>
                      <a:r>
                        <a:rPr lang="en-IN" sz="2000" b="1" baseline="0" dirty="0" err="1" smtClean="0">
                          <a:solidFill>
                            <a:srgbClr val="002060"/>
                          </a:solidFill>
                          <a:effectLst/>
                        </a:rPr>
                        <a:t>स्क्वे.फुट</a:t>
                      </a:r>
                      <a:endParaRPr lang="en-IN" sz="2000" b="1" dirty="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>
                    <a:noFill/>
                  </a:tcPr>
                </a:tc>
              </a:tr>
              <a:tr h="507765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err="1" smtClean="0">
                          <a:solidFill>
                            <a:srgbClr val="002060"/>
                          </a:solidFill>
                          <a:effectLst/>
                        </a:rPr>
                        <a:t>लागवडीचे</a:t>
                      </a:r>
                      <a:r>
                        <a:rPr lang="en-IN" sz="2000" b="1" baseline="0" dirty="0" smtClean="0">
                          <a:solidFill>
                            <a:srgbClr val="002060"/>
                          </a:solidFill>
                          <a:effectLst/>
                        </a:rPr>
                        <a:t>  </a:t>
                      </a:r>
                      <a:r>
                        <a:rPr lang="en-IN" sz="2000" b="1" baseline="0" dirty="0" err="1" smtClean="0">
                          <a:solidFill>
                            <a:srgbClr val="002060"/>
                          </a:solidFill>
                          <a:effectLst/>
                        </a:rPr>
                        <a:t>अंतर</a:t>
                      </a:r>
                      <a:endParaRPr lang="en-IN" sz="2000" b="1" dirty="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>
                          <a:solidFill>
                            <a:srgbClr val="002060"/>
                          </a:solidFill>
                          <a:effectLst/>
                        </a:rPr>
                        <a:t>4 </a:t>
                      </a:r>
                      <a:r>
                        <a:rPr lang="en-IN" sz="2000" b="1" dirty="0" err="1" smtClean="0">
                          <a:solidFill>
                            <a:srgbClr val="002060"/>
                          </a:solidFill>
                          <a:effectLst/>
                        </a:rPr>
                        <a:t>फुट</a:t>
                      </a:r>
                      <a:r>
                        <a:rPr lang="en-IN" sz="2000" b="1" dirty="0" smtClean="0">
                          <a:solidFill>
                            <a:srgbClr val="002060"/>
                          </a:solidFill>
                          <a:effectLst/>
                        </a:rPr>
                        <a:t> x 2.5फुट =10</a:t>
                      </a:r>
                      <a:r>
                        <a:rPr lang="en-IN" sz="2000" b="1" baseline="0" dirty="0" smtClean="0">
                          <a:solidFill>
                            <a:srgbClr val="002060"/>
                          </a:solidFill>
                          <a:effectLst/>
                        </a:rPr>
                        <a:t> </a:t>
                      </a:r>
                      <a:r>
                        <a:rPr lang="en-IN" sz="2000" b="1" baseline="0" dirty="0" err="1" smtClean="0">
                          <a:solidFill>
                            <a:srgbClr val="002060"/>
                          </a:solidFill>
                          <a:effectLst/>
                        </a:rPr>
                        <a:t>स्क्वे.फुट</a:t>
                      </a:r>
                      <a:endParaRPr lang="en-IN" sz="2000" b="1" dirty="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>
                    <a:noFill/>
                  </a:tcPr>
                </a:tc>
              </a:tr>
              <a:tr h="507765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err="1" smtClean="0">
                          <a:solidFill>
                            <a:srgbClr val="002060"/>
                          </a:solidFill>
                          <a:effectLst/>
                        </a:rPr>
                        <a:t>एका</a:t>
                      </a:r>
                      <a:r>
                        <a:rPr lang="en-IN" sz="2000" b="1" baseline="0" dirty="0" smtClean="0">
                          <a:solidFill>
                            <a:srgbClr val="002060"/>
                          </a:solidFill>
                          <a:effectLst/>
                        </a:rPr>
                        <a:t> </a:t>
                      </a:r>
                      <a:r>
                        <a:rPr lang="en-IN" sz="2000" b="1" baseline="0" dirty="0" err="1" smtClean="0">
                          <a:solidFill>
                            <a:srgbClr val="002060"/>
                          </a:solidFill>
                          <a:effectLst/>
                        </a:rPr>
                        <a:t>झाडापासुन</a:t>
                      </a:r>
                      <a:r>
                        <a:rPr lang="en-IN" sz="2000" b="1" baseline="0" dirty="0" smtClean="0">
                          <a:solidFill>
                            <a:srgbClr val="002060"/>
                          </a:solidFill>
                          <a:effectLst/>
                        </a:rPr>
                        <a:t> </a:t>
                      </a:r>
                      <a:r>
                        <a:rPr lang="en-IN" sz="2000" b="1" baseline="0" dirty="0" err="1" smtClean="0">
                          <a:solidFill>
                            <a:srgbClr val="002060"/>
                          </a:solidFill>
                          <a:effectLst/>
                        </a:rPr>
                        <a:t>उपलब्ध</a:t>
                      </a:r>
                      <a:r>
                        <a:rPr lang="en-IN" sz="2000" b="1" baseline="0" dirty="0" smtClean="0">
                          <a:solidFill>
                            <a:srgbClr val="002060"/>
                          </a:solidFill>
                          <a:effectLst/>
                        </a:rPr>
                        <a:t> </a:t>
                      </a:r>
                      <a:r>
                        <a:rPr lang="en-IN" sz="2000" b="1" baseline="0" dirty="0" err="1" smtClean="0">
                          <a:solidFill>
                            <a:srgbClr val="002060"/>
                          </a:solidFill>
                          <a:effectLst/>
                        </a:rPr>
                        <a:t>होणारा</a:t>
                      </a:r>
                      <a:r>
                        <a:rPr lang="en-IN" sz="2000" b="1" baseline="0" dirty="0" smtClean="0">
                          <a:solidFill>
                            <a:srgbClr val="002060"/>
                          </a:solidFill>
                          <a:effectLst/>
                        </a:rPr>
                        <a:t> </a:t>
                      </a:r>
                      <a:r>
                        <a:rPr lang="en-IN" sz="2000" b="1" baseline="0" dirty="0" err="1" smtClean="0">
                          <a:solidFill>
                            <a:srgbClr val="002060"/>
                          </a:solidFill>
                          <a:effectLst/>
                        </a:rPr>
                        <a:t>चारा</a:t>
                      </a:r>
                      <a:endParaRPr lang="en-IN" sz="2000" b="1" dirty="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>
                          <a:solidFill>
                            <a:srgbClr val="002060"/>
                          </a:solidFill>
                          <a:effectLst/>
                        </a:rPr>
                        <a:t>2 </a:t>
                      </a:r>
                      <a:r>
                        <a:rPr lang="en-IN" sz="2000" b="1" dirty="0" err="1" smtClean="0">
                          <a:solidFill>
                            <a:srgbClr val="002060"/>
                          </a:solidFill>
                          <a:effectLst/>
                        </a:rPr>
                        <a:t>कीलो</a:t>
                      </a:r>
                      <a:endParaRPr lang="en-IN" sz="2000" b="1" dirty="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>
                    <a:noFill/>
                  </a:tcPr>
                </a:tc>
              </a:tr>
              <a:tr h="507765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err="1" smtClean="0">
                          <a:solidFill>
                            <a:srgbClr val="002060"/>
                          </a:solidFill>
                          <a:effectLst/>
                        </a:rPr>
                        <a:t>एका</a:t>
                      </a:r>
                      <a:r>
                        <a:rPr lang="en-IN" sz="2000" b="1" dirty="0" smtClean="0">
                          <a:solidFill>
                            <a:srgbClr val="002060"/>
                          </a:solidFill>
                          <a:effectLst/>
                        </a:rPr>
                        <a:t> </a:t>
                      </a:r>
                      <a:r>
                        <a:rPr lang="en-IN" sz="2000" b="1" baseline="0" dirty="0" err="1" smtClean="0">
                          <a:solidFill>
                            <a:srgbClr val="002060"/>
                          </a:solidFill>
                          <a:effectLst/>
                        </a:rPr>
                        <a:t>जनावराला</a:t>
                      </a:r>
                      <a:r>
                        <a:rPr lang="en-IN" sz="2000" b="1" baseline="0" dirty="0" smtClean="0">
                          <a:solidFill>
                            <a:srgbClr val="002060"/>
                          </a:solidFill>
                          <a:effectLst/>
                        </a:rPr>
                        <a:t> </a:t>
                      </a:r>
                      <a:r>
                        <a:rPr lang="en-IN" sz="2000" b="1" baseline="0" dirty="0" err="1" smtClean="0">
                          <a:solidFill>
                            <a:srgbClr val="002060"/>
                          </a:solidFill>
                          <a:effectLst/>
                        </a:rPr>
                        <a:t>आवश्यक</a:t>
                      </a:r>
                      <a:r>
                        <a:rPr lang="en-IN" sz="2000" b="1" baseline="0" dirty="0" smtClean="0">
                          <a:solidFill>
                            <a:srgbClr val="002060"/>
                          </a:solidFill>
                          <a:effectLst/>
                        </a:rPr>
                        <a:t> </a:t>
                      </a:r>
                      <a:r>
                        <a:rPr lang="en-IN" sz="2000" b="1" baseline="0" dirty="0" err="1" smtClean="0">
                          <a:solidFill>
                            <a:srgbClr val="002060"/>
                          </a:solidFill>
                          <a:effectLst/>
                        </a:rPr>
                        <a:t>चारा</a:t>
                      </a:r>
                      <a:endParaRPr lang="en-IN" sz="2000" b="1" dirty="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>
                          <a:solidFill>
                            <a:srgbClr val="002060"/>
                          </a:solidFill>
                          <a:effectLst/>
                        </a:rPr>
                        <a:t>24 </a:t>
                      </a:r>
                      <a:r>
                        <a:rPr lang="en-IN" sz="2000" b="1" dirty="0" err="1" smtClean="0">
                          <a:solidFill>
                            <a:srgbClr val="002060"/>
                          </a:solidFill>
                          <a:effectLst/>
                        </a:rPr>
                        <a:t>कीलो</a:t>
                      </a:r>
                      <a:r>
                        <a:rPr lang="en-IN" sz="2000" b="1" baseline="0" dirty="0" smtClean="0">
                          <a:solidFill>
                            <a:srgbClr val="002060"/>
                          </a:solidFill>
                          <a:effectLst/>
                        </a:rPr>
                        <a:t> एकदल+6 </a:t>
                      </a:r>
                      <a:r>
                        <a:rPr lang="en-IN" sz="2000" b="1" baseline="0" dirty="0" err="1" smtClean="0">
                          <a:solidFill>
                            <a:srgbClr val="002060"/>
                          </a:solidFill>
                          <a:effectLst/>
                        </a:rPr>
                        <a:t>कीलो</a:t>
                      </a:r>
                      <a:r>
                        <a:rPr lang="en-IN" sz="2000" b="1" baseline="0" dirty="0" smtClean="0">
                          <a:solidFill>
                            <a:srgbClr val="002060"/>
                          </a:solidFill>
                          <a:effectLst/>
                        </a:rPr>
                        <a:t> </a:t>
                      </a:r>
                      <a:r>
                        <a:rPr lang="en-IN" sz="2000" b="1" baseline="0" dirty="0" err="1" smtClean="0">
                          <a:solidFill>
                            <a:srgbClr val="002060"/>
                          </a:solidFill>
                          <a:effectLst/>
                        </a:rPr>
                        <a:t>व्दीदल</a:t>
                      </a:r>
                      <a:endParaRPr lang="en-IN" sz="2000" b="1" dirty="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>
                    <a:noFill/>
                  </a:tcPr>
                </a:tc>
              </a:tr>
              <a:tr h="507765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err="1" smtClean="0">
                          <a:solidFill>
                            <a:srgbClr val="002060"/>
                          </a:solidFill>
                          <a:effectLst/>
                        </a:rPr>
                        <a:t>दहा</a:t>
                      </a:r>
                      <a:r>
                        <a:rPr lang="en-IN" sz="2000" b="1" dirty="0" smtClean="0">
                          <a:solidFill>
                            <a:srgbClr val="002060"/>
                          </a:solidFill>
                          <a:effectLst/>
                        </a:rPr>
                        <a:t> </a:t>
                      </a:r>
                      <a:r>
                        <a:rPr lang="en-IN" sz="2000" b="1" baseline="0" dirty="0" err="1" smtClean="0">
                          <a:solidFill>
                            <a:srgbClr val="002060"/>
                          </a:solidFill>
                          <a:effectLst/>
                        </a:rPr>
                        <a:t>जनावरांना</a:t>
                      </a:r>
                      <a:r>
                        <a:rPr lang="en-IN" sz="2000" b="1" baseline="0" dirty="0" smtClean="0">
                          <a:solidFill>
                            <a:srgbClr val="002060"/>
                          </a:solidFill>
                          <a:effectLst/>
                        </a:rPr>
                        <a:t> </a:t>
                      </a:r>
                      <a:r>
                        <a:rPr lang="en-IN" sz="2000" b="1" baseline="0" dirty="0" err="1" smtClean="0">
                          <a:solidFill>
                            <a:srgbClr val="002060"/>
                          </a:solidFill>
                          <a:effectLst/>
                        </a:rPr>
                        <a:t>आवश्यक</a:t>
                      </a:r>
                      <a:r>
                        <a:rPr lang="en-IN" sz="2000" b="1" baseline="0" dirty="0" smtClean="0">
                          <a:solidFill>
                            <a:srgbClr val="002060"/>
                          </a:solidFill>
                          <a:effectLst/>
                        </a:rPr>
                        <a:t> </a:t>
                      </a:r>
                      <a:r>
                        <a:rPr lang="en-IN" sz="2000" b="1" baseline="0" dirty="0" err="1" smtClean="0">
                          <a:solidFill>
                            <a:srgbClr val="002060"/>
                          </a:solidFill>
                          <a:effectLst/>
                        </a:rPr>
                        <a:t>चारा</a:t>
                      </a:r>
                      <a:endParaRPr lang="en-IN" sz="2000" b="1" dirty="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dirty="0" smtClean="0">
                          <a:solidFill>
                            <a:srgbClr val="002060"/>
                          </a:solidFill>
                          <a:effectLst/>
                        </a:rPr>
                        <a:t>240 </a:t>
                      </a:r>
                      <a:r>
                        <a:rPr lang="en-IN" sz="2000" b="1" dirty="0" err="1" smtClean="0">
                          <a:solidFill>
                            <a:srgbClr val="002060"/>
                          </a:solidFill>
                          <a:effectLst/>
                        </a:rPr>
                        <a:t>कीलो</a:t>
                      </a:r>
                      <a:r>
                        <a:rPr lang="en-IN" sz="2000" b="1" baseline="0" dirty="0" smtClean="0">
                          <a:solidFill>
                            <a:srgbClr val="002060"/>
                          </a:solidFill>
                          <a:effectLst/>
                        </a:rPr>
                        <a:t> एकदल+60 </a:t>
                      </a:r>
                      <a:r>
                        <a:rPr lang="en-IN" sz="2000" b="1" baseline="0" dirty="0" err="1" smtClean="0">
                          <a:solidFill>
                            <a:srgbClr val="002060"/>
                          </a:solidFill>
                          <a:effectLst/>
                        </a:rPr>
                        <a:t>कीलो</a:t>
                      </a:r>
                      <a:r>
                        <a:rPr lang="en-IN" sz="2000" b="1" baseline="0" dirty="0" smtClean="0">
                          <a:solidFill>
                            <a:srgbClr val="002060"/>
                          </a:solidFill>
                          <a:effectLst/>
                        </a:rPr>
                        <a:t> </a:t>
                      </a:r>
                      <a:r>
                        <a:rPr lang="en-IN" sz="2000" b="1" baseline="0" dirty="0" err="1" smtClean="0">
                          <a:solidFill>
                            <a:srgbClr val="002060"/>
                          </a:solidFill>
                          <a:effectLst/>
                        </a:rPr>
                        <a:t>व्दीदल</a:t>
                      </a:r>
                      <a:endParaRPr lang="en-IN" sz="2000" b="1" dirty="0" smtClean="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>
                    <a:noFill/>
                  </a:tcPr>
                </a:tc>
              </a:tr>
              <a:tr h="68808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dirty="0" err="1" smtClean="0">
                          <a:solidFill>
                            <a:srgbClr val="002060"/>
                          </a:solidFill>
                          <a:effectLst/>
                        </a:rPr>
                        <a:t>दहा</a:t>
                      </a:r>
                      <a:r>
                        <a:rPr lang="en-IN" sz="2000" b="1" dirty="0" smtClean="0">
                          <a:solidFill>
                            <a:srgbClr val="002060"/>
                          </a:solidFill>
                          <a:effectLst/>
                        </a:rPr>
                        <a:t> </a:t>
                      </a:r>
                      <a:r>
                        <a:rPr lang="en-IN" sz="2000" b="1" baseline="0" dirty="0" err="1" smtClean="0">
                          <a:solidFill>
                            <a:srgbClr val="002060"/>
                          </a:solidFill>
                          <a:effectLst/>
                        </a:rPr>
                        <a:t>जनावरांना</a:t>
                      </a:r>
                      <a:r>
                        <a:rPr lang="en-IN" sz="2000" b="1" baseline="0" dirty="0" smtClean="0">
                          <a:solidFill>
                            <a:srgbClr val="002060"/>
                          </a:solidFill>
                          <a:effectLst/>
                        </a:rPr>
                        <a:t> </a:t>
                      </a:r>
                      <a:r>
                        <a:rPr lang="en-IN" sz="2000" b="1" baseline="0" dirty="0" err="1" smtClean="0">
                          <a:solidFill>
                            <a:srgbClr val="002060"/>
                          </a:solidFill>
                          <a:effectLst/>
                        </a:rPr>
                        <a:t>आवश्यक</a:t>
                      </a:r>
                      <a:r>
                        <a:rPr lang="en-IN" sz="2000" b="1" baseline="0" dirty="0" smtClean="0">
                          <a:solidFill>
                            <a:srgbClr val="002060"/>
                          </a:solidFill>
                          <a:effectLst/>
                        </a:rPr>
                        <a:t> </a:t>
                      </a:r>
                      <a:r>
                        <a:rPr lang="en-IN" sz="2000" b="1" baseline="0" dirty="0" err="1" smtClean="0">
                          <a:solidFill>
                            <a:srgbClr val="002060"/>
                          </a:solidFill>
                          <a:effectLst/>
                        </a:rPr>
                        <a:t>चारा</a:t>
                      </a:r>
                      <a:r>
                        <a:rPr lang="en-IN" sz="2000" b="1" baseline="0" dirty="0" smtClean="0">
                          <a:solidFill>
                            <a:srgbClr val="002060"/>
                          </a:solidFill>
                          <a:effectLst/>
                        </a:rPr>
                        <a:t> </a:t>
                      </a:r>
                      <a:r>
                        <a:rPr lang="en-IN" sz="2000" b="1" baseline="0" dirty="0" err="1" smtClean="0">
                          <a:solidFill>
                            <a:srgbClr val="002060"/>
                          </a:solidFill>
                          <a:effectLst/>
                        </a:rPr>
                        <a:t>प्राप्त</a:t>
                      </a:r>
                      <a:r>
                        <a:rPr lang="en-IN" sz="2000" b="1" baseline="0" dirty="0" smtClean="0">
                          <a:solidFill>
                            <a:srgbClr val="002060"/>
                          </a:solidFill>
                          <a:effectLst/>
                        </a:rPr>
                        <a:t> </a:t>
                      </a:r>
                      <a:r>
                        <a:rPr lang="en-IN" sz="2000" b="1" baseline="0" dirty="0" err="1" smtClean="0">
                          <a:solidFill>
                            <a:srgbClr val="002060"/>
                          </a:solidFill>
                          <a:effectLst/>
                        </a:rPr>
                        <a:t>करण्यासाठी</a:t>
                      </a:r>
                      <a:r>
                        <a:rPr lang="en-IN" sz="2000" b="1" baseline="0" dirty="0" smtClean="0">
                          <a:solidFill>
                            <a:srgbClr val="002060"/>
                          </a:solidFill>
                          <a:effectLst/>
                        </a:rPr>
                        <a:t> </a:t>
                      </a:r>
                      <a:r>
                        <a:rPr lang="en-IN" sz="2000" b="1" baseline="0" dirty="0" err="1" smtClean="0">
                          <a:solidFill>
                            <a:srgbClr val="002060"/>
                          </a:solidFill>
                          <a:effectLst/>
                        </a:rPr>
                        <a:t>कापावयाची</a:t>
                      </a:r>
                      <a:r>
                        <a:rPr lang="en-IN" sz="2000" b="1" baseline="0" dirty="0" smtClean="0">
                          <a:solidFill>
                            <a:srgbClr val="002060"/>
                          </a:solidFill>
                          <a:effectLst/>
                        </a:rPr>
                        <a:t> </a:t>
                      </a:r>
                      <a:r>
                        <a:rPr lang="en-IN" sz="2000" b="1" baseline="0" dirty="0" err="1" smtClean="0">
                          <a:solidFill>
                            <a:srgbClr val="002060"/>
                          </a:solidFill>
                          <a:effectLst/>
                        </a:rPr>
                        <a:t>झाडे</a:t>
                      </a:r>
                      <a:endParaRPr lang="en-IN" sz="2000" b="1" dirty="0" smtClean="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>
                          <a:solidFill>
                            <a:srgbClr val="002060"/>
                          </a:solidFill>
                          <a:effectLst/>
                        </a:rPr>
                        <a:t>120</a:t>
                      </a:r>
                      <a:endParaRPr lang="en-IN" sz="2000" b="1" dirty="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>
                    <a:noFill/>
                  </a:tcPr>
                </a:tc>
              </a:tr>
              <a:tr h="507765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>
                          <a:solidFill>
                            <a:srgbClr val="002060"/>
                          </a:solidFill>
                          <a:effectLst/>
                        </a:rPr>
                        <a:t>120 </a:t>
                      </a:r>
                      <a:r>
                        <a:rPr lang="en-IN" sz="2000" b="1" dirty="0" err="1" smtClean="0">
                          <a:solidFill>
                            <a:srgbClr val="002060"/>
                          </a:solidFill>
                          <a:effectLst/>
                        </a:rPr>
                        <a:t>झाडे</a:t>
                      </a:r>
                      <a:r>
                        <a:rPr lang="en-IN" sz="2000" b="1" dirty="0" smtClean="0">
                          <a:solidFill>
                            <a:srgbClr val="002060"/>
                          </a:solidFill>
                          <a:effectLst/>
                        </a:rPr>
                        <a:t> </a:t>
                      </a:r>
                      <a:r>
                        <a:rPr lang="en-IN" sz="2000" b="1" baseline="0" dirty="0" err="1" smtClean="0">
                          <a:solidFill>
                            <a:srgbClr val="002060"/>
                          </a:solidFill>
                          <a:effectLst/>
                        </a:rPr>
                        <a:t>लागवडीकरीता</a:t>
                      </a:r>
                      <a:r>
                        <a:rPr lang="en-IN" sz="2000" b="1" baseline="0" dirty="0" smtClean="0">
                          <a:solidFill>
                            <a:srgbClr val="002060"/>
                          </a:solidFill>
                          <a:effectLst/>
                        </a:rPr>
                        <a:t> </a:t>
                      </a:r>
                      <a:r>
                        <a:rPr lang="en-IN" sz="2000" b="1" baseline="0" dirty="0" err="1" smtClean="0">
                          <a:solidFill>
                            <a:srgbClr val="002060"/>
                          </a:solidFill>
                          <a:effectLst/>
                        </a:rPr>
                        <a:t>आवश्यक</a:t>
                      </a:r>
                      <a:r>
                        <a:rPr lang="en-IN" sz="2000" b="1" baseline="0" dirty="0" smtClean="0">
                          <a:solidFill>
                            <a:srgbClr val="002060"/>
                          </a:solidFill>
                          <a:effectLst/>
                        </a:rPr>
                        <a:t> </a:t>
                      </a:r>
                      <a:r>
                        <a:rPr lang="en-IN" sz="2000" b="1" baseline="0" dirty="0" err="1" smtClean="0">
                          <a:solidFill>
                            <a:srgbClr val="002060"/>
                          </a:solidFill>
                          <a:effectLst/>
                        </a:rPr>
                        <a:t>जागा</a:t>
                      </a:r>
                      <a:endParaRPr lang="en-IN" sz="2000" b="1" dirty="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>
                          <a:solidFill>
                            <a:srgbClr val="002060"/>
                          </a:solidFill>
                          <a:effectLst/>
                        </a:rPr>
                        <a:t>1200 </a:t>
                      </a:r>
                      <a:r>
                        <a:rPr lang="en-IN" sz="2000" b="1" baseline="0" dirty="0" err="1" smtClean="0">
                          <a:solidFill>
                            <a:srgbClr val="002060"/>
                          </a:solidFill>
                          <a:effectLst/>
                        </a:rPr>
                        <a:t>स्क्वे.फुट</a:t>
                      </a:r>
                      <a:endParaRPr lang="en-IN" sz="2000" b="1" dirty="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>
                    <a:noFill/>
                  </a:tcPr>
                </a:tc>
              </a:tr>
              <a:tr h="82924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dirty="0" smtClean="0">
                          <a:solidFill>
                            <a:srgbClr val="002060"/>
                          </a:solidFill>
                          <a:effectLst/>
                        </a:rPr>
                        <a:t>20 </a:t>
                      </a:r>
                      <a:r>
                        <a:rPr lang="en-IN" sz="2000" b="1" dirty="0" err="1" smtClean="0">
                          <a:solidFill>
                            <a:srgbClr val="002060"/>
                          </a:solidFill>
                          <a:effectLst/>
                        </a:rPr>
                        <a:t>दिवसपर्यंत</a:t>
                      </a:r>
                      <a:r>
                        <a:rPr lang="en-IN" sz="2000" b="1" dirty="0" smtClean="0">
                          <a:solidFill>
                            <a:srgbClr val="002060"/>
                          </a:solidFill>
                          <a:effectLst/>
                        </a:rPr>
                        <a:t> </a:t>
                      </a:r>
                      <a:r>
                        <a:rPr lang="en-IN" sz="2000" b="1" dirty="0" err="1" smtClean="0">
                          <a:solidFill>
                            <a:srgbClr val="002060"/>
                          </a:solidFill>
                          <a:effectLst/>
                        </a:rPr>
                        <a:t>सतत</a:t>
                      </a:r>
                      <a:r>
                        <a:rPr lang="en-IN" sz="2000" b="1" dirty="0" smtClean="0">
                          <a:solidFill>
                            <a:srgbClr val="002060"/>
                          </a:solidFill>
                          <a:effectLst/>
                        </a:rPr>
                        <a:t> </a:t>
                      </a:r>
                      <a:r>
                        <a:rPr lang="en-IN" sz="2000" b="1" baseline="0" dirty="0" err="1" smtClean="0">
                          <a:solidFill>
                            <a:srgbClr val="002060"/>
                          </a:solidFill>
                          <a:effectLst/>
                        </a:rPr>
                        <a:t>आवश्यक</a:t>
                      </a:r>
                      <a:r>
                        <a:rPr lang="en-IN" sz="2000" b="1" baseline="0" dirty="0" smtClean="0">
                          <a:solidFill>
                            <a:srgbClr val="002060"/>
                          </a:solidFill>
                          <a:effectLst/>
                        </a:rPr>
                        <a:t> </a:t>
                      </a:r>
                      <a:r>
                        <a:rPr lang="en-IN" sz="2000" b="1" baseline="0" dirty="0" err="1" smtClean="0">
                          <a:solidFill>
                            <a:srgbClr val="002060"/>
                          </a:solidFill>
                          <a:effectLst/>
                        </a:rPr>
                        <a:t>चारा</a:t>
                      </a:r>
                      <a:r>
                        <a:rPr lang="en-IN" sz="2000" b="1" baseline="0" dirty="0" smtClean="0">
                          <a:solidFill>
                            <a:srgbClr val="002060"/>
                          </a:solidFill>
                          <a:effectLst/>
                        </a:rPr>
                        <a:t> </a:t>
                      </a:r>
                      <a:r>
                        <a:rPr lang="en-IN" sz="2000" b="1" baseline="0" dirty="0" err="1" smtClean="0">
                          <a:solidFill>
                            <a:srgbClr val="002060"/>
                          </a:solidFill>
                          <a:effectLst/>
                        </a:rPr>
                        <a:t>मिळवण्याकरीता</a:t>
                      </a:r>
                      <a:r>
                        <a:rPr lang="en-IN" sz="2000" b="1" baseline="0" dirty="0" smtClean="0">
                          <a:solidFill>
                            <a:srgbClr val="002060"/>
                          </a:solidFill>
                          <a:effectLst/>
                        </a:rPr>
                        <a:t> </a:t>
                      </a:r>
                      <a:r>
                        <a:rPr lang="en-IN" sz="2000" b="1" baseline="0" dirty="0" err="1" smtClean="0">
                          <a:solidFill>
                            <a:srgbClr val="002060"/>
                          </a:solidFill>
                          <a:effectLst/>
                        </a:rPr>
                        <a:t>जागा</a:t>
                      </a:r>
                      <a:endParaRPr lang="en-IN" sz="2000" b="1" dirty="0" smtClean="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dirty="0" smtClean="0">
                          <a:solidFill>
                            <a:srgbClr val="002060"/>
                          </a:solidFill>
                          <a:effectLst/>
                        </a:rPr>
                        <a:t>24000 </a:t>
                      </a:r>
                      <a:r>
                        <a:rPr lang="en-IN" sz="2000" b="1" baseline="0" dirty="0" err="1" smtClean="0">
                          <a:solidFill>
                            <a:srgbClr val="002060"/>
                          </a:solidFill>
                          <a:effectLst/>
                        </a:rPr>
                        <a:t>स्क्वे.फुट</a:t>
                      </a:r>
                      <a:r>
                        <a:rPr lang="en-IN" sz="2000" b="1" baseline="0" dirty="0" smtClean="0">
                          <a:solidFill>
                            <a:srgbClr val="002060"/>
                          </a:solidFill>
                          <a:effectLst/>
                        </a:rPr>
                        <a:t> = </a:t>
                      </a:r>
                      <a:r>
                        <a:rPr lang="en-IN" sz="2000" b="1" baseline="0" dirty="0" err="1" smtClean="0">
                          <a:solidFill>
                            <a:srgbClr val="002060"/>
                          </a:solidFill>
                          <a:effectLst/>
                        </a:rPr>
                        <a:t>अर्धा</a:t>
                      </a:r>
                      <a:r>
                        <a:rPr lang="en-IN" sz="2000" b="1" baseline="0" dirty="0" smtClean="0">
                          <a:solidFill>
                            <a:srgbClr val="002060"/>
                          </a:solidFill>
                          <a:effectLst/>
                        </a:rPr>
                        <a:t> </a:t>
                      </a:r>
                      <a:r>
                        <a:rPr lang="en-IN" sz="2000" b="1" baseline="0" dirty="0" err="1" smtClean="0">
                          <a:solidFill>
                            <a:srgbClr val="002060"/>
                          </a:solidFill>
                          <a:effectLst/>
                        </a:rPr>
                        <a:t>एकर</a:t>
                      </a:r>
                      <a:endParaRPr lang="en-IN" sz="2000" b="1" dirty="0" smtClean="0">
                        <a:solidFill>
                          <a:srgbClr val="002060"/>
                        </a:solidFill>
                        <a:effectLst/>
                      </a:endParaRPr>
                    </a:p>
                    <a:p>
                      <a:pPr algn="ctr"/>
                      <a:endParaRPr lang="en-IN" sz="2000" b="1" dirty="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228601"/>
            <a:ext cx="9144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 err="1" smtClean="0">
                <a:solidFill>
                  <a:srgbClr val="002060"/>
                </a:solidFill>
                <a:latin typeface="DVBW-TTSurekh" pitchFamily="2" charset="0"/>
              </a:rPr>
              <a:t>हंगामाच्या</a:t>
            </a:r>
            <a:r>
              <a:rPr lang="en-US" sz="2800" b="1" dirty="0" smtClean="0">
                <a:solidFill>
                  <a:srgbClr val="002060"/>
                </a:solidFill>
                <a:latin typeface="DVBW-TTSurekh" pitchFamily="2" charset="0"/>
              </a:rPr>
              <a:t> </a:t>
            </a:r>
            <a:r>
              <a:rPr lang="en-US" sz="2800" b="1" dirty="0" err="1" smtClean="0">
                <a:solidFill>
                  <a:srgbClr val="002060"/>
                </a:solidFill>
                <a:latin typeface="DVBW-TTSurekh" pitchFamily="2" charset="0"/>
              </a:rPr>
              <a:t>सुरवातीला</a:t>
            </a:r>
            <a:r>
              <a:rPr lang="en-US" sz="2800" b="1" dirty="0" smtClean="0">
                <a:solidFill>
                  <a:srgbClr val="002060"/>
                </a:solidFill>
                <a:latin typeface="DVBW-TTSurekh" pitchFamily="2" charset="0"/>
              </a:rPr>
              <a:t> </a:t>
            </a:r>
            <a:r>
              <a:rPr lang="en-US" sz="2800" b="1" dirty="0" err="1" smtClean="0">
                <a:solidFill>
                  <a:srgbClr val="002060"/>
                </a:solidFill>
                <a:latin typeface="DVBW-TTSurekh" pitchFamily="2" charset="0"/>
              </a:rPr>
              <a:t>अर्धा</a:t>
            </a:r>
            <a:r>
              <a:rPr lang="en-US" sz="2800" b="1" dirty="0" smtClean="0">
                <a:solidFill>
                  <a:srgbClr val="002060"/>
                </a:solidFill>
                <a:latin typeface="DVBW-TTSurekh" pitchFamily="2" charset="0"/>
              </a:rPr>
              <a:t> </a:t>
            </a:r>
            <a:r>
              <a:rPr lang="en-US" sz="2800" b="1" dirty="0" err="1" smtClean="0">
                <a:solidFill>
                  <a:srgbClr val="002060"/>
                </a:solidFill>
                <a:latin typeface="DVBW-TTSurekh" pitchFamily="2" charset="0"/>
              </a:rPr>
              <a:t>एकर</a:t>
            </a:r>
            <a:r>
              <a:rPr lang="en-US" sz="2800" b="1" dirty="0" smtClean="0">
                <a:solidFill>
                  <a:srgbClr val="002060"/>
                </a:solidFill>
                <a:latin typeface="DVBW-TTSurekh" pitchFamily="2" charset="0"/>
              </a:rPr>
              <a:t> </a:t>
            </a:r>
            <a:r>
              <a:rPr lang="en-US" sz="2800" b="1" dirty="0" err="1" smtClean="0">
                <a:solidFill>
                  <a:srgbClr val="002060"/>
                </a:solidFill>
                <a:latin typeface="DVBW-TTSurekh" pitchFamily="2" charset="0"/>
              </a:rPr>
              <a:t>जागेत</a:t>
            </a:r>
            <a:r>
              <a:rPr lang="en-US" sz="2800" b="1" dirty="0" smtClean="0">
                <a:solidFill>
                  <a:srgbClr val="002060"/>
                </a:solidFill>
                <a:latin typeface="DVBW-TTSurekh" pitchFamily="2" charset="0"/>
              </a:rPr>
              <a:t> </a:t>
            </a:r>
            <a:r>
              <a:rPr lang="en-IN" sz="2800" b="1" dirty="0" err="1" smtClean="0">
                <a:solidFill>
                  <a:srgbClr val="002060"/>
                </a:solidFill>
              </a:rPr>
              <a:t>हायब्रिड</a:t>
            </a:r>
            <a:r>
              <a:rPr lang="en-IN" sz="2800" b="1" dirty="0" smtClean="0">
                <a:solidFill>
                  <a:srgbClr val="002060"/>
                </a:solidFill>
              </a:rPr>
              <a:t> </a:t>
            </a:r>
            <a:r>
              <a:rPr lang="en-IN" sz="2800" b="1" dirty="0" err="1" smtClean="0">
                <a:solidFill>
                  <a:srgbClr val="002060"/>
                </a:solidFill>
              </a:rPr>
              <a:t>नेपियर</a:t>
            </a:r>
            <a:r>
              <a:rPr lang="en-IN" sz="2800" b="1" dirty="0" smtClean="0">
                <a:solidFill>
                  <a:srgbClr val="002060"/>
                </a:solidFill>
              </a:rPr>
              <a:t> </a:t>
            </a:r>
            <a:r>
              <a:rPr lang="en-IN" sz="2800" b="1" dirty="0" err="1" smtClean="0">
                <a:solidFill>
                  <a:srgbClr val="002060"/>
                </a:solidFill>
              </a:rPr>
              <a:t>च्या</a:t>
            </a:r>
            <a:r>
              <a:rPr lang="en-IN" sz="2800" b="1" dirty="0" smtClean="0">
                <a:solidFill>
                  <a:srgbClr val="002060"/>
                </a:solidFill>
              </a:rPr>
              <a:t> </a:t>
            </a:r>
            <a:r>
              <a:rPr lang="en-IN" sz="2800" b="1" dirty="0" err="1" smtClean="0">
                <a:solidFill>
                  <a:srgbClr val="002060"/>
                </a:solidFill>
              </a:rPr>
              <a:t>बेण्याची</a:t>
            </a:r>
            <a:r>
              <a:rPr lang="en-IN" sz="2800" b="1" dirty="0" smtClean="0">
                <a:solidFill>
                  <a:srgbClr val="002060"/>
                </a:solidFill>
              </a:rPr>
              <a:t> 4X2.5 </a:t>
            </a:r>
            <a:r>
              <a:rPr lang="en-IN" sz="2800" b="1" dirty="0" err="1" smtClean="0">
                <a:solidFill>
                  <a:srgbClr val="002060"/>
                </a:solidFill>
              </a:rPr>
              <a:t>फुट</a:t>
            </a:r>
            <a:r>
              <a:rPr lang="en-IN" sz="2800" b="1" dirty="0" smtClean="0">
                <a:solidFill>
                  <a:srgbClr val="002060"/>
                </a:solidFill>
              </a:rPr>
              <a:t> </a:t>
            </a:r>
            <a:r>
              <a:rPr lang="en-IN" sz="2800" b="1" dirty="0" err="1" smtClean="0">
                <a:solidFill>
                  <a:srgbClr val="002060"/>
                </a:solidFill>
              </a:rPr>
              <a:t>अंतरावर</a:t>
            </a:r>
            <a:r>
              <a:rPr lang="en-IN" sz="2800" b="1" dirty="0" smtClean="0">
                <a:solidFill>
                  <a:srgbClr val="002060"/>
                </a:solidFill>
              </a:rPr>
              <a:t> </a:t>
            </a:r>
            <a:r>
              <a:rPr lang="en-IN" sz="2800" b="1" dirty="0" err="1" smtClean="0">
                <a:solidFill>
                  <a:srgbClr val="002060"/>
                </a:solidFill>
              </a:rPr>
              <a:t>लागवड</a:t>
            </a:r>
            <a:r>
              <a:rPr lang="en-IN" sz="2800" b="1" dirty="0" smtClean="0">
                <a:solidFill>
                  <a:srgbClr val="002060"/>
                </a:solidFill>
              </a:rPr>
              <a:t> </a:t>
            </a:r>
            <a:r>
              <a:rPr lang="en-IN" sz="2800" b="1" dirty="0" err="1" smtClean="0">
                <a:solidFill>
                  <a:srgbClr val="002060"/>
                </a:solidFill>
              </a:rPr>
              <a:t>करावी</a:t>
            </a:r>
            <a:r>
              <a:rPr lang="en-US" sz="2800" b="1" dirty="0" smtClean="0">
                <a:solidFill>
                  <a:srgbClr val="002060"/>
                </a:solidFill>
                <a:latin typeface="DVBW-TTSurekh" pitchFamily="2" charset="0"/>
              </a:rPr>
              <a:t> </a:t>
            </a:r>
            <a:endParaRPr lang="en-US" b="1" dirty="0" smtClean="0">
              <a:solidFill>
                <a:srgbClr val="002060"/>
              </a:solidFill>
              <a:latin typeface="DVBW-TTSurekh" pitchFamily="2" charset="0"/>
            </a:endParaRPr>
          </a:p>
        </p:txBody>
      </p:sp>
      <p:pic>
        <p:nvPicPr>
          <p:cNvPr id="22530" name="Picture 2" descr="https://kvk.icar.gov.in/API/Content/Uploads/773e5529-3cd4-437f-afed-5f224c83179b/14f49621-f254-4f04-b900-a730ad4a51c8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7733" y="1219200"/>
            <a:ext cx="8940800" cy="5029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8600" y="0"/>
            <a:ext cx="8763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 smtClean="0">
                <a:solidFill>
                  <a:srgbClr val="002060"/>
                </a:solidFill>
                <a:latin typeface="DVBW-TTSurekh" pitchFamily="2" charset="0"/>
              </a:rPr>
              <a:t>20</a:t>
            </a:r>
            <a:r>
              <a:rPr lang="en-US" sz="2800" b="1" dirty="0" smtClean="0">
                <a:solidFill>
                  <a:srgbClr val="002060"/>
                </a:solidFill>
                <a:latin typeface="DVBW-TTSurekh" pitchFamily="2" charset="0"/>
              </a:rPr>
              <a:t>दिवसनंतर </a:t>
            </a:r>
            <a:r>
              <a:rPr lang="en-US" sz="2800" b="1" dirty="0" err="1" smtClean="0">
                <a:solidFill>
                  <a:srgbClr val="002060"/>
                </a:solidFill>
                <a:latin typeface="DVBW-TTSurekh" pitchFamily="2" charset="0"/>
              </a:rPr>
              <a:t>उर्वरीत</a:t>
            </a:r>
            <a:r>
              <a:rPr lang="en-US" sz="2800" b="1" dirty="0" smtClean="0">
                <a:solidFill>
                  <a:srgbClr val="002060"/>
                </a:solidFill>
                <a:latin typeface="DVBW-TTSurekh" pitchFamily="2" charset="0"/>
              </a:rPr>
              <a:t> </a:t>
            </a:r>
            <a:r>
              <a:rPr lang="en-US" sz="2800" b="1" dirty="0" err="1" smtClean="0">
                <a:solidFill>
                  <a:srgbClr val="002060"/>
                </a:solidFill>
                <a:latin typeface="DVBW-TTSurekh" pitchFamily="2" charset="0"/>
              </a:rPr>
              <a:t>अर्धा</a:t>
            </a:r>
            <a:r>
              <a:rPr lang="en-US" sz="2800" b="1" dirty="0" smtClean="0">
                <a:solidFill>
                  <a:srgbClr val="002060"/>
                </a:solidFill>
                <a:latin typeface="DVBW-TTSurekh" pitchFamily="2" charset="0"/>
              </a:rPr>
              <a:t> </a:t>
            </a:r>
            <a:r>
              <a:rPr lang="en-US" sz="2800" b="1" dirty="0" err="1" smtClean="0">
                <a:solidFill>
                  <a:srgbClr val="002060"/>
                </a:solidFill>
                <a:latin typeface="DVBW-TTSurekh" pitchFamily="2" charset="0"/>
              </a:rPr>
              <a:t>एकर</a:t>
            </a:r>
            <a:r>
              <a:rPr lang="en-US" sz="2800" b="1" dirty="0" smtClean="0">
                <a:solidFill>
                  <a:srgbClr val="002060"/>
                </a:solidFill>
                <a:latin typeface="DVBW-TTSurekh" pitchFamily="2" charset="0"/>
              </a:rPr>
              <a:t> </a:t>
            </a:r>
            <a:r>
              <a:rPr lang="en-US" sz="2800" b="1" dirty="0" err="1" smtClean="0">
                <a:solidFill>
                  <a:srgbClr val="002060"/>
                </a:solidFill>
                <a:latin typeface="DVBW-TTSurekh" pitchFamily="2" charset="0"/>
              </a:rPr>
              <a:t>जागेत</a:t>
            </a:r>
            <a:r>
              <a:rPr lang="en-US" sz="2800" b="1" dirty="0" smtClean="0">
                <a:solidFill>
                  <a:srgbClr val="002060"/>
                </a:solidFill>
                <a:latin typeface="DVBW-TTSurekh" pitchFamily="2" charset="0"/>
              </a:rPr>
              <a:t> </a:t>
            </a:r>
            <a:r>
              <a:rPr lang="en-IN" sz="2800" b="1" dirty="0" err="1" smtClean="0">
                <a:solidFill>
                  <a:srgbClr val="002060"/>
                </a:solidFill>
              </a:rPr>
              <a:t>हायब्रिड</a:t>
            </a:r>
            <a:r>
              <a:rPr lang="en-IN" sz="2800" b="1" dirty="0" smtClean="0">
                <a:solidFill>
                  <a:srgbClr val="002060"/>
                </a:solidFill>
              </a:rPr>
              <a:t> </a:t>
            </a:r>
            <a:r>
              <a:rPr lang="en-IN" sz="2800" b="1" dirty="0" err="1" smtClean="0">
                <a:solidFill>
                  <a:srgbClr val="002060"/>
                </a:solidFill>
              </a:rPr>
              <a:t>नेपियर</a:t>
            </a:r>
            <a:r>
              <a:rPr lang="en-IN" sz="2800" b="1" dirty="0" smtClean="0">
                <a:solidFill>
                  <a:srgbClr val="002060"/>
                </a:solidFill>
              </a:rPr>
              <a:t> </a:t>
            </a:r>
            <a:r>
              <a:rPr lang="en-IN" sz="2800" b="1" dirty="0" err="1" smtClean="0">
                <a:solidFill>
                  <a:srgbClr val="002060"/>
                </a:solidFill>
              </a:rPr>
              <a:t>च्या</a:t>
            </a:r>
            <a:r>
              <a:rPr lang="en-IN" sz="2800" b="1" dirty="0" smtClean="0">
                <a:solidFill>
                  <a:srgbClr val="002060"/>
                </a:solidFill>
              </a:rPr>
              <a:t> </a:t>
            </a:r>
            <a:r>
              <a:rPr lang="en-IN" sz="2800" b="1" dirty="0" err="1" smtClean="0">
                <a:solidFill>
                  <a:srgbClr val="002060"/>
                </a:solidFill>
              </a:rPr>
              <a:t>बेण्याची</a:t>
            </a:r>
            <a:r>
              <a:rPr lang="en-IN" sz="2800" b="1" dirty="0" smtClean="0">
                <a:solidFill>
                  <a:srgbClr val="002060"/>
                </a:solidFill>
              </a:rPr>
              <a:t> 4X2.5 </a:t>
            </a:r>
            <a:r>
              <a:rPr lang="en-IN" sz="2800" b="1" dirty="0" err="1" smtClean="0">
                <a:solidFill>
                  <a:srgbClr val="002060"/>
                </a:solidFill>
              </a:rPr>
              <a:t>फुट</a:t>
            </a:r>
            <a:r>
              <a:rPr lang="en-IN" sz="2800" b="1" dirty="0" smtClean="0">
                <a:solidFill>
                  <a:srgbClr val="002060"/>
                </a:solidFill>
              </a:rPr>
              <a:t>  </a:t>
            </a:r>
            <a:r>
              <a:rPr lang="en-IN" sz="2800" b="1" dirty="0" err="1" smtClean="0">
                <a:solidFill>
                  <a:srgbClr val="002060"/>
                </a:solidFill>
              </a:rPr>
              <a:t>अंतरावर</a:t>
            </a:r>
            <a:r>
              <a:rPr lang="en-IN" sz="2800" b="1" dirty="0" smtClean="0">
                <a:solidFill>
                  <a:srgbClr val="002060"/>
                </a:solidFill>
              </a:rPr>
              <a:t> </a:t>
            </a:r>
            <a:r>
              <a:rPr lang="en-IN" sz="2800" b="1" dirty="0" err="1" smtClean="0">
                <a:solidFill>
                  <a:srgbClr val="002060"/>
                </a:solidFill>
              </a:rPr>
              <a:t>लागवड</a:t>
            </a:r>
            <a:r>
              <a:rPr lang="en-IN" sz="2800" b="1" dirty="0" smtClean="0">
                <a:solidFill>
                  <a:srgbClr val="002060"/>
                </a:solidFill>
              </a:rPr>
              <a:t> </a:t>
            </a:r>
            <a:r>
              <a:rPr lang="en-IN" sz="2800" b="1" dirty="0" err="1" smtClean="0">
                <a:solidFill>
                  <a:srgbClr val="002060"/>
                </a:solidFill>
              </a:rPr>
              <a:t>करावी</a:t>
            </a:r>
            <a:r>
              <a:rPr lang="en-US" sz="2800" b="1" dirty="0" smtClean="0">
                <a:solidFill>
                  <a:srgbClr val="002060"/>
                </a:solidFill>
                <a:latin typeface="DVBW-TTSurekh" pitchFamily="2" charset="0"/>
              </a:rPr>
              <a:t> </a:t>
            </a:r>
            <a:endParaRPr lang="en-IN" sz="2800" dirty="0">
              <a:solidFill>
                <a:srgbClr val="002060"/>
              </a:solidFill>
            </a:endParaRPr>
          </a:p>
        </p:txBody>
      </p:sp>
      <p:pic>
        <p:nvPicPr>
          <p:cNvPr id="9218" name="Picture 2" descr="D:\nddb\Material for VAP\nepier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1" y="1066801"/>
            <a:ext cx="8991599" cy="5791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http://indiaeng.com/Kaveripakkam/01-hybrid_napier_grass_files/image018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4253" y="1752600"/>
            <a:ext cx="8216347" cy="4724400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152400" y="0"/>
            <a:ext cx="89916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 smtClean="0">
                <a:solidFill>
                  <a:srgbClr val="002060"/>
                </a:solidFill>
                <a:latin typeface="DVBW-TTSurekh" pitchFamily="2" charset="0"/>
              </a:rPr>
              <a:t>60 </a:t>
            </a:r>
            <a:r>
              <a:rPr lang="en-US" sz="2800" b="1" dirty="0" err="1" smtClean="0">
                <a:solidFill>
                  <a:srgbClr val="002060"/>
                </a:solidFill>
                <a:latin typeface="DVBW-TTSurekh" pitchFamily="2" charset="0"/>
              </a:rPr>
              <a:t>दिवसानंतर</a:t>
            </a:r>
            <a:r>
              <a:rPr lang="en-US" sz="2800" b="1" dirty="0" smtClean="0">
                <a:solidFill>
                  <a:srgbClr val="002060"/>
                </a:solidFill>
                <a:latin typeface="DVBW-TTSurekh" pitchFamily="2" charset="0"/>
              </a:rPr>
              <a:t> </a:t>
            </a:r>
            <a:r>
              <a:rPr lang="en-US" sz="2800" b="1" dirty="0" err="1" smtClean="0">
                <a:solidFill>
                  <a:srgbClr val="002060"/>
                </a:solidFill>
                <a:latin typeface="DVBW-TTSurekh" pitchFamily="2" charset="0"/>
              </a:rPr>
              <a:t>पहील्या</a:t>
            </a:r>
            <a:r>
              <a:rPr lang="en-US" sz="2800" b="1" dirty="0" smtClean="0">
                <a:solidFill>
                  <a:srgbClr val="002060"/>
                </a:solidFill>
                <a:latin typeface="DVBW-TTSurekh" pitchFamily="2" charset="0"/>
              </a:rPr>
              <a:t> </a:t>
            </a:r>
            <a:r>
              <a:rPr lang="en-US" sz="2800" b="1" dirty="0" err="1" smtClean="0">
                <a:solidFill>
                  <a:srgbClr val="002060"/>
                </a:solidFill>
                <a:latin typeface="DVBW-TTSurekh" pitchFamily="2" charset="0"/>
              </a:rPr>
              <a:t>अर्धा</a:t>
            </a:r>
            <a:r>
              <a:rPr lang="en-US" sz="2800" b="1" dirty="0" smtClean="0">
                <a:solidFill>
                  <a:srgbClr val="002060"/>
                </a:solidFill>
                <a:latin typeface="DVBW-TTSurekh" pitchFamily="2" charset="0"/>
              </a:rPr>
              <a:t> </a:t>
            </a:r>
            <a:r>
              <a:rPr lang="en-US" sz="2800" b="1" dirty="0" err="1" smtClean="0">
                <a:solidFill>
                  <a:srgbClr val="002060"/>
                </a:solidFill>
                <a:latin typeface="DVBW-TTSurekh" pitchFamily="2" charset="0"/>
              </a:rPr>
              <a:t>एकर</a:t>
            </a:r>
            <a:r>
              <a:rPr lang="en-US" sz="2800" b="1" dirty="0" smtClean="0">
                <a:solidFill>
                  <a:srgbClr val="002060"/>
                </a:solidFill>
                <a:latin typeface="DVBW-TTSurekh" pitchFamily="2" charset="0"/>
              </a:rPr>
              <a:t> </a:t>
            </a:r>
            <a:r>
              <a:rPr lang="en-US" sz="2800" b="1" dirty="0" err="1" smtClean="0">
                <a:solidFill>
                  <a:srgbClr val="002060"/>
                </a:solidFill>
                <a:latin typeface="DVBW-TTSurekh" pitchFamily="2" charset="0"/>
              </a:rPr>
              <a:t>जागेतील</a:t>
            </a:r>
            <a:r>
              <a:rPr lang="en-US" sz="2800" b="1" dirty="0" smtClean="0">
                <a:solidFill>
                  <a:srgbClr val="002060"/>
                </a:solidFill>
                <a:latin typeface="DVBW-TTSurekh" pitchFamily="2" charset="0"/>
              </a:rPr>
              <a:t> </a:t>
            </a:r>
            <a:r>
              <a:rPr lang="en-US" sz="4000" b="1" dirty="0" smtClean="0">
                <a:solidFill>
                  <a:srgbClr val="002060"/>
                </a:solidFill>
                <a:latin typeface="DVBW-TTSurekh" pitchFamily="2" charset="0"/>
              </a:rPr>
              <a:t>120</a:t>
            </a:r>
            <a:r>
              <a:rPr lang="en-US" sz="2800" b="1" dirty="0" smtClean="0">
                <a:solidFill>
                  <a:srgbClr val="002060"/>
                </a:solidFill>
                <a:latin typeface="DVBW-TTSurekh" pitchFamily="2" charset="0"/>
              </a:rPr>
              <a:t> </a:t>
            </a:r>
            <a:r>
              <a:rPr lang="en-IN" sz="2800" b="1" dirty="0" err="1" smtClean="0">
                <a:solidFill>
                  <a:srgbClr val="002060"/>
                </a:solidFill>
              </a:rPr>
              <a:t>हायब्रिड</a:t>
            </a:r>
            <a:r>
              <a:rPr lang="en-IN" sz="2800" b="1" dirty="0" smtClean="0">
                <a:solidFill>
                  <a:srgbClr val="002060"/>
                </a:solidFill>
              </a:rPr>
              <a:t> </a:t>
            </a:r>
            <a:r>
              <a:rPr lang="en-IN" sz="2800" b="1" dirty="0" err="1" smtClean="0">
                <a:solidFill>
                  <a:srgbClr val="002060"/>
                </a:solidFill>
              </a:rPr>
              <a:t>नेपियर</a:t>
            </a:r>
            <a:r>
              <a:rPr lang="en-IN" sz="2800" b="1" dirty="0" smtClean="0">
                <a:solidFill>
                  <a:srgbClr val="002060"/>
                </a:solidFill>
              </a:rPr>
              <a:t> </a:t>
            </a:r>
            <a:r>
              <a:rPr lang="en-IN" sz="2800" b="1" dirty="0" err="1" smtClean="0">
                <a:solidFill>
                  <a:srgbClr val="002060"/>
                </a:solidFill>
              </a:rPr>
              <a:t>झाडांची</a:t>
            </a:r>
            <a:r>
              <a:rPr lang="en-IN" sz="2800" b="1" dirty="0" smtClean="0">
                <a:solidFill>
                  <a:srgbClr val="002060"/>
                </a:solidFill>
              </a:rPr>
              <a:t> </a:t>
            </a:r>
            <a:r>
              <a:rPr lang="en-IN" sz="2800" b="1" dirty="0" err="1" smtClean="0">
                <a:solidFill>
                  <a:srgbClr val="002060"/>
                </a:solidFill>
              </a:rPr>
              <a:t>कापणी</a:t>
            </a:r>
            <a:r>
              <a:rPr lang="en-IN" sz="2800" b="1" dirty="0" smtClean="0">
                <a:solidFill>
                  <a:srgbClr val="002060"/>
                </a:solidFill>
              </a:rPr>
              <a:t> </a:t>
            </a:r>
            <a:r>
              <a:rPr lang="en-IN" sz="2800" b="1" dirty="0" err="1" smtClean="0">
                <a:solidFill>
                  <a:srgbClr val="002060"/>
                </a:solidFill>
              </a:rPr>
              <a:t>करावी</a:t>
            </a:r>
            <a:r>
              <a:rPr lang="en-US" sz="2800" b="1" dirty="0" smtClean="0">
                <a:solidFill>
                  <a:srgbClr val="002060"/>
                </a:solidFill>
                <a:latin typeface="DVBW-TTSurekh" pitchFamily="2" charset="0"/>
              </a:rPr>
              <a:t> व </a:t>
            </a:r>
            <a:r>
              <a:rPr lang="en-US" sz="2800" b="1" dirty="0" err="1" smtClean="0">
                <a:solidFill>
                  <a:srgbClr val="002060"/>
                </a:solidFill>
                <a:latin typeface="DVBW-TTSurekh" pitchFamily="2" charset="0"/>
              </a:rPr>
              <a:t>प्रत्येक</a:t>
            </a:r>
            <a:r>
              <a:rPr lang="en-US" sz="2800" b="1" dirty="0" smtClean="0">
                <a:solidFill>
                  <a:srgbClr val="002060"/>
                </a:solidFill>
                <a:latin typeface="DVBW-TTSurekh" pitchFamily="2" charset="0"/>
              </a:rPr>
              <a:t> </a:t>
            </a:r>
            <a:r>
              <a:rPr lang="en-US" sz="2800" b="1" dirty="0" err="1" smtClean="0">
                <a:solidFill>
                  <a:srgbClr val="002060"/>
                </a:solidFill>
                <a:latin typeface="DVBW-TTSurekh" pitchFamily="2" charset="0"/>
              </a:rPr>
              <a:t>दीवशी</a:t>
            </a:r>
            <a:r>
              <a:rPr lang="en-US" sz="2800" b="1" dirty="0" smtClean="0">
                <a:solidFill>
                  <a:srgbClr val="002060"/>
                </a:solidFill>
                <a:latin typeface="DVBW-TTSurekh" pitchFamily="2" charset="0"/>
              </a:rPr>
              <a:t> </a:t>
            </a:r>
            <a:r>
              <a:rPr lang="en-US" sz="2800" b="1" dirty="0" err="1" smtClean="0">
                <a:solidFill>
                  <a:srgbClr val="002060"/>
                </a:solidFill>
                <a:latin typeface="DVBW-TTSurekh" pitchFamily="2" charset="0"/>
              </a:rPr>
              <a:t>याच</a:t>
            </a:r>
            <a:r>
              <a:rPr lang="en-US" sz="2800" b="1" dirty="0" smtClean="0">
                <a:solidFill>
                  <a:srgbClr val="002060"/>
                </a:solidFill>
                <a:latin typeface="DVBW-TTSurekh" pitchFamily="2" charset="0"/>
              </a:rPr>
              <a:t> </a:t>
            </a:r>
            <a:r>
              <a:rPr lang="en-US" sz="2800" b="1" dirty="0" err="1" smtClean="0">
                <a:solidFill>
                  <a:srgbClr val="002060"/>
                </a:solidFill>
                <a:latin typeface="DVBW-TTSurekh" pitchFamily="2" charset="0"/>
              </a:rPr>
              <a:t>प्रमाणे</a:t>
            </a:r>
            <a:r>
              <a:rPr lang="en-US" sz="2800" b="1" dirty="0" smtClean="0">
                <a:solidFill>
                  <a:srgbClr val="002060"/>
                </a:solidFill>
                <a:latin typeface="DVBW-TTSurekh" pitchFamily="2" charset="0"/>
              </a:rPr>
              <a:t> </a:t>
            </a:r>
            <a:r>
              <a:rPr lang="en-US" sz="2800" b="1" dirty="0" err="1" smtClean="0">
                <a:solidFill>
                  <a:srgbClr val="002060"/>
                </a:solidFill>
                <a:latin typeface="DVBW-TTSurekh" pitchFamily="2" charset="0"/>
              </a:rPr>
              <a:t>एकुण</a:t>
            </a:r>
            <a:r>
              <a:rPr lang="en-US" sz="2800" b="1" dirty="0" smtClean="0">
                <a:solidFill>
                  <a:srgbClr val="002060"/>
                </a:solidFill>
                <a:latin typeface="DVBW-TTSurekh" pitchFamily="2" charset="0"/>
              </a:rPr>
              <a:t> </a:t>
            </a:r>
            <a:r>
              <a:rPr lang="en-US" sz="4000" b="1" dirty="0" smtClean="0">
                <a:solidFill>
                  <a:srgbClr val="002060"/>
                </a:solidFill>
                <a:latin typeface="DVBW-TTSurekh" pitchFamily="2" charset="0"/>
              </a:rPr>
              <a:t>20</a:t>
            </a:r>
            <a:r>
              <a:rPr lang="en-US" sz="2800" b="1" dirty="0" smtClean="0">
                <a:solidFill>
                  <a:srgbClr val="002060"/>
                </a:solidFill>
                <a:latin typeface="DVBW-TTSurekh" pitchFamily="2" charset="0"/>
              </a:rPr>
              <a:t> </a:t>
            </a:r>
            <a:r>
              <a:rPr lang="en-US" sz="2800" b="1" dirty="0" err="1" smtClean="0">
                <a:solidFill>
                  <a:srgbClr val="002060"/>
                </a:solidFill>
                <a:latin typeface="DVBW-TTSurekh" pitchFamily="2" charset="0"/>
              </a:rPr>
              <a:t>दीवस</a:t>
            </a:r>
            <a:r>
              <a:rPr lang="en-US" sz="2800" b="1" dirty="0" smtClean="0">
                <a:solidFill>
                  <a:srgbClr val="002060"/>
                </a:solidFill>
                <a:latin typeface="DVBW-TTSurekh" pitchFamily="2" charset="0"/>
              </a:rPr>
              <a:t> </a:t>
            </a:r>
            <a:r>
              <a:rPr lang="en-US" sz="2800" b="1" dirty="0" err="1" smtClean="0">
                <a:solidFill>
                  <a:srgbClr val="002060"/>
                </a:solidFill>
                <a:latin typeface="DVBW-TTSurekh" pitchFamily="2" charset="0"/>
              </a:rPr>
              <a:t>चारा</a:t>
            </a:r>
            <a:r>
              <a:rPr lang="en-US" sz="2800" b="1" dirty="0" smtClean="0">
                <a:solidFill>
                  <a:srgbClr val="002060"/>
                </a:solidFill>
                <a:latin typeface="DVBW-TTSurekh" pitchFamily="2" charset="0"/>
              </a:rPr>
              <a:t> </a:t>
            </a:r>
            <a:r>
              <a:rPr lang="en-US" sz="2800" b="1" dirty="0" err="1" smtClean="0">
                <a:solidFill>
                  <a:srgbClr val="002060"/>
                </a:solidFill>
                <a:latin typeface="DVBW-TTSurekh" pitchFamily="2" charset="0"/>
              </a:rPr>
              <a:t>कापणी</a:t>
            </a:r>
            <a:r>
              <a:rPr lang="en-US" sz="2800" b="1" dirty="0" smtClean="0">
                <a:solidFill>
                  <a:srgbClr val="002060"/>
                </a:solidFill>
                <a:latin typeface="DVBW-TTSurekh" pitchFamily="2" charset="0"/>
              </a:rPr>
              <a:t> </a:t>
            </a:r>
            <a:r>
              <a:rPr lang="en-US" sz="2800" b="1" dirty="0" err="1" smtClean="0">
                <a:solidFill>
                  <a:srgbClr val="002060"/>
                </a:solidFill>
                <a:latin typeface="DVBW-TTSurekh" pitchFamily="2" charset="0"/>
              </a:rPr>
              <a:t>करावी</a:t>
            </a:r>
            <a:r>
              <a:rPr lang="en-US" sz="2800" b="1" dirty="0" smtClean="0">
                <a:solidFill>
                  <a:srgbClr val="002060"/>
                </a:solidFill>
                <a:latin typeface="DVBW-TTSurekh" pitchFamily="2" charset="0"/>
              </a:rPr>
              <a:t>.</a:t>
            </a:r>
            <a:endParaRPr lang="en-IN" sz="28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 descr="http://agritech.tnau.ac.in/agriculture/CropProduction/Forage%20Crops/forage-images/Harvesting%20by%20brush%20cutter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2133600"/>
            <a:ext cx="7772399" cy="4409698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228600" y="0"/>
            <a:ext cx="876300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smtClean="0">
                <a:solidFill>
                  <a:srgbClr val="002060"/>
                </a:solidFill>
                <a:latin typeface="DVBW-TTSurekh" pitchFamily="2" charset="0"/>
              </a:rPr>
              <a:t>20 </a:t>
            </a:r>
            <a:r>
              <a:rPr lang="en-US" sz="2400" b="1" dirty="0" err="1" smtClean="0">
                <a:solidFill>
                  <a:srgbClr val="002060"/>
                </a:solidFill>
                <a:latin typeface="DVBW-TTSurekh" pitchFamily="2" charset="0"/>
              </a:rPr>
              <a:t>दिवसानंतर</a:t>
            </a:r>
            <a:r>
              <a:rPr lang="en-US" sz="2400" b="1" dirty="0" smtClean="0">
                <a:solidFill>
                  <a:srgbClr val="002060"/>
                </a:solidFill>
                <a:latin typeface="DVBW-TTSurekh" pitchFamily="2" charset="0"/>
              </a:rPr>
              <a:t> </a:t>
            </a:r>
            <a:r>
              <a:rPr lang="en-US" sz="2400" b="1" dirty="0" err="1" smtClean="0">
                <a:solidFill>
                  <a:srgbClr val="002060"/>
                </a:solidFill>
                <a:latin typeface="DVBW-TTSurekh" pitchFamily="2" charset="0"/>
              </a:rPr>
              <a:t>दुस-या</a:t>
            </a:r>
            <a:r>
              <a:rPr lang="en-US" sz="2400" b="1" dirty="0" smtClean="0">
                <a:solidFill>
                  <a:srgbClr val="002060"/>
                </a:solidFill>
                <a:latin typeface="DVBW-TTSurekh" pitchFamily="2" charset="0"/>
              </a:rPr>
              <a:t> </a:t>
            </a:r>
            <a:r>
              <a:rPr lang="en-US" sz="2400" b="1" dirty="0" err="1" smtClean="0">
                <a:solidFill>
                  <a:srgbClr val="002060"/>
                </a:solidFill>
                <a:latin typeface="DVBW-TTSurekh" pitchFamily="2" charset="0"/>
              </a:rPr>
              <a:t>अर्धा</a:t>
            </a:r>
            <a:r>
              <a:rPr lang="en-US" sz="2400" b="1" dirty="0" smtClean="0">
                <a:solidFill>
                  <a:srgbClr val="002060"/>
                </a:solidFill>
                <a:latin typeface="DVBW-TTSurekh" pitchFamily="2" charset="0"/>
              </a:rPr>
              <a:t> </a:t>
            </a:r>
            <a:r>
              <a:rPr lang="en-US" sz="2400" b="1" dirty="0" err="1" smtClean="0">
                <a:solidFill>
                  <a:srgbClr val="002060"/>
                </a:solidFill>
                <a:latin typeface="DVBW-TTSurekh" pitchFamily="2" charset="0"/>
              </a:rPr>
              <a:t>एकर</a:t>
            </a:r>
            <a:r>
              <a:rPr lang="en-US" sz="2400" b="1" dirty="0" smtClean="0">
                <a:solidFill>
                  <a:srgbClr val="002060"/>
                </a:solidFill>
                <a:latin typeface="DVBW-TTSurekh" pitchFamily="2" charset="0"/>
              </a:rPr>
              <a:t> </a:t>
            </a:r>
            <a:r>
              <a:rPr lang="en-US" sz="2400" b="1" dirty="0" err="1" smtClean="0">
                <a:solidFill>
                  <a:srgbClr val="002060"/>
                </a:solidFill>
                <a:latin typeface="DVBW-TTSurekh" pitchFamily="2" charset="0"/>
              </a:rPr>
              <a:t>जागेतील</a:t>
            </a:r>
            <a:r>
              <a:rPr lang="en-US" sz="2400" b="1" dirty="0" smtClean="0">
                <a:solidFill>
                  <a:srgbClr val="002060"/>
                </a:solidFill>
                <a:latin typeface="DVBW-TTSurekh" pitchFamily="2" charset="0"/>
              </a:rPr>
              <a:t> </a:t>
            </a:r>
            <a:r>
              <a:rPr lang="en-US" sz="3600" b="1" dirty="0" smtClean="0">
                <a:solidFill>
                  <a:srgbClr val="002060"/>
                </a:solidFill>
                <a:latin typeface="DVBW-TTSurekh" pitchFamily="2" charset="0"/>
              </a:rPr>
              <a:t>120</a:t>
            </a:r>
            <a:r>
              <a:rPr lang="en-US" sz="2400" b="1" dirty="0" smtClean="0">
                <a:solidFill>
                  <a:srgbClr val="002060"/>
                </a:solidFill>
                <a:latin typeface="DVBW-TTSurekh" pitchFamily="2" charset="0"/>
              </a:rPr>
              <a:t> </a:t>
            </a:r>
            <a:r>
              <a:rPr lang="en-IN" sz="2400" b="1" dirty="0" err="1" smtClean="0">
                <a:solidFill>
                  <a:srgbClr val="002060"/>
                </a:solidFill>
              </a:rPr>
              <a:t>हायब्रिड</a:t>
            </a:r>
            <a:r>
              <a:rPr lang="en-IN" sz="2400" b="1" dirty="0" smtClean="0">
                <a:solidFill>
                  <a:srgbClr val="002060"/>
                </a:solidFill>
              </a:rPr>
              <a:t> </a:t>
            </a:r>
            <a:r>
              <a:rPr lang="en-IN" sz="2400" b="1" dirty="0" err="1" smtClean="0">
                <a:solidFill>
                  <a:srgbClr val="002060"/>
                </a:solidFill>
              </a:rPr>
              <a:t>नेपियर</a:t>
            </a:r>
            <a:r>
              <a:rPr lang="en-IN" sz="2400" b="1" dirty="0" smtClean="0">
                <a:solidFill>
                  <a:srgbClr val="002060"/>
                </a:solidFill>
              </a:rPr>
              <a:t> </a:t>
            </a:r>
            <a:r>
              <a:rPr lang="en-IN" sz="2400" b="1" dirty="0" err="1" smtClean="0">
                <a:solidFill>
                  <a:srgbClr val="002060"/>
                </a:solidFill>
              </a:rPr>
              <a:t>झाडांची</a:t>
            </a:r>
            <a:r>
              <a:rPr lang="en-IN" sz="2400" b="1" dirty="0" smtClean="0">
                <a:solidFill>
                  <a:srgbClr val="002060"/>
                </a:solidFill>
              </a:rPr>
              <a:t> </a:t>
            </a:r>
            <a:r>
              <a:rPr lang="en-IN" sz="2400" b="1" dirty="0" err="1" smtClean="0">
                <a:solidFill>
                  <a:srgbClr val="002060"/>
                </a:solidFill>
              </a:rPr>
              <a:t>कापणी</a:t>
            </a:r>
            <a:r>
              <a:rPr lang="en-IN" sz="2400" b="1" dirty="0" smtClean="0">
                <a:solidFill>
                  <a:srgbClr val="002060"/>
                </a:solidFill>
              </a:rPr>
              <a:t> </a:t>
            </a:r>
            <a:r>
              <a:rPr lang="en-IN" sz="2400" b="1" dirty="0" err="1" smtClean="0">
                <a:solidFill>
                  <a:srgbClr val="002060"/>
                </a:solidFill>
              </a:rPr>
              <a:t>करावी</a:t>
            </a:r>
            <a:r>
              <a:rPr lang="en-US" sz="2400" b="1" dirty="0" smtClean="0">
                <a:solidFill>
                  <a:srgbClr val="002060"/>
                </a:solidFill>
                <a:latin typeface="DVBW-TTSurekh" pitchFamily="2" charset="0"/>
              </a:rPr>
              <a:t> व </a:t>
            </a:r>
            <a:r>
              <a:rPr lang="en-US" sz="2400" b="1" dirty="0" err="1" smtClean="0">
                <a:solidFill>
                  <a:srgbClr val="002060"/>
                </a:solidFill>
                <a:latin typeface="DVBW-TTSurekh" pitchFamily="2" charset="0"/>
              </a:rPr>
              <a:t>प्रत्येक</a:t>
            </a:r>
            <a:r>
              <a:rPr lang="en-US" sz="2400" b="1" dirty="0" smtClean="0">
                <a:solidFill>
                  <a:srgbClr val="002060"/>
                </a:solidFill>
                <a:latin typeface="DVBW-TTSurekh" pitchFamily="2" charset="0"/>
              </a:rPr>
              <a:t> </a:t>
            </a:r>
            <a:r>
              <a:rPr lang="en-US" sz="2400" b="1" dirty="0" err="1" smtClean="0">
                <a:solidFill>
                  <a:srgbClr val="002060"/>
                </a:solidFill>
                <a:latin typeface="DVBW-TTSurekh" pitchFamily="2" charset="0"/>
              </a:rPr>
              <a:t>दीवशी</a:t>
            </a:r>
            <a:r>
              <a:rPr lang="en-US" sz="2400" b="1" dirty="0" smtClean="0">
                <a:solidFill>
                  <a:srgbClr val="002060"/>
                </a:solidFill>
                <a:latin typeface="DVBW-TTSurekh" pitchFamily="2" charset="0"/>
              </a:rPr>
              <a:t> </a:t>
            </a:r>
            <a:r>
              <a:rPr lang="en-US" sz="2400" b="1" dirty="0" err="1" smtClean="0">
                <a:solidFill>
                  <a:srgbClr val="002060"/>
                </a:solidFill>
                <a:latin typeface="DVBW-TTSurekh" pitchFamily="2" charset="0"/>
              </a:rPr>
              <a:t>याच</a:t>
            </a:r>
            <a:r>
              <a:rPr lang="en-US" sz="2400" b="1" dirty="0" smtClean="0">
                <a:solidFill>
                  <a:srgbClr val="002060"/>
                </a:solidFill>
                <a:latin typeface="DVBW-TTSurekh" pitchFamily="2" charset="0"/>
              </a:rPr>
              <a:t> </a:t>
            </a:r>
            <a:r>
              <a:rPr lang="en-US" sz="2400" b="1" dirty="0" err="1" smtClean="0">
                <a:solidFill>
                  <a:srgbClr val="002060"/>
                </a:solidFill>
                <a:latin typeface="DVBW-TTSurekh" pitchFamily="2" charset="0"/>
              </a:rPr>
              <a:t>प्रमाणे</a:t>
            </a:r>
            <a:r>
              <a:rPr lang="en-US" sz="2400" b="1" dirty="0" smtClean="0">
                <a:solidFill>
                  <a:srgbClr val="002060"/>
                </a:solidFill>
                <a:latin typeface="DVBW-TTSurekh" pitchFamily="2" charset="0"/>
              </a:rPr>
              <a:t> </a:t>
            </a:r>
            <a:r>
              <a:rPr lang="en-US" sz="2400" b="1" dirty="0" err="1" smtClean="0">
                <a:solidFill>
                  <a:srgbClr val="002060"/>
                </a:solidFill>
                <a:latin typeface="DVBW-TTSurekh" pitchFamily="2" charset="0"/>
              </a:rPr>
              <a:t>एकुण</a:t>
            </a:r>
            <a:r>
              <a:rPr lang="en-US" sz="2400" b="1" dirty="0" smtClean="0">
                <a:solidFill>
                  <a:srgbClr val="002060"/>
                </a:solidFill>
                <a:latin typeface="DVBW-TTSurekh" pitchFamily="2" charset="0"/>
              </a:rPr>
              <a:t> </a:t>
            </a:r>
            <a:r>
              <a:rPr lang="en-US" sz="3600" b="1" dirty="0" smtClean="0">
                <a:solidFill>
                  <a:srgbClr val="002060"/>
                </a:solidFill>
                <a:latin typeface="DVBW-TTSurekh" pitchFamily="2" charset="0"/>
              </a:rPr>
              <a:t>20</a:t>
            </a:r>
            <a:r>
              <a:rPr lang="en-US" sz="2400" b="1" dirty="0" smtClean="0">
                <a:solidFill>
                  <a:srgbClr val="002060"/>
                </a:solidFill>
                <a:latin typeface="DVBW-TTSurekh" pitchFamily="2" charset="0"/>
              </a:rPr>
              <a:t> </a:t>
            </a:r>
            <a:r>
              <a:rPr lang="en-US" sz="2400" b="1" dirty="0" err="1" smtClean="0">
                <a:solidFill>
                  <a:srgbClr val="002060"/>
                </a:solidFill>
                <a:latin typeface="DVBW-TTSurekh" pitchFamily="2" charset="0"/>
              </a:rPr>
              <a:t>दीवस</a:t>
            </a:r>
            <a:r>
              <a:rPr lang="en-US" sz="2400" b="1" dirty="0" smtClean="0">
                <a:solidFill>
                  <a:srgbClr val="002060"/>
                </a:solidFill>
                <a:latin typeface="DVBW-TTSurekh" pitchFamily="2" charset="0"/>
              </a:rPr>
              <a:t> </a:t>
            </a:r>
            <a:r>
              <a:rPr lang="en-US" sz="2400" b="1" dirty="0" err="1" smtClean="0">
                <a:solidFill>
                  <a:srgbClr val="002060"/>
                </a:solidFill>
                <a:latin typeface="DVBW-TTSurekh" pitchFamily="2" charset="0"/>
              </a:rPr>
              <a:t>चारा</a:t>
            </a:r>
            <a:r>
              <a:rPr lang="en-US" sz="2400" b="1" dirty="0" smtClean="0">
                <a:solidFill>
                  <a:srgbClr val="002060"/>
                </a:solidFill>
                <a:latin typeface="DVBW-TTSurekh" pitchFamily="2" charset="0"/>
              </a:rPr>
              <a:t> </a:t>
            </a:r>
            <a:r>
              <a:rPr lang="en-US" sz="2400" b="1" dirty="0" err="1" smtClean="0">
                <a:solidFill>
                  <a:srgbClr val="002060"/>
                </a:solidFill>
                <a:latin typeface="DVBW-TTSurekh" pitchFamily="2" charset="0"/>
              </a:rPr>
              <a:t>कापणी</a:t>
            </a:r>
            <a:r>
              <a:rPr lang="en-US" sz="2400" b="1" dirty="0" smtClean="0">
                <a:solidFill>
                  <a:srgbClr val="002060"/>
                </a:solidFill>
                <a:latin typeface="DVBW-TTSurekh" pitchFamily="2" charset="0"/>
              </a:rPr>
              <a:t> </a:t>
            </a:r>
            <a:r>
              <a:rPr lang="en-US" sz="2400" b="1" dirty="0" err="1" smtClean="0">
                <a:solidFill>
                  <a:srgbClr val="002060"/>
                </a:solidFill>
                <a:latin typeface="DVBW-TTSurekh" pitchFamily="2" charset="0"/>
              </a:rPr>
              <a:t>करावी</a:t>
            </a:r>
            <a:r>
              <a:rPr lang="en-US" sz="2400" b="1" dirty="0" smtClean="0">
                <a:solidFill>
                  <a:srgbClr val="002060"/>
                </a:solidFill>
                <a:latin typeface="DVBW-TTSurekh" pitchFamily="2" charset="0"/>
              </a:rPr>
              <a:t>. </a:t>
            </a:r>
            <a:r>
              <a:rPr lang="en-US" sz="2400" b="1" dirty="0" err="1" smtClean="0">
                <a:solidFill>
                  <a:srgbClr val="002060"/>
                </a:solidFill>
                <a:latin typeface="DVBW-TTSurekh" pitchFamily="2" charset="0"/>
              </a:rPr>
              <a:t>असें</a:t>
            </a:r>
            <a:r>
              <a:rPr lang="en-US" sz="2400" b="1" dirty="0" smtClean="0">
                <a:solidFill>
                  <a:srgbClr val="002060"/>
                </a:solidFill>
                <a:latin typeface="DVBW-TTSurekh" pitchFamily="2" charset="0"/>
              </a:rPr>
              <a:t> </a:t>
            </a:r>
            <a:r>
              <a:rPr lang="en-US" sz="2400" b="1" dirty="0" err="1" smtClean="0">
                <a:solidFill>
                  <a:srgbClr val="002060"/>
                </a:solidFill>
                <a:latin typeface="DVBW-TTSurekh" pitchFamily="2" charset="0"/>
              </a:rPr>
              <a:t>एकुण</a:t>
            </a:r>
            <a:r>
              <a:rPr lang="en-US" sz="2400" b="1" dirty="0" smtClean="0">
                <a:solidFill>
                  <a:srgbClr val="002060"/>
                </a:solidFill>
                <a:latin typeface="DVBW-TTSurekh" pitchFamily="2" charset="0"/>
              </a:rPr>
              <a:t> </a:t>
            </a:r>
            <a:r>
              <a:rPr lang="en-US" sz="3600" b="1" dirty="0" smtClean="0">
                <a:solidFill>
                  <a:srgbClr val="002060"/>
                </a:solidFill>
                <a:latin typeface="DVBW-TTSurekh" pitchFamily="2" charset="0"/>
              </a:rPr>
              <a:t>40 </a:t>
            </a:r>
            <a:r>
              <a:rPr lang="en-US" sz="2400" b="1" dirty="0" err="1" smtClean="0">
                <a:solidFill>
                  <a:srgbClr val="002060"/>
                </a:solidFill>
                <a:latin typeface="DVBW-TTSurekh" pitchFamily="2" charset="0"/>
              </a:rPr>
              <a:t>दिवस</a:t>
            </a:r>
            <a:r>
              <a:rPr lang="en-US" sz="2400" b="1" dirty="0" smtClean="0">
                <a:solidFill>
                  <a:srgbClr val="002060"/>
                </a:solidFill>
                <a:latin typeface="DVBW-TTSurekh" pitchFamily="2" charset="0"/>
              </a:rPr>
              <a:t> </a:t>
            </a:r>
            <a:r>
              <a:rPr lang="en-US" sz="2400" b="1" dirty="0" err="1" smtClean="0">
                <a:solidFill>
                  <a:srgbClr val="002060"/>
                </a:solidFill>
                <a:latin typeface="DVBW-TTSurekh" pitchFamily="2" charset="0"/>
              </a:rPr>
              <a:t>चारा</a:t>
            </a:r>
            <a:r>
              <a:rPr lang="en-US" sz="2400" b="1" dirty="0" smtClean="0">
                <a:solidFill>
                  <a:srgbClr val="002060"/>
                </a:solidFill>
                <a:latin typeface="DVBW-TTSurekh" pitchFamily="2" charset="0"/>
              </a:rPr>
              <a:t> </a:t>
            </a:r>
            <a:r>
              <a:rPr lang="en-US" sz="2400" b="1" dirty="0" err="1" smtClean="0">
                <a:solidFill>
                  <a:srgbClr val="002060"/>
                </a:solidFill>
                <a:latin typeface="DVBW-TTSurekh" pitchFamily="2" charset="0"/>
              </a:rPr>
              <a:t>पुरेसा</a:t>
            </a:r>
            <a:r>
              <a:rPr lang="en-US" sz="2400" b="1" dirty="0" smtClean="0">
                <a:solidFill>
                  <a:srgbClr val="002060"/>
                </a:solidFill>
                <a:latin typeface="DVBW-TTSurekh" pitchFamily="2" charset="0"/>
              </a:rPr>
              <a:t> </a:t>
            </a:r>
            <a:r>
              <a:rPr lang="en-US" sz="2400" b="1" dirty="0" err="1" smtClean="0">
                <a:solidFill>
                  <a:srgbClr val="002060"/>
                </a:solidFill>
                <a:latin typeface="DVBW-TTSurekh" pitchFamily="2" charset="0"/>
              </a:rPr>
              <a:t>होईल</a:t>
            </a:r>
            <a:r>
              <a:rPr lang="en-US" sz="2400" b="1" dirty="0" smtClean="0">
                <a:solidFill>
                  <a:srgbClr val="002060"/>
                </a:solidFill>
                <a:latin typeface="DVBW-TTSurekh" pitchFamily="2" charset="0"/>
              </a:rPr>
              <a:t>. </a:t>
            </a:r>
            <a:r>
              <a:rPr lang="en-US" sz="2400" b="1" dirty="0" err="1" smtClean="0">
                <a:solidFill>
                  <a:srgbClr val="002060"/>
                </a:solidFill>
                <a:latin typeface="DVBW-TTSurekh" pitchFamily="2" charset="0"/>
              </a:rPr>
              <a:t>आणी</a:t>
            </a:r>
            <a:r>
              <a:rPr lang="en-US" sz="2400" b="1" dirty="0" smtClean="0">
                <a:solidFill>
                  <a:srgbClr val="002060"/>
                </a:solidFill>
                <a:latin typeface="DVBW-TTSurekh" pitchFamily="2" charset="0"/>
              </a:rPr>
              <a:t> </a:t>
            </a:r>
            <a:r>
              <a:rPr lang="en-US" sz="2400" b="1" dirty="0" err="1" smtClean="0">
                <a:solidFill>
                  <a:srgbClr val="002060"/>
                </a:solidFill>
                <a:latin typeface="DVBW-TTSurekh" pitchFamily="2" charset="0"/>
              </a:rPr>
              <a:t>त्यानंतर</a:t>
            </a:r>
            <a:r>
              <a:rPr lang="en-US" sz="2400" b="1" dirty="0" smtClean="0">
                <a:solidFill>
                  <a:srgbClr val="002060"/>
                </a:solidFill>
                <a:latin typeface="DVBW-TTSurekh" pitchFamily="2" charset="0"/>
              </a:rPr>
              <a:t> </a:t>
            </a:r>
            <a:r>
              <a:rPr lang="en-US" sz="2400" b="1" dirty="0" err="1" smtClean="0">
                <a:solidFill>
                  <a:srgbClr val="002060"/>
                </a:solidFill>
                <a:latin typeface="DVBW-TTSurekh" pitchFamily="2" charset="0"/>
              </a:rPr>
              <a:t>पहील्या</a:t>
            </a:r>
            <a:r>
              <a:rPr lang="en-US" sz="2400" b="1" dirty="0" smtClean="0">
                <a:solidFill>
                  <a:srgbClr val="002060"/>
                </a:solidFill>
                <a:latin typeface="DVBW-TTSurekh" pitchFamily="2" charset="0"/>
              </a:rPr>
              <a:t> </a:t>
            </a:r>
            <a:r>
              <a:rPr lang="en-US" sz="2400" b="1" dirty="0" err="1" smtClean="0">
                <a:solidFill>
                  <a:srgbClr val="002060"/>
                </a:solidFill>
                <a:latin typeface="DVBW-TTSurekh" pitchFamily="2" charset="0"/>
              </a:rPr>
              <a:t>पेरणीतील</a:t>
            </a:r>
            <a:r>
              <a:rPr lang="en-US" sz="2400" b="1" dirty="0" smtClean="0">
                <a:solidFill>
                  <a:srgbClr val="002060"/>
                </a:solidFill>
                <a:latin typeface="DVBW-TTSurekh" pitchFamily="2" charset="0"/>
              </a:rPr>
              <a:t> </a:t>
            </a:r>
            <a:r>
              <a:rPr lang="en-US" sz="2400" b="1" dirty="0" err="1" smtClean="0">
                <a:solidFill>
                  <a:srgbClr val="002060"/>
                </a:solidFill>
                <a:latin typeface="DVBW-TTSurekh" pitchFamily="2" charset="0"/>
              </a:rPr>
              <a:t>गवत</a:t>
            </a:r>
            <a:r>
              <a:rPr lang="en-US" sz="2400" b="1" dirty="0" smtClean="0">
                <a:solidFill>
                  <a:srgbClr val="002060"/>
                </a:solidFill>
                <a:latin typeface="DVBW-TTSurekh" pitchFamily="2" charset="0"/>
              </a:rPr>
              <a:t> </a:t>
            </a:r>
            <a:r>
              <a:rPr lang="en-US" sz="2400" b="1" dirty="0" err="1" smtClean="0">
                <a:solidFill>
                  <a:srgbClr val="002060"/>
                </a:solidFill>
                <a:latin typeface="DVBW-TTSurekh" pitchFamily="2" charset="0"/>
              </a:rPr>
              <a:t>कापणीस</a:t>
            </a:r>
            <a:r>
              <a:rPr lang="en-US" sz="2400" b="1" dirty="0" smtClean="0">
                <a:solidFill>
                  <a:srgbClr val="002060"/>
                </a:solidFill>
                <a:latin typeface="DVBW-TTSurekh" pitchFamily="2" charset="0"/>
              </a:rPr>
              <a:t> </a:t>
            </a:r>
            <a:r>
              <a:rPr lang="en-US" sz="2400" b="1" dirty="0" err="1" smtClean="0">
                <a:solidFill>
                  <a:srgbClr val="002060"/>
                </a:solidFill>
                <a:latin typeface="DVBW-TTSurekh" pitchFamily="2" charset="0"/>
              </a:rPr>
              <a:t>आलेले</a:t>
            </a:r>
            <a:r>
              <a:rPr lang="en-US" sz="2400" b="1" dirty="0" smtClean="0">
                <a:solidFill>
                  <a:srgbClr val="002060"/>
                </a:solidFill>
                <a:latin typeface="DVBW-TTSurekh" pitchFamily="2" charset="0"/>
              </a:rPr>
              <a:t> </a:t>
            </a:r>
            <a:r>
              <a:rPr lang="en-US" sz="2400" b="1" dirty="0" err="1" smtClean="0">
                <a:solidFill>
                  <a:srgbClr val="002060"/>
                </a:solidFill>
                <a:latin typeface="DVBW-TTSurekh" pitchFamily="2" charset="0"/>
              </a:rPr>
              <a:t>असेल</a:t>
            </a:r>
            <a:r>
              <a:rPr lang="en-US" sz="2400" b="1" dirty="0" smtClean="0">
                <a:solidFill>
                  <a:srgbClr val="002060"/>
                </a:solidFill>
                <a:latin typeface="DVBW-TTSurekh" pitchFamily="2" charset="0"/>
              </a:rPr>
              <a:t>.</a:t>
            </a:r>
            <a:endParaRPr lang="en-IN" sz="24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https://3.imimg.com/data3/OY/KW/MY-7589623/desmanthus-velimasal-500x50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52600" y="2286000"/>
            <a:ext cx="5867400" cy="4400550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VBW-TTSurekh" pitchFamily="2" charset="0"/>
              </a:rPr>
              <a:t> </a:t>
            </a:r>
            <a:r>
              <a:rPr lang="en-IN" sz="2800" b="1" dirty="0" err="1" smtClean="0">
                <a:solidFill>
                  <a:srgbClr val="002060"/>
                </a:solidFill>
              </a:rPr>
              <a:t>हायब्रिड</a:t>
            </a:r>
            <a:r>
              <a:rPr lang="en-IN" sz="2800" b="1" dirty="0" smtClean="0">
                <a:solidFill>
                  <a:srgbClr val="002060"/>
                </a:solidFill>
              </a:rPr>
              <a:t> </a:t>
            </a:r>
            <a:r>
              <a:rPr lang="en-IN" sz="2800" b="1" dirty="0" err="1" smtClean="0">
                <a:solidFill>
                  <a:srgbClr val="002060"/>
                </a:solidFill>
              </a:rPr>
              <a:t>नेपियर</a:t>
            </a:r>
            <a:r>
              <a:rPr lang="en-IN" sz="2800" b="1" dirty="0" smtClean="0">
                <a:solidFill>
                  <a:srgbClr val="002060"/>
                </a:solidFill>
              </a:rPr>
              <a:t> </a:t>
            </a:r>
            <a:r>
              <a:rPr lang="en-IN" sz="2800" b="1" dirty="0" err="1" smtClean="0">
                <a:solidFill>
                  <a:srgbClr val="002060"/>
                </a:solidFill>
              </a:rPr>
              <a:t>पेरतांना</a:t>
            </a:r>
            <a:r>
              <a:rPr lang="en-IN" sz="2800" b="1" dirty="0" smtClean="0">
                <a:solidFill>
                  <a:srgbClr val="002060"/>
                </a:solidFill>
              </a:rPr>
              <a:t> </a:t>
            </a:r>
            <a:r>
              <a:rPr lang="en-IN" sz="2800" b="1" dirty="0" err="1" smtClean="0">
                <a:solidFill>
                  <a:srgbClr val="002060"/>
                </a:solidFill>
              </a:rPr>
              <a:t>दोन</a:t>
            </a:r>
            <a:r>
              <a:rPr lang="en-IN" sz="2800" b="1" dirty="0" smtClean="0">
                <a:solidFill>
                  <a:srgbClr val="002060"/>
                </a:solidFill>
              </a:rPr>
              <a:t> </a:t>
            </a:r>
            <a:r>
              <a:rPr lang="en-IN" sz="2800" b="1" dirty="0" err="1" smtClean="0">
                <a:solidFill>
                  <a:srgbClr val="002060"/>
                </a:solidFill>
              </a:rPr>
              <a:t>ओळींमध्ये</a:t>
            </a:r>
            <a:r>
              <a:rPr lang="en-IN" sz="2800" b="1" dirty="0" smtClean="0">
                <a:solidFill>
                  <a:srgbClr val="002060"/>
                </a:solidFill>
              </a:rPr>
              <a:t> </a:t>
            </a:r>
            <a:r>
              <a:rPr lang="en-IN" sz="2800" b="1" dirty="0" err="1" smtClean="0">
                <a:solidFill>
                  <a:srgbClr val="002060"/>
                </a:solidFill>
              </a:rPr>
              <a:t>सोडलेल्या</a:t>
            </a:r>
            <a:r>
              <a:rPr lang="en-IN" sz="2800" b="1" dirty="0" smtClean="0">
                <a:solidFill>
                  <a:srgbClr val="002060"/>
                </a:solidFill>
              </a:rPr>
              <a:t> 4 </a:t>
            </a:r>
            <a:r>
              <a:rPr lang="en-IN" sz="2800" b="1" dirty="0" err="1" smtClean="0">
                <a:solidFill>
                  <a:srgbClr val="002060"/>
                </a:solidFill>
              </a:rPr>
              <a:t>फुट</a:t>
            </a:r>
            <a:r>
              <a:rPr lang="en-IN" sz="2800" b="1" dirty="0" smtClean="0">
                <a:solidFill>
                  <a:srgbClr val="002060"/>
                </a:solidFill>
              </a:rPr>
              <a:t> </a:t>
            </a:r>
            <a:r>
              <a:rPr lang="en-IN" sz="2800" b="1" dirty="0" err="1" smtClean="0">
                <a:solidFill>
                  <a:srgbClr val="002060"/>
                </a:solidFill>
              </a:rPr>
              <a:t>जागेत</a:t>
            </a:r>
            <a:r>
              <a:rPr lang="en-IN" sz="2800" b="1" dirty="0" smtClean="0">
                <a:solidFill>
                  <a:srgbClr val="002060"/>
                </a:solidFill>
              </a:rPr>
              <a:t> </a:t>
            </a:r>
            <a:r>
              <a:rPr lang="en-IN" sz="2800" b="1" dirty="0" err="1" smtClean="0">
                <a:solidFill>
                  <a:srgbClr val="002060"/>
                </a:solidFill>
              </a:rPr>
              <a:t>दशरथ</a:t>
            </a:r>
            <a:r>
              <a:rPr lang="en-IN" sz="2800" b="1" dirty="0" smtClean="0">
                <a:solidFill>
                  <a:srgbClr val="002060"/>
                </a:solidFill>
              </a:rPr>
              <a:t> </a:t>
            </a:r>
            <a:r>
              <a:rPr lang="en-IN" sz="2800" b="1" dirty="0" err="1" smtClean="0">
                <a:solidFill>
                  <a:srgbClr val="002060"/>
                </a:solidFill>
              </a:rPr>
              <a:t>यासारख्या</a:t>
            </a:r>
            <a:r>
              <a:rPr lang="en-IN" sz="2800" b="1" dirty="0" smtClean="0">
                <a:solidFill>
                  <a:srgbClr val="002060"/>
                </a:solidFill>
              </a:rPr>
              <a:t>  </a:t>
            </a:r>
            <a:r>
              <a:rPr lang="en-IN" sz="2800" b="1" dirty="0" err="1" smtClean="0">
                <a:solidFill>
                  <a:srgbClr val="002060"/>
                </a:solidFill>
              </a:rPr>
              <a:t>व्दीदल</a:t>
            </a:r>
            <a:r>
              <a:rPr lang="en-IN" sz="2800" b="1" dirty="0" smtClean="0">
                <a:solidFill>
                  <a:srgbClr val="002060"/>
                </a:solidFill>
              </a:rPr>
              <a:t> </a:t>
            </a:r>
            <a:r>
              <a:rPr lang="en-IN" sz="2800" b="1" dirty="0" err="1" smtClean="0">
                <a:solidFill>
                  <a:srgbClr val="002060"/>
                </a:solidFill>
              </a:rPr>
              <a:t>बहुवार्षीक</a:t>
            </a:r>
            <a:r>
              <a:rPr lang="en-IN" sz="2800" b="1" dirty="0" smtClean="0">
                <a:solidFill>
                  <a:srgbClr val="002060"/>
                </a:solidFill>
              </a:rPr>
              <a:t> </a:t>
            </a:r>
            <a:r>
              <a:rPr lang="en-IN" sz="2800" b="1" dirty="0" err="1" smtClean="0">
                <a:solidFill>
                  <a:srgbClr val="002060"/>
                </a:solidFill>
              </a:rPr>
              <a:t>चारापिकाची</a:t>
            </a:r>
            <a:r>
              <a:rPr lang="en-IN" sz="2800" b="1" dirty="0" smtClean="0">
                <a:solidFill>
                  <a:srgbClr val="002060"/>
                </a:solidFill>
              </a:rPr>
              <a:t> </a:t>
            </a:r>
            <a:r>
              <a:rPr lang="en-IN" sz="2800" b="1" dirty="0" err="1" smtClean="0">
                <a:solidFill>
                  <a:srgbClr val="002060"/>
                </a:solidFill>
              </a:rPr>
              <a:t>लागवड</a:t>
            </a:r>
            <a:r>
              <a:rPr lang="en-IN" sz="2800" b="1" dirty="0" smtClean="0">
                <a:solidFill>
                  <a:srgbClr val="002060"/>
                </a:solidFill>
              </a:rPr>
              <a:t> </a:t>
            </a:r>
            <a:r>
              <a:rPr lang="en-IN" sz="2800" b="1" dirty="0" err="1" smtClean="0">
                <a:solidFill>
                  <a:srgbClr val="002060"/>
                </a:solidFill>
              </a:rPr>
              <a:t>केल्यास</a:t>
            </a:r>
            <a:r>
              <a:rPr lang="en-IN" sz="2800" b="1" dirty="0" smtClean="0">
                <a:solidFill>
                  <a:srgbClr val="002060"/>
                </a:solidFill>
              </a:rPr>
              <a:t> </a:t>
            </a:r>
            <a:r>
              <a:rPr lang="en-IN" sz="2800" b="1" dirty="0" err="1" smtClean="0">
                <a:solidFill>
                  <a:srgbClr val="002060"/>
                </a:solidFill>
              </a:rPr>
              <a:t>कापणी</a:t>
            </a:r>
            <a:r>
              <a:rPr lang="en-IN" sz="2800" b="1" dirty="0" smtClean="0">
                <a:solidFill>
                  <a:srgbClr val="002060"/>
                </a:solidFill>
              </a:rPr>
              <a:t> </a:t>
            </a:r>
            <a:r>
              <a:rPr lang="en-IN" sz="2800" b="1" dirty="0" err="1" smtClean="0">
                <a:solidFill>
                  <a:srgbClr val="002060"/>
                </a:solidFill>
              </a:rPr>
              <a:t>करतांनाच</a:t>
            </a:r>
            <a:r>
              <a:rPr lang="en-IN" sz="2800" b="1" dirty="0" smtClean="0">
                <a:solidFill>
                  <a:srgbClr val="002060"/>
                </a:solidFill>
              </a:rPr>
              <a:t> </a:t>
            </a:r>
            <a:r>
              <a:rPr lang="en-IN" sz="2800" b="1" dirty="0" err="1" smtClean="0">
                <a:solidFill>
                  <a:srgbClr val="002060"/>
                </a:solidFill>
              </a:rPr>
              <a:t>उर्वरीत</a:t>
            </a:r>
            <a:r>
              <a:rPr lang="en-IN" sz="2800" b="1" dirty="0" smtClean="0">
                <a:solidFill>
                  <a:srgbClr val="002060"/>
                </a:solidFill>
              </a:rPr>
              <a:t> 6 </a:t>
            </a:r>
            <a:r>
              <a:rPr lang="en-IN" sz="2800" b="1" dirty="0" err="1" smtClean="0">
                <a:solidFill>
                  <a:srgbClr val="002060"/>
                </a:solidFill>
              </a:rPr>
              <a:t>कीलो</a:t>
            </a:r>
            <a:r>
              <a:rPr lang="en-IN" sz="2800" b="1" dirty="0" smtClean="0">
                <a:solidFill>
                  <a:srgbClr val="002060"/>
                </a:solidFill>
              </a:rPr>
              <a:t> </a:t>
            </a:r>
            <a:r>
              <a:rPr lang="en-IN" sz="2800" b="1" dirty="0" err="1" smtClean="0">
                <a:solidFill>
                  <a:srgbClr val="002060"/>
                </a:solidFill>
              </a:rPr>
              <a:t>चारा</a:t>
            </a:r>
            <a:r>
              <a:rPr lang="en-IN" sz="2800" b="1" dirty="0" smtClean="0">
                <a:solidFill>
                  <a:srgbClr val="002060"/>
                </a:solidFill>
              </a:rPr>
              <a:t> </a:t>
            </a:r>
            <a:r>
              <a:rPr lang="en-IN" sz="2800" b="1" dirty="0" err="1" smtClean="0">
                <a:solidFill>
                  <a:srgbClr val="002060"/>
                </a:solidFill>
              </a:rPr>
              <a:t>सोबतच</a:t>
            </a:r>
            <a:r>
              <a:rPr lang="en-IN" sz="2800" b="1" dirty="0" smtClean="0">
                <a:solidFill>
                  <a:srgbClr val="002060"/>
                </a:solidFill>
              </a:rPr>
              <a:t> </a:t>
            </a:r>
            <a:r>
              <a:rPr lang="en-IN" sz="2800" b="1" dirty="0" err="1" smtClean="0">
                <a:solidFill>
                  <a:srgbClr val="002060"/>
                </a:solidFill>
              </a:rPr>
              <a:t>कापला</a:t>
            </a:r>
            <a:r>
              <a:rPr lang="en-IN" sz="2800" b="1" dirty="0" smtClean="0">
                <a:solidFill>
                  <a:srgbClr val="002060"/>
                </a:solidFill>
              </a:rPr>
              <a:t> </a:t>
            </a:r>
            <a:r>
              <a:rPr lang="en-IN" sz="2800" b="1" dirty="0" err="1" smtClean="0">
                <a:solidFill>
                  <a:srgbClr val="002060"/>
                </a:solidFill>
              </a:rPr>
              <a:t>जाउन</a:t>
            </a:r>
            <a:r>
              <a:rPr lang="en-IN" sz="2800" b="1" dirty="0" smtClean="0">
                <a:solidFill>
                  <a:srgbClr val="002060"/>
                </a:solidFill>
              </a:rPr>
              <a:t> </a:t>
            </a:r>
            <a:r>
              <a:rPr lang="en-IN" sz="2800" b="1" dirty="0" err="1" smtClean="0">
                <a:solidFill>
                  <a:srgbClr val="002060"/>
                </a:solidFill>
              </a:rPr>
              <a:t>जनावराला</a:t>
            </a:r>
            <a:r>
              <a:rPr lang="en-IN" sz="2800" b="1" dirty="0" smtClean="0">
                <a:solidFill>
                  <a:srgbClr val="002060"/>
                </a:solidFill>
              </a:rPr>
              <a:t>  </a:t>
            </a:r>
            <a:r>
              <a:rPr lang="en-IN" sz="2800" b="1" dirty="0" err="1" smtClean="0">
                <a:solidFill>
                  <a:srgbClr val="002060"/>
                </a:solidFill>
              </a:rPr>
              <a:t>आवश्यक</a:t>
            </a:r>
            <a:r>
              <a:rPr lang="en-IN" sz="2800" b="1" dirty="0" smtClean="0">
                <a:solidFill>
                  <a:srgbClr val="002060"/>
                </a:solidFill>
              </a:rPr>
              <a:t> </a:t>
            </a:r>
            <a:r>
              <a:rPr lang="en-IN" sz="2800" b="1" dirty="0" err="1" smtClean="0">
                <a:solidFill>
                  <a:srgbClr val="002060"/>
                </a:solidFill>
              </a:rPr>
              <a:t>तेवढा</a:t>
            </a:r>
            <a:r>
              <a:rPr lang="en-IN" sz="2800" b="1" dirty="0" smtClean="0">
                <a:solidFill>
                  <a:srgbClr val="002060"/>
                </a:solidFill>
              </a:rPr>
              <a:t> </a:t>
            </a:r>
            <a:r>
              <a:rPr lang="en-IN" sz="2800" b="1" dirty="0" err="1" smtClean="0">
                <a:solidFill>
                  <a:srgbClr val="002060"/>
                </a:solidFill>
              </a:rPr>
              <a:t>मुबलक</a:t>
            </a:r>
            <a:r>
              <a:rPr lang="en-IN" sz="2800" b="1" dirty="0" smtClean="0">
                <a:solidFill>
                  <a:srgbClr val="002060"/>
                </a:solidFill>
              </a:rPr>
              <a:t> </a:t>
            </a:r>
            <a:r>
              <a:rPr lang="en-IN" sz="2800" b="1" dirty="0" err="1" smtClean="0">
                <a:solidFill>
                  <a:srgbClr val="002060"/>
                </a:solidFill>
              </a:rPr>
              <a:t>हीरवा</a:t>
            </a:r>
            <a:r>
              <a:rPr lang="en-IN" sz="2800" b="1" dirty="0" smtClean="0">
                <a:solidFill>
                  <a:srgbClr val="002060"/>
                </a:solidFill>
              </a:rPr>
              <a:t> </a:t>
            </a:r>
            <a:r>
              <a:rPr lang="en-IN" sz="2800" b="1" dirty="0" err="1" smtClean="0">
                <a:solidFill>
                  <a:srgbClr val="002060"/>
                </a:solidFill>
              </a:rPr>
              <a:t>चारा</a:t>
            </a:r>
            <a:r>
              <a:rPr lang="en-IN" sz="2800" b="1" dirty="0" smtClean="0">
                <a:solidFill>
                  <a:srgbClr val="002060"/>
                </a:solidFill>
              </a:rPr>
              <a:t> </a:t>
            </a:r>
            <a:r>
              <a:rPr lang="en-IN" sz="2800" b="1" dirty="0" err="1" smtClean="0">
                <a:solidFill>
                  <a:srgbClr val="002060"/>
                </a:solidFill>
              </a:rPr>
              <a:t>वर्षभर</a:t>
            </a:r>
            <a:r>
              <a:rPr lang="en-IN" sz="2800" b="1" dirty="0" smtClean="0">
                <a:solidFill>
                  <a:srgbClr val="002060"/>
                </a:solidFill>
              </a:rPr>
              <a:t> </a:t>
            </a:r>
            <a:r>
              <a:rPr lang="en-IN" sz="2800" b="1" dirty="0" err="1" smtClean="0">
                <a:solidFill>
                  <a:srgbClr val="002060"/>
                </a:solidFill>
              </a:rPr>
              <a:t>रोज</a:t>
            </a:r>
            <a:r>
              <a:rPr lang="en-IN" sz="2800" b="1" dirty="0" smtClean="0">
                <a:solidFill>
                  <a:srgbClr val="002060"/>
                </a:solidFill>
              </a:rPr>
              <a:t> </a:t>
            </a:r>
            <a:r>
              <a:rPr lang="en-IN" sz="2800" b="1" dirty="0" err="1" smtClean="0">
                <a:solidFill>
                  <a:srgbClr val="002060"/>
                </a:solidFill>
              </a:rPr>
              <a:t>उपलब्ध</a:t>
            </a:r>
            <a:r>
              <a:rPr lang="en-IN" sz="2800" b="1" dirty="0" smtClean="0">
                <a:solidFill>
                  <a:srgbClr val="002060"/>
                </a:solidFill>
              </a:rPr>
              <a:t> </a:t>
            </a:r>
            <a:r>
              <a:rPr lang="en-IN" sz="2800" b="1" dirty="0" err="1" smtClean="0">
                <a:solidFill>
                  <a:srgbClr val="002060"/>
                </a:solidFill>
              </a:rPr>
              <a:t>होउ</a:t>
            </a:r>
            <a:r>
              <a:rPr lang="en-IN" sz="2800" b="1" dirty="0" smtClean="0">
                <a:solidFill>
                  <a:srgbClr val="002060"/>
                </a:solidFill>
              </a:rPr>
              <a:t> </a:t>
            </a:r>
            <a:r>
              <a:rPr lang="en-IN" sz="2800" b="1" dirty="0" err="1" smtClean="0">
                <a:solidFill>
                  <a:srgbClr val="002060"/>
                </a:solidFill>
              </a:rPr>
              <a:t>शकतो</a:t>
            </a:r>
            <a:r>
              <a:rPr lang="en-IN" sz="2800" b="1" dirty="0" smtClean="0">
                <a:solidFill>
                  <a:srgbClr val="002060"/>
                </a:solidFill>
              </a:rPr>
              <a:t>.</a:t>
            </a:r>
            <a:endParaRPr lang="en-IN" sz="28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6200" y="152402"/>
          <a:ext cx="8915400" cy="6604946"/>
        </p:xfrm>
        <a:graphic>
          <a:graphicData uri="http://schemas.openxmlformats.org/drawingml/2006/table">
            <a:tbl>
              <a:tblPr/>
              <a:tblGrid>
                <a:gridCol w="1828799"/>
                <a:gridCol w="1447800"/>
                <a:gridCol w="1371600"/>
                <a:gridCol w="1295400"/>
                <a:gridCol w="1447800"/>
                <a:gridCol w="1524001"/>
              </a:tblGrid>
              <a:tr h="841168">
                <a:tc gridSpan="6">
                  <a:txBody>
                    <a:bodyPr/>
                    <a:lstStyle/>
                    <a:p>
                      <a:pPr algn="l" fontAlgn="ctr"/>
                      <a:r>
                        <a:rPr lang="en-IN" sz="2400" b="1" i="0" u="none" strike="noStrike" dirty="0" smtClean="0">
                          <a:solidFill>
                            <a:srgbClr val="1F12C4"/>
                          </a:solidFill>
                          <a:latin typeface="Times New Roman"/>
                        </a:rPr>
                        <a:t>                </a:t>
                      </a:r>
                      <a:r>
                        <a:rPr lang="mr-IN" sz="3600" b="1" i="0" u="none" strike="noStrike" dirty="0" smtClean="0">
                          <a:solidFill>
                            <a:srgbClr val="1F12C4"/>
                          </a:solidFill>
                          <a:latin typeface="Times New Roman"/>
                        </a:rPr>
                        <a:t>सर्वसाधारण </a:t>
                      </a:r>
                      <a:r>
                        <a:rPr lang="mr-IN" sz="3600" b="1" i="0" u="none" strike="noStrike" dirty="0">
                          <a:solidFill>
                            <a:srgbClr val="1F12C4"/>
                          </a:solidFill>
                          <a:latin typeface="Times New Roman"/>
                        </a:rPr>
                        <a:t>पिके व त्यापासुन उत्पन्न</a:t>
                      </a:r>
                      <a:endParaRPr lang="mr-IN" sz="2400" b="1" i="0" u="none" strike="noStrike" dirty="0">
                        <a:solidFill>
                          <a:srgbClr val="1F12C4"/>
                        </a:solidFill>
                        <a:latin typeface="Times New Roman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1710376">
                <a:tc>
                  <a:txBody>
                    <a:bodyPr/>
                    <a:lstStyle/>
                    <a:p>
                      <a:pPr algn="ctr" fontAlgn="ctr"/>
                      <a:r>
                        <a:rPr lang="mr-IN" sz="3200" b="0" i="0" u="none" strike="noStrike" dirty="0">
                          <a:solidFill>
                            <a:srgbClr val="1F12C4"/>
                          </a:solidFill>
                          <a:latin typeface="Times New Roman"/>
                        </a:rPr>
                        <a:t>पिक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mr-IN" sz="2400" b="1" i="0" u="none" strike="noStrike" dirty="0">
                          <a:solidFill>
                            <a:srgbClr val="1F12C4"/>
                          </a:solidFill>
                          <a:latin typeface="Times New Roman"/>
                        </a:rPr>
                        <a:t>एकरी खर्च रुपये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mr-IN" sz="2400" b="1" i="0" u="none" strike="noStrike" dirty="0">
                          <a:solidFill>
                            <a:srgbClr val="1F12C4"/>
                          </a:solidFill>
                          <a:latin typeface="Times New Roman"/>
                        </a:rPr>
                        <a:t>एकरी उत्पन्न क्वींटल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mr-IN" sz="2400" b="1" i="0" u="none" strike="noStrike" dirty="0">
                          <a:solidFill>
                            <a:srgbClr val="1F12C4"/>
                          </a:solidFill>
                          <a:latin typeface="Times New Roman"/>
                        </a:rPr>
                        <a:t>विक्री दर प्रती क्वींटल </a:t>
                      </a:r>
                      <a:r>
                        <a:rPr lang="en-IN" sz="2400" b="1" i="0" u="none" strike="noStrike" dirty="0" err="1">
                          <a:solidFill>
                            <a:srgbClr val="1F12C4"/>
                          </a:solidFill>
                          <a:latin typeface="Times New Roman"/>
                        </a:rPr>
                        <a:t>MSP</a:t>
                      </a:r>
                      <a:r>
                        <a:rPr lang="en-IN" sz="2400" b="1" i="0" u="none" strike="noStrike" dirty="0">
                          <a:solidFill>
                            <a:srgbClr val="1F12C4"/>
                          </a:solidFill>
                          <a:latin typeface="Times New Roman"/>
                        </a:rPr>
                        <a:t> (2017-18)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mr-IN" sz="2400" b="1" i="1" u="none" strike="noStrike">
                          <a:solidFill>
                            <a:srgbClr val="1F12C4"/>
                          </a:solidFill>
                          <a:latin typeface="Times New Roman"/>
                        </a:rPr>
                        <a:t>एकरी उत्पन्न रुपये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mr-IN" sz="2400" b="1" i="1" u="none" strike="noStrike">
                          <a:solidFill>
                            <a:srgbClr val="1F12C4"/>
                          </a:solidFill>
                          <a:latin typeface="Times New Roman"/>
                        </a:rPr>
                        <a:t>एकरी नफा रुपये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0779">
                <a:tc>
                  <a:txBody>
                    <a:bodyPr/>
                    <a:lstStyle/>
                    <a:p>
                      <a:pPr algn="ctr" fontAlgn="ctr"/>
                      <a:r>
                        <a:rPr lang="mr-IN" sz="3200" b="0" i="0" u="none" strike="noStrike" dirty="0">
                          <a:solidFill>
                            <a:srgbClr val="1F12C4"/>
                          </a:solidFill>
                          <a:latin typeface="Times New Roman"/>
                        </a:rPr>
                        <a:t>तुर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200" b="1" i="0" u="none" strike="noStrike" dirty="0">
                          <a:solidFill>
                            <a:srgbClr val="1F12C4"/>
                          </a:solidFill>
                          <a:latin typeface="Calibri"/>
                        </a:rPr>
                        <a:t>10000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200" b="1" i="0" u="none" strike="noStrike" dirty="0">
                          <a:solidFill>
                            <a:srgbClr val="1F12C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200" b="1" i="0" u="none" strike="noStrike" dirty="0">
                          <a:solidFill>
                            <a:srgbClr val="1F12C4"/>
                          </a:solidFill>
                          <a:latin typeface="Calibri"/>
                        </a:rPr>
                        <a:t>5450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200" b="1" i="0" u="none" strike="noStrike" dirty="0">
                          <a:solidFill>
                            <a:srgbClr val="1F12C4"/>
                          </a:solidFill>
                          <a:latin typeface="Times New Roman"/>
                        </a:rPr>
                        <a:t>16350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200" b="1" i="0" u="none" strike="noStrike" dirty="0">
                          <a:solidFill>
                            <a:srgbClr val="1F12C4"/>
                          </a:solidFill>
                          <a:latin typeface="Times New Roman"/>
                        </a:rPr>
                        <a:t>6350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0779">
                <a:tc>
                  <a:txBody>
                    <a:bodyPr/>
                    <a:lstStyle/>
                    <a:p>
                      <a:pPr algn="ctr" fontAlgn="ctr"/>
                      <a:r>
                        <a:rPr lang="mr-IN" sz="3200" b="0" i="0" u="none" strike="noStrike" dirty="0">
                          <a:solidFill>
                            <a:srgbClr val="1F12C4"/>
                          </a:solidFill>
                          <a:latin typeface="Times New Roman"/>
                        </a:rPr>
                        <a:t>कापुस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200" b="1" i="0" u="none" strike="noStrike" dirty="0">
                          <a:solidFill>
                            <a:srgbClr val="1F12C4"/>
                          </a:solidFill>
                          <a:latin typeface="Calibri"/>
                        </a:rPr>
                        <a:t>13000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200" b="1" i="0" u="none" strike="noStrike" dirty="0">
                          <a:solidFill>
                            <a:srgbClr val="1F12C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200" b="1" i="0" u="none" strike="noStrike" dirty="0">
                          <a:solidFill>
                            <a:srgbClr val="1F12C4"/>
                          </a:solidFill>
                          <a:latin typeface="Calibri"/>
                        </a:rPr>
                        <a:t>4320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200" b="1" i="0" u="none" strike="noStrike" dirty="0">
                          <a:solidFill>
                            <a:srgbClr val="1F12C4"/>
                          </a:solidFill>
                          <a:latin typeface="Times New Roman"/>
                        </a:rPr>
                        <a:t>21600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200" b="1" i="0" u="none" strike="noStrike">
                          <a:solidFill>
                            <a:srgbClr val="1F12C4"/>
                          </a:solidFill>
                          <a:latin typeface="Times New Roman"/>
                        </a:rPr>
                        <a:t>8600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0779">
                <a:tc>
                  <a:txBody>
                    <a:bodyPr/>
                    <a:lstStyle/>
                    <a:p>
                      <a:pPr algn="ctr" fontAlgn="ctr"/>
                      <a:r>
                        <a:rPr lang="mr-IN" sz="3200" b="0" i="0" u="none" strike="noStrike" dirty="0">
                          <a:solidFill>
                            <a:srgbClr val="1F12C4"/>
                          </a:solidFill>
                          <a:latin typeface="Times New Roman"/>
                        </a:rPr>
                        <a:t>सोयाबीन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200" b="1" i="0" u="none" strike="noStrike" dirty="0">
                          <a:solidFill>
                            <a:srgbClr val="1F12C4"/>
                          </a:solidFill>
                          <a:latin typeface="Calibri"/>
                        </a:rPr>
                        <a:t>8700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200" b="1" i="0" u="none" strike="noStrike" dirty="0">
                          <a:solidFill>
                            <a:srgbClr val="1F12C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200" b="1" i="0" u="none" strike="noStrike" dirty="0">
                          <a:solidFill>
                            <a:srgbClr val="1F12C4"/>
                          </a:solidFill>
                          <a:latin typeface="Calibri"/>
                        </a:rPr>
                        <a:t>3050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200" b="1" i="0" u="none" strike="noStrike" dirty="0">
                          <a:solidFill>
                            <a:srgbClr val="1F12C4"/>
                          </a:solidFill>
                          <a:latin typeface="Times New Roman"/>
                        </a:rPr>
                        <a:t>15250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200" b="1" i="0" u="none" strike="noStrike" dirty="0">
                          <a:solidFill>
                            <a:srgbClr val="1F12C4"/>
                          </a:solidFill>
                          <a:latin typeface="Times New Roman"/>
                        </a:rPr>
                        <a:t>6550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0779">
                <a:tc>
                  <a:txBody>
                    <a:bodyPr/>
                    <a:lstStyle/>
                    <a:p>
                      <a:pPr algn="ctr" fontAlgn="ctr"/>
                      <a:r>
                        <a:rPr lang="mr-IN" sz="3200" b="0" i="0" u="none" strike="noStrike" dirty="0">
                          <a:solidFill>
                            <a:srgbClr val="1F12C4"/>
                          </a:solidFill>
                          <a:latin typeface="Times New Roman"/>
                        </a:rPr>
                        <a:t>हरभरा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200" b="1" i="0" u="none" strike="noStrike" dirty="0">
                          <a:solidFill>
                            <a:srgbClr val="1F12C4"/>
                          </a:solidFill>
                          <a:latin typeface="Calibri"/>
                        </a:rPr>
                        <a:t>7400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200" b="1" i="0" u="none" strike="noStrike" dirty="0">
                          <a:solidFill>
                            <a:srgbClr val="1F12C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200" b="1" i="0" u="none" strike="noStrike" dirty="0">
                          <a:solidFill>
                            <a:srgbClr val="1F12C4"/>
                          </a:solidFill>
                          <a:latin typeface="Calibri"/>
                        </a:rPr>
                        <a:t>4400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200" b="1" i="0" u="none" strike="noStrike">
                          <a:solidFill>
                            <a:srgbClr val="1F12C4"/>
                          </a:solidFill>
                          <a:latin typeface="Times New Roman"/>
                        </a:rPr>
                        <a:t>13200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200" b="1" i="0" u="none" strike="noStrike" dirty="0">
                          <a:solidFill>
                            <a:srgbClr val="1F12C4"/>
                          </a:solidFill>
                          <a:latin typeface="Times New Roman"/>
                        </a:rPr>
                        <a:t>5800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0779">
                <a:tc>
                  <a:txBody>
                    <a:bodyPr/>
                    <a:lstStyle/>
                    <a:p>
                      <a:pPr algn="ctr" fontAlgn="ctr"/>
                      <a:r>
                        <a:rPr lang="mr-IN" sz="3200" b="0" i="0" u="none" strike="noStrike" dirty="0">
                          <a:solidFill>
                            <a:srgbClr val="1F12C4"/>
                          </a:solidFill>
                          <a:latin typeface="Times New Roman"/>
                        </a:rPr>
                        <a:t>भुईमुग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200" b="1" i="0" u="none" strike="noStrike" dirty="0">
                          <a:solidFill>
                            <a:srgbClr val="1F12C4"/>
                          </a:solidFill>
                          <a:latin typeface="Calibri"/>
                        </a:rPr>
                        <a:t>13000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200" b="1" i="0" u="none" strike="noStrike" dirty="0">
                          <a:solidFill>
                            <a:srgbClr val="1F12C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200" b="1" i="0" u="none" strike="noStrike" dirty="0">
                          <a:solidFill>
                            <a:srgbClr val="1F12C4"/>
                          </a:solidFill>
                          <a:latin typeface="Calibri"/>
                        </a:rPr>
                        <a:t>4450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200" b="1" i="0" u="none" strike="noStrike" dirty="0">
                          <a:solidFill>
                            <a:srgbClr val="1F12C4"/>
                          </a:solidFill>
                          <a:latin typeface="Times New Roman"/>
                        </a:rPr>
                        <a:t>17800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200" b="1" i="0" u="none" strike="noStrike" dirty="0">
                          <a:solidFill>
                            <a:srgbClr val="1F12C4"/>
                          </a:solidFill>
                          <a:latin typeface="Times New Roman"/>
                        </a:rPr>
                        <a:t>4800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0779">
                <a:tc>
                  <a:txBody>
                    <a:bodyPr/>
                    <a:lstStyle/>
                    <a:p>
                      <a:pPr algn="ctr" fontAlgn="ctr"/>
                      <a:r>
                        <a:rPr lang="mr-IN" sz="3200" b="0" i="0" u="none" strike="noStrike" dirty="0">
                          <a:solidFill>
                            <a:srgbClr val="1F12C4"/>
                          </a:solidFill>
                          <a:latin typeface="Times New Roman"/>
                        </a:rPr>
                        <a:t>मुग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200" b="1" i="0" u="none" strike="noStrike" dirty="0">
                          <a:solidFill>
                            <a:srgbClr val="1F12C4"/>
                          </a:solidFill>
                          <a:latin typeface="Calibri"/>
                        </a:rPr>
                        <a:t>6500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200" b="1" i="0" u="none" strike="noStrike">
                          <a:solidFill>
                            <a:srgbClr val="1F12C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200" b="1" i="0" u="none" strike="noStrike" dirty="0">
                          <a:solidFill>
                            <a:srgbClr val="1F12C4"/>
                          </a:solidFill>
                          <a:latin typeface="Calibri"/>
                        </a:rPr>
                        <a:t>5575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200" b="1" i="0" u="none" strike="noStrike" dirty="0">
                          <a:solidFill>
                            <a:srgbClr val="1F12C4"/>
                          </a:solidFill>
                          <a:latin typeface="Times New Roman"/>
                        </a:rPr>
                        <a:t>16725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200" b="1" i="0" u="none" strike="noStrike" dirty="0">
                          <a:solidFill>
                            <a:srgbClr val="1F12C4"/>
                          </a:solidFill>
                          <a:latin typeface="Times New Roman"/>
                        </a:rPr>
                        <a:t>10225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0779">
                <a:tc>
                  <a:txBody>
                    <a:bodyPr/>
                    <a:lstStyle/>
                    <a:p>
                      <a:pPr algn="ctr" fontAlgn="ctr"/>
                      <a:r>
                        <a:rPr lang="mr-IN" sz="3200" b="0" i="0" u="none" strike="noStrike" dirty="0">
                          <a:solidFill>
                            <a:srgbClr val="1F12C4"/>
                          </a:solidFill>
                          <a:latin typeface="Times New Roman"/>
                        </a:rPr>
                        <a:t>उस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200" b="1" i="0" u="none" strike="noStrike" dirty="0">
                          <a:solidFill>
                            <a:srgbClr val="1F12C4"/>
                          </a:solidFill>
                          <a:latin typeface="Calibri"/>
                        </a:rPr>
                        <a:t>35000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200" b="1" i="0" u="none" strike="noStrike">
                          <a:solidFill>
                            <a:srgbClr val="1F12C4"/>
                          </a:solidFill>
                          <a:latin typeface="Calibri"/>
                        </a:rPr>
                        <a:t>298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200" b="1" i="0" u="none" strike="noStrike">
                          <a:solidFill>
                            <a:srgbClr val="1F12C4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200" b="1" i="0" u="none" strike="noStrike" dirty="0">
                          <a:solidFill>
                            <a:srgbClr val="1F12C4"/>
                          </a:solidFill>
                          <a:latin typeface="Times New Roman"/>
                        </a:rPr>
                        <a:t>75990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200" b="1" i="0" u="none" strike="noStrike" dirty="0">
                          <a:solidFill>
                            <a:srgbClr val="1F12C4"/>
                          </a:solidFill>
                          <a:latin typeface="Times New Roman"/>
                        </a:rPr>
                        <a:t>40990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1"/>
            <a:ext cx="914400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rgbClr val="002060"/>
                </a:solidFill>
                <a:latin typeface="DVBW-TTSurekh" pitchFamily="2" charset="0"/>
              </a:rPr>
              <a:t>10</a:t>
            </a:r>
            <a:r>
              <a:rPr lang="en-US" sz="2400" b="1" dirty="0" smtClean="0">
                <a:solidFill>
                  <a:srgbClr val="002060"/>
                </a:solidFill>
                <a:latin typeface="DVBW-TTSurekh" pitchFamily="2" charset="0"/>
              </a:rPr>
              <a:t> </a:t>
            </a:r>
            <a:r>
              <a:rPr lang="en-US" sz="2400" b="1" dirty="0" err="1" smtClean="0">
                <a:solidFill>
                  <a:srgbClr val="002060"/>
                </a:solidFill>
                <a:latin typeface="DVBW-TTSurekh" pitchFamily="2" charset="0"/>
              </a:rPr>
              <a:t>दुधाळ</a:t>
            </a:r>
            <a:r>
              <a:rPr lang="en-US" sz="2400" b="1" dirty="0" smtClean="0">
                <a:solidFill>
                  <a:srgbClr val="002060"/>
                </a:solidFill>
                <a:latin typeface="DVBW-TTSurekh" pitchFamily="2" charset="0"/>
              </a:rPr>
              <a:t>  </a:t>
            </a:r>
            <a:r>
              <a:rPr lang="en-US" sz="2400" b="1" dirty="0" err="1" smtClean="0">
                <a:solidFill>
                  <a:srgbClr val="002060"/>
                </a:solidFill>
                <a:latin typeface="DVBW-TTSurekh" pitchFamily="2" charset="0"/>
              </a:rPr>
              <a:t>जनावरांकरीता</a:t>
            </a:r>
            <a:r>
              <a:rPr lang="en-US" sz="2400" b="1" dirty="0" smtClean="0">
                <a:solidFill>
                  <a:srgbClr val="002060"/>
                </a:solidFill>
                <a:latin typeface="DVBW-TTSurekh" pitchFamily="2" charset="0"/>
              </a:rPr>
              <a:t> </a:t>
            </a:r>
            <a:r>
              <a:rPr lang="en-US" sz="2400" b="1" dirty="0" err="1" smtClean="0">
                <a:solidFill>
                  <a:srgbClr val="002060"/>
                </a:solidFill>
                <a:latin typeface="DVBW-TTSurekh" pitchFamily="2" charset="0"/>
              </a:rPr>
              <a:t>वर्ष</a:t>
            </a:r>
            <a:r>
              <a:rPr lang="en-US" sz="2400" b="1" dirty="0" smtClean="0">
                <a:solidFill>
                  <a:srgbClr val="002060"/>
                </a:solidFill>
                <a:latin typeface="DVBW-TTSurekh" pitchFamily="2" charset="0"/>
              </a:rPr>
              <a:t> </a:t>
            </a:r>
            <a:r>
              <a:rPr lang="en-US" sz="2400" b="1" dirty="0" err="1" smtClean="0">
                <a:solidFill>
                  <a:srgbClr val="002060"/>
                </a:solidFill>
                <a:latin typeface="DVBW-TTSurekh" pitchFamily="2" charset="0"/>
              </a:rPr>
              <a:t>भर</a:t>
            </a:r>
            <a:r>
              <a:rPr lang="en-US" sz="2400" b="1" dirty="0" smtClean="0">
                <a:solidFill>
                  <a:srgbClr val="002060"/>
                </a:solidFill>
                <a:latin typeface="DVBW-TTSurekh" pitchFamily="2" charset="0"/>
              </a:rPr>
              <a:t> </a:t>
            </a:r>
            <a:r>
              <a:rPr lang="en-US" sz="2400" b="1" dirty="0" err="1" smtClean="0">
                <a:solidFill>
                  <a:srgbClr val="002060"/>
                </a:solidFill>
                <a:latin typeface="DVBW-TTSurekh" pitchFamily="2" charset="0"/>
              </a:rPr>
              <a:t>हिरवा</a:t>
            </a:r>
            <a:r>
              <a:rPr lang="en-US" sz="2400" b="1" dirty="0" smtClean="0">
                <a:solidFill>
                  <a:srgbClr val="002060"/>
                </a:solidFill>
                <a:latin typeface="DVBW-TTSurekh" pitchFamily="2" charset="0"/>
              </a:rPr>
              <a:t> </a:t>
            </a:r>
            <a:r>
              <a:rPr lang="en-US" sz="2400" b="1" dirty="0" err="1" smtClean="0">
                <a:solidFill>
                  <a:srgbClr val="002060"/>
                </a:solidFill>
                <a:latin typeface="DVBW-TTSurekh" pitchFamily="2" charset="0"/>
              </a:rPr>
              <a:t>चारा</a:t>
            </a:r>
            <a:r>
              <a:rPr lang="en-US" sz="2400" b="1" dirty="0" smtClean="0">
                <a:solidFill>
                  <a:srgbClr val="002060"/>
                </a:solidFill>
                <a:latin typeface="DVBW-TTSurekh" pitchFamily="2" charset="0"/>
              </a:rPr>
              <a:t> </a:t>
            </a:r>
            <a:r>
              <a:rPr lang="en-US" sz="2400" b="1" dirty="0" err="1" smtClean="0">
                <a:solidFill>
                  <a:srgbClr val="002060"/>
                </a:solidFill>
                <a:latin typeface="DVBW-TTSurekh" pitchFamily="2" charset="0"/>
              </a:rPr>
              <a:t>उपलब्ध</a:t>
            </a:r>
            <a:r>
              <a:rPr lang="en-US" sz="2400" b="1" dirty="0" smtClean="0">
                <a:solidFill>
                  <a:srgbClr val="002060"/>
                </a:solidFill>
                <a:latin typeface="DVBW-TTSurekh" pitchFamily="2" charset="0"/>
              </a:rPr>
              <a:t> </a:t>
            </a:r>
            <a:r>
              <a:rPr lang="en-US" sz="2400" b="1" dirty="0" err="1" smtClean="0">
                <a:solidFill>
                  <a:srgbClr val="002060"/>
                </a:solidFill>
                <a:latin typeface="DVBW-TTSurekh" pitchFamily="2" charset="0"/>
              </a:rPr>
              <a:t>करुन</a:t>
            </a:r>
            <a:r>
              <a:rPr lang="en-US" sz="2400" b="1" dirty="0" smtClean="0">
                <a:solidFill>
                  <a:srgbClr val="002060"/>
                </a:solidFill>
                <a:latin typeface="DVBW-TTSurekh" pitchFamily="2" charset="0"/>
              </a:rPr>
              <a:t> </a:t>
            </a:r>
            <a:r>
              <a:rPr lang="en-US" sz="2400" b="1" dirty="0" err="1" smtClean="0">
                <a:solidFill>
                  <a:srgbClr val="002060"/>
                </a:solidFill>
                <a:latin typeface="DVBW-TTSurekh" pitchFamily="2" charset="0"/>
              </a:rPr>
              <a:t>दील्यास</a:t>
            </a:r>
            <a:r>
              <a:rPr lang="en-US" sz="2400" b="1" dirty="0" smtClean="0">
                <a:solidFill>
                  <a:srgbClr val="002060"/>
                </a:solidFill>
                <a:latin typeface="DVBW-TTSurekh" pitchFamily="2" charset="0"/>
              </a:rPr>
              <a:t> </a:t>
            </a:r>
            <a:r>
              <a:rPr lang="en-US" sz="2400" b="1" dirty="0" err="1" smtClean="0">
                <a:solidFill>
                  <a:srgbClr val="002060"/>
                </a:solidFill>
                <a:latin typeface="DVBW-TTSurekh" pitchFamily="2" charset="0"/>
              </a:rPr>
              <a:t>उत्पन्न</a:t>
            </a:r>
            <a:endParaRPr lang="en-US" sz="2400" b="1" dirty="0" smtClean="0">
              <a:solidFill>
                <a:srgbClr val="002060"/>
              </a:solidFill>
              <a:latin typeface="DVBW-TTSurekh" pitchFamily="2" charset="0"/>
            </a:endParaRPr>
          </a:p>
          <a:p>
            <a:endParaRPr lang="en-IN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52400" y="735045"/>
          <a:ext cx="8915400" cy="60719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0079"/>
                <a:gridCol w="4345321"/>
              </a:tblGrid>
              <a:tr h="435984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 smtClean="0">
                          <a:solidFill>
                            <a:srgbClr val="002060"/>
                          </a:solidFill>
                          <a:effectLst/>
                        </a:rPr>
                        <a:t>बाब</a:t>
                      </a:r>
                      <a:endParaRPr lang="en-IN" sz="2400" dirty="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 smtClean="0">
                          <a:solidFill>
                            <a:srgbClr val="002060"/>
                          </a:solidFill>
                          <a:effectLst/>
                        </a:rPr>
                        <a:t>गृहीतक</a:t>
                      </a:r>
                      <a:endParaRPr lang="en-IN" sz="2400" dirty="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>
                    <a:noFill/>
                  </a:tcPr>
                </a:tc>
              </a:tr>
              <a:tr h="377853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>
                          <a:solidFill>
                            <a:srgbClr val="002060"/>
                          </a:solidFill>
                          <a:effectLst/>
                        </a:rPr>
                        <a:t>१० </a:t>
                      </a:r>
                      <a:r>
                        <a:rPr lang="en-IN" sz="2000" b="1" dirty="0" err="1" smtClean="0">
                          <a:solidFill>
                            <a:srgbClr val="002060"/>
                          </a:solidFill>
                          <a:effectLst/>
                        </a:rPr>
                        <a:t>देशी</a:t>
                      </a:r>
                      <a:r>
                        <a:rPr lang="en-IN" sz="2000" b="1" baseline="0" dirty="0" smtClean="0">
                          <a:solidFill>
                            <a:srgbClr val="002060"/>
                          </a:solidFill>
                          <a:effectLst/>
                        </a:rPr>
                        <a:t> </a:t>
                      </a:r>
                      <a:r>
                        <a:rPr lang="en-IN" sz="2000" b="1" baseline="0" dirty="0" err="1" smtClean="0">
                          <a:solidFill>
                            <a:srgbClr val="002060"/>
                          </a:solidFill>
                          <a:effectLst/>
                        </a:rPr>
                        <a:t>जनावरे</a:t>
                      </a:r>
                      <a:endParaRPr lang="en-IN" sz="2000" b="1" dirty="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err="1" smtClean="0">
                          <a:solidFill>
                            <a:srgbClr val="002060"/>
                          </a:solidFill>
                          <a:effectLst/>
                        </a:rPr>
                        <a:t>प्रती</a:t>
                      </a:r>
                      <a:r>
                        <a:rPr lang="en-IN" sz="2000" b="1" dirty="0" smtClean="0">
                          <a:solidFill>
                            <a:srgbClr val="002060"/>
                          </a:solidFill>
                          <a:effectLst/>
                        </a:rPr>
                        <a:t> </a:t>
                      </a:r>
                      <a:r>
                        <a:rPr lang="en-IN" sz="2000" b="1" dirty="0" err="1" smtClean="0">
                          <a:solidFill>
                            <a:srgbClr val="002060"/>
                          </a:solidFill>
                          <a:effectLst/>
                        </a:rPr>
                        <a:t>दीवस</a:t>
                      </a:r>
                      <a:r>
                        <a:rPr lang="en-IN" sz="2000" b="1" dirty="0" smtClean="0">
                          <a:solidFill>
                            <a:srgbClr val="002060"/>
                          </a:solidFill>
                          <a:effectLst/>
                        </a:rPr>
                        <a:t> </a:t>
                      </a:r>
                      <a:r>
                        <a:rPr lang="en-IN" sz="2000" b="1" dirty="0" err="1" smtClean="0">
                          <a:solidFill>
                            <a:srgbClr val="002060"/>
                          </a:solidFill>
                          <a:effectLst/>
                        </a:rPr>
                        <a:t>४</a:t>
                      </a:r>
                      <a:r>
                        <a:rPr lang="en-IN" sz="2000" b="1" baseline="0" dirty="0" err="1" smtClean="0">
                          <a:solidFill>
                            <a:srgbClr val="002060"/>
                          </a:solidFill>
                          <a:effectLst/>
                        </a:rPr>
                        <a:t>लिटर</a:t>
                      </a:r>
                      <a:r>
                        <a:rPr lang="en-IN" sz="2000" b="1" baseline="0" dirty="0" smtClean="0">
                          <a:solidFill>
                            <a:srgbClr val="002060"/>
                          </a:solidFill>
                          <a:effectLst/>
                        </a:rPr>
                        <a:t> </a:t>
                      </a:r>
                      <a:r>
                        <a:rPr lang="en-IN" sz="2000" b="1" baseline="0" dirty="0" err="1" smtClean="0">
                          <a:solidFill>
                            <a:srgbClr val="002060"/>
                          </a:solidFill>
                          <a:effectLst/>
                        </a:rPr>
                        <a:t>दुधउत्पादन</a:t>
                      </a:r>
                      <a:r>
                        <a:rPr lang="en-IN" sz="2000" b="1" baseline="0" dirty="0" smtClean="0">
                          <a:solidFill>
                            <a:srgbClr val="002060"/>
                          </a:solidFill>
                          <a:effectLst/>
                        </a:rPr>
                        <a:t> </a:t>
                      </a:r>
                      <a:r>
                        <a:rPr lang="en-IN" sz="2000" b="1" baseline="0" dirty="0" err="1" smtClean="0">
                          <a:solidFill>
                            <a:srgbClr val="002060"/>
                          </a:solidFill>
                          <a:effectLst/>
                        </a:rPr>
                        <a:t>क्षमता</a:t>
                      </a:r>
                      <a:endParaRPr lang="en-IN" sz="2000" b="1" dirty="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>
                    <a:noFill/>
                  </a:tcPr>
                </a:tc>
              </a:tr>
              <a:tr h="377853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err="1" smtClean="0">
                          <a:solidFill>
                            <a:srgbClr val="002060"/>
                          </a:solidFill>
                          <a:effectLst/>
                        </a:rPr>
                        <a:t>वर्षाच्या</a:t>
                      </a:r>
                      <a:r>
                        <a:rPr lang="en-IN" sz="2000" b="1" baseline="0" dirty="0" smtClean="0">
                          <a:solidFill>
                            <a:srgbClr val="002060"/>
                          </a:solidFill>
                          <a:effectLst/>
                        </a:rPr>
                        <a:t> </a:t>
                      </a:r>
                      <a:r>
                        <a:rPr lang="en-IN" sz="2000" b="1" baseline="0" dirty="0" err="1" smtClean="0">
                          <a:solidFill>
                            <a:srgbClr val="002060"/>
                          </a:solidFill>
                          <a:effectLst/>
                        </a:rPr>
                        <a:t>कोणतेही</a:t>
                      </a:r>
                      <a:r>
                        <a:rPr lang="en-IN" sz="2000" b="1" baseline="0" dirty="0" smtClean="0">
                          <a:solidFill>
                            <a:srgbClr val="002060"/>
                          </a:solidFill>
                          <a:effectLst/>
                        </a:rPr>
                        <a:t> </a:t>
                      </a:r>
                      <a:r>
                        <a:rPr lang="en-IN" sz="2000" b="1" baseline="0" dirty="0" err="1" smtClean="0">
                          <a:solidFill>
                            <a:srgbClr val="002060"/>
                          </a:solidFill>
                          <a:effectLst/>
                        </a:rPr>
                        <a:t>दीवशी</a:t>
                      </a:r>
                      <a:r>
                        <a:rPr lang="en-IN" sz="2000" b="1" baseline="0" dirty="0" smtClean="0">
                          <a:solidFill>
                            <a:srgbClr val="002060"/>
                          </a:solidFill>
                          <a:effectLst/>
                        </a:rPr>
                        <a:t> </a:t>
                      </a:r>
                      <a:r>
                        <a:rPr lang="en-IN" sz="2000" b="1" baseline="0" dirty="0" err="1" smtClean="0">
                          <a:solidFill>
                            <a:srgbClr val="002060"/>
                          </a:solidFill>
                          <a:effectLst/>
                        </a:rPr>
                        <a:t>दुधातील</a:t>
                      </a:r>
                      <a:r>
                        <a:rPr lang="en-IN" sz="2000" b="1" baseline="0" dirty="0" smtClean="0">
                          <a:solidFill>
                            <a:srgbClr val="002060"/>
                          </a:solidFill>
                          <a:effectLst/>
                        </a:rPr>
                        <a:t> </a:t>
                      </a:r>
                      <a:r>
                        <a:rPr lang="en-IN" sz="2000" b="1" baseline="0" dirty="0" err="1" smtClean="0">
                          <a:solidFill>
                            <a:srgbClr val="002060"/>
                          </a:solidFill>
                          <a:effectLst/>
                        </a:rPr>
                        <a:t>जनावरे</a:t>
                      </a:r>
                      <a:endParaRPr lang="en-IN" sz="2000" b="1" dirty="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>
                          <a:solidFill>
                            <a:srgbClr val="002060"/>
                          </a:solidFill>
                          <a:effectLst/>
                        </a:rPr>
                        <a:t>३</a:t>
                      </a:r>
                      <a:endParaRPr lang="en-IN" sz="2000" b="1" dirty="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>
                    <a:noFill/>
                  </a:tcPr>
                </a:tc>
              </a:tr>
              <a:tr h="377853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err="1" smtClean="0">
                          <a:solidFill>
                            <a:srgbClr val="002060"/>
                          </a:solidFill>
                          <a:effectLst/>
                        </a:rPr>
                        <a:t>सरासरी</a:t>
                      </a:r>
                      <a:r>
                        <a:rPr lang="en-IN" sz="2000" b="1" dirty="0" smtClean="0">
                          <a:solidFill>
                            <a:srgbClr val="002060"/>
                          </a:solidFill>
                          <a:effectLst/>
                        </a:rPr>
                        <a:t> </a:t>
                      </a:r>
                      <a:r>
                        <a:rPr lang="en-IN" sz="2000" b="1" dirty="0" err="1" smtClean="0">
                          <a:solidFill>
                            <a:srgbClr val="002060"/>
                          </a:solidFill>
                          <a:effectLst/>
                        </a:rPr>
                        <a:t>दैनंदीन</a:t>
                      </a:r>
                      <a:r>
                        <a:rPr lang="en-IN" sz="2000" b="1" dirty="0" smtClean="0">
                          <a:solidFill>
                            <a:srgbClr val="002060"/>
                          </a:solidFill>
                          <a:effectLst/>
                        </a:rPr>
                        <a:t> </a:t>
                      </a:r>
                      <a:r>
                        <a:rPr lang="en-IN" sz="2000" b="1" dirty="0" err="1" smtClean="0">
                          <a:solidFill>
                            <a:srgbClr val="002060"/>
                          </a:solidFill>
                          <a:effectLst/>
                        </a:rPr>
                        <a:t>दुधउत्पादन</a:t>
                      </a:r>
                      <a:r>
                        <a:rPr lang="en-IN" sz="2000" b="1" baseline="0" dirty="0" smtClean="0">
                          <a:solidFill>
                            <a:srgbClr val="002060"/>
                          </a:solidFill>
                          <a:effectLst/>
                        </a:rPr>
                        <a:t> </a:t>
                      </a:r>
                      <a:endParaRPr lang="en-IN" sz="2000" b="1" dirty="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>
                          <a:solidFill>
                            <a:srgbClr val="002060"/>
                          </a:solidFill>
                          <a:effectLst/>
                        </a:rPr>
                        <a:t>१२ </a:t>
                      </a:r>
                      <a:r>
                        <a:rPr lang="en-IN" sz="2000" b="1" dirty="0" err="1" smtClean="0">
                          <a:solidFill>
                            <a:srgbClr val="002060"/>
                          </a:solidFill>
                          <a:effectLst/>
                        </a:rPr>
                        <a:t>लिटर</a:t>
                      </a:r>
                      <a:endParaRPr lang="en-IN" sz="2000" b="1" dirty="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>
                    <a:noFill/>
                  </a:tcPr>
                </a:tc>
              </a:tr>
              <a:tr h="377853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err="1" smtClean="0">
                          <a:solidFill>
                            <a:srgbClr val="002060"/>
                          </a:solidFill>
                          <a:effectLst/>
                        </a:rPr>
                        <a:t>दुधाचा</a:t>
                      </a:r>
                      <a:r>
                        <a:rPr lang="en-IN" sz="2000" b="1" baseline="0" dirty="0" smtClean="0">
                          <a:solidFill>
                            <a:srgbClr val="002060"/>
                          </a:solidFill>
                          <a:effectLst/>
                        </a:rPr>
                        <a:t> </a:t>
                      </a:r>
                      <a:r>
                        <a:rPr lang="en-IN" sz="2000" b="1" dirty="0" err="1" smtClean="0">
                          <a:solidFill>
                            <a:srgbClr val="002060"/>
                          </a:solidFill>
                          <a:effectLst/>
                        </a:rPr>
                        <a:t>घरगुती</a:t>
                      </a:r>
                      <a:r>
                        <a:rPr lang="en-IN" sz="2000" b="1" baseline="0" dirty="0" smtClean="0">
                          <a:solidFill>
                            <a:srgbClr val="002060"/>
                          </a:solidFill>
                          <a:effectLst/>
                        </a:rPr>
                        <a:t> </a:t>
                      </a:r>
                      <a:r>
                        <a:rPr lang="en-IN" sz="2000" b="1" baseline="0" dirty="0" err="1" smtClean="0">
                          <a:solidFill>
                            <a:srgbClr val="002060"/>
                          </a:solidFill>
                          <a:effectLst/>
                        </a:rPr>
                        <a:t>वापर</a:t>
                      </a:r>
                      <a:endParaRPr lang="en-IN" sz="2000" b="1" dirty="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>
                          <a:solidFill>
                            <a:srgbClr val="002060"/>
                          </a:solidFill>
                          <a:effectLst/>
                        </a:rPr>
                        <a:t>२ </a:t>
                      </a:r>
                      <a:r>
                        <a:rPr lang="en-IN" sz="2000" b="1" dirty="0" err="1" smtClean="0">
                          <a:solidFill>
                            <a:srgbClr val="002060"/>
                          </a:solidFill>
                          <a:effectLst/>
                        </a:rPr>
                        <a:t>लिटर</a:t>
                      </a:r>
                      <a:endParaRPr lang="en-IN" sz="2000" b="1" dirty="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>
                    <a:noFill/>
                  </a:tcPr>
                </a:tc>
              </a:tr>
              <a:tr h="377853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err="1" smtClean="0">
                          <a:solidFill>
                            <a:srgbClr val="002060"/>
                          </a:solidFill>
                          <a:effectLst/>
                        </a:rPr>
                        <a:t>दुधसंकलन</a:t>
                      </a:r>
                      <a:r>
                        <a:rPr lang="en-IN" sz="2000" b="1" baseline="0" dirty="0" smtClean="0">
                          <a:solidFill>
                            <a:srgbClr val="002060"/>
                          </a:solidFill>
                          <a:effectLst/>
                        </a:rPr>
                        <a:t> </a:t>
                      </a:r>
                      <a:r>
                        <a:rPr lang="en-IN" sz="2000" b="1" baseline="0" dirty="0" err="1" smtClean="0">
                          <a:solidFill>
                            <a:srgbClr val="002060"/>
                          </a:solidFill>
                          <a:effectLst/>
                        </a:rPr>
                        <a:t>केंद्रावर</a:t>
                      </a:r>
                      <a:r>
                        <a:rPr lang="en-IN" sz="2000" b="1" baseline="0" dirty="0" smtClean="0">
                          <a:solidFill>
                            <a:srgbClr val="002060"/>
                          </a:solidFill>
                          <a:effectLst/>
                        </a:rPr>
                        <a:t> </a:t>
                      </a:r>
                      <a:r>
                        <a:rPr lang="en-IN" sz="2000" b="1" baseline="0" dirty="0" err="1" smtClean="0">
                          <a:solidFill>
                            <a:srgbClr val="002060"/>
                          </a:solidFill>
                          <a:effectLst/>
                        </a:rPr>
                        <a:t>प्रती</a:t>
                      </a:r>
                      <a:r>
                        <a:rPr lang="en-IN" sz="2000" b="1" baseline="0" dirty="0" smtClean="0">
                          <a:solidFill>
                            <a:srgbClr val="002060"/>
                          </a:solidFill>
                          <a:effectLst/>
                        </a:rPr>
                        <a:t> </a:t>
                      </a:r>
                      <a:r>
                        <a:rPr lang="en-IN" sz="2000" b="1" baseline="0" dirty="0" err="1" smtClean="0">
                          <a:solidFill>
                            <a:srgbClr val="002060"/>
                          </a:solidFill>
                          <a:effectLst/>
                        </a:rPr>
                        <a:t>दीवस</a:t>
                      </a:r>
                      <a:r>
                        <a:rPr lang="en-IN" sz="2000" b="1" baseline="0" dirty="0" smtClean="0">
                          <a:solidFill>
                            <a:srgbClr val="002060"/>
                          </a:solidFill>
                          <a:effectLst/>
                        </a:rPr>
                        <a:t> </a:t>
                      </a:r>
                      <a:r>
                        <a:rPr lang="en-IN" sz="2000" b="1" baseline="0" dirty="0" err="1" smtClean="0">
                          <a:solidFill>
                            <a:srgbClr val="002060"/>
                          </a:solidFill>
                          <a:effectLst/>
                        </a:rPr>
                        <a:t>दुध</a:t>
                      </a:r>
                      <a:endParaRPr lang="en-IN" sz="2000" b="1" dirty="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dirty="0" smtClean="0">
                          <a:solidFill>
                            <a:srgbClr val="002060"/>
                          </a:solidFill>
                          <a:effectLst/>
                        </a:rPr>
                        <a:t>१० </a:t>
                      </a:r>
                      <a:r>
                        <a:rPr lang="en-IN" sz="2000" b="1" dirty="0" err="1" smtClean="0">
                          <a:solidFill>
                            <a:srgbClr val="002060"/>
                          </a:solidFill>
                          <a:effectLst/>
                        </a:rPr>
                        <a:t>लिटर</a:t>
                      </a:r>
                      <a:endParaRPr lang="en-IN" sz="2000" b="1" dirty="0" smtClean="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>
                    <a:noFill/>
                  </a:tcPr>
                </a:tc>
              </a:tr>
              <a:tr h="46361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dirty="0" err="1" smtClean="0">
                          <a:solidFill>
                            <a:srgbClr val="002060"/>
                          </a:solidFill>
                          <a:effectLst/>
                        </a:rPr>
                        <a:t>देशी</a:t>
                      </a:r>
                      <a:r>
                        <a:rPr lang="en-IN" sz="2000" b="1" baseline="0" dirty="0" smtClean="0">
                          <a:solidFill>
                            <a:srgbClr val="002060"/>
                          </a:solidFill>
                          <a:effectLst/>
                        </a:rPr>
                        <a:t> </a:t>
                      </a:r>
                      <a:r>
                        <a:rPr lang="en-IN" sz="2000" b="1" baseline="0" dirty="0" err="1" smtClean="0">
                          <a:solidFill>
                            <a:srgbClr val="002060"/>
                          </a:solidFill>
                          <a:effectLst/>
                        </a:rPr>
                        <a:t>गाईच्या</a:t>
                      </a:r>
                      <a:r>
                        <a:rPr lang="en-IN" sz="2000" b="1" baseline="0" dirty="0" smtClean="0">
                          <a:solidFill>
                            <a:srgbClr val="002060"/>
                          </a:solidFill>
                          <a:effectLst/>
                        </a:rPr>
                        <a:t> </a:t>
                      </a:r>
                      <a:r>
                        <a:rPr lang="en-IN" sz="2000" b="1" baseline="0" dirty="0" err="1" smtClean="0">
                          <a:solidFill>
                            <a:srgbClr val="002060"/>
                          </a:solidFill>
                          <a:effectLst/>
                        </a:rPr>
                        <a:t>दुधाचा</a:t>
                      </a:r>
                      <a:r>
                        <a:rPr lang="en-IN" sz="2000" b="1" baseline="0" dirty="0" smtClean="0">
                          <a:solidFill>
                            <a:srgbClr val="002060"/>
                          </a:solidFill>
                          <a:effectLst/>
                        </a:rPr>
                        <a:t> </a:t>
                      </a:r>
                      <a:r>
                        <a:rPr lang="en-IN" sz="2000" b="1" baseline="0" dirty="0" err="1" smtClean="0">
                          <a:solidFill>
                            <a:srgbClr val="002060"/>
                          </a:solidFill>
                          <a:effectLst/>
                        </a:rPr>
                        <a:t>कमीत</a:t>
                      </a:r>
                      <a:r>
                        <a:rPr lang="en-IN" sz="2000" b="1" baseline="0" dirty="0" smtClean="0">
                          <a:solidFill>
                            <a:srgbClr val="002060"/>
                          </a:solidFill>
                          <a:effectLst/>
                        </a:rPr>
                        <a:t> </a:t>
                      </a:r>
                      <a:r>
                        <a:rPr lang="en-IN" sz="2000" b="1" baseline="0" dirty="0" err="1" smtClean="0">
                          <a:solidFill>
                            <a:srgbClr val="002060"/>
                          </a:solidFill>
                          <a:effectLst/>
                        </a:rPr>
                        <a:t>कमी</a:t>
                      </a:r>
                      <a:r>
                        <a:rPr lang="en-IN" sz="2000" b="1" baseline="0" dirty="0" smtClean="0">
                          <a:solidFill>
                            <a:srgbClr val="002060"/>
                          </a:solidFill>
                          <a:effectLst/>
                        </a:rPr>
                        <a:t> </a:t>
                      </a:r>
                      <a:r>
                        <a:rPr lang="en-IN" sz="2000" b="1" baseline="0" dirty="0" err="1" smtClean="0">
                          <a:solidFill>
                            <a:srgbClr val="002060"/>
                          </a:solidFill>
                          <a:effectLst/>
                        </a:rPr>
                        <a:t>दर</a:t>
                      </a:r>
                      <a:endParaRPr lang="en-IN" sz="2000" b="1" dirty="0" smtClean="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err="1" smtClean="0">
                          <a:solidFill>
                            <a:srgbClr val="002060"/>
                          </a:solidFill>
                          <a:effectLst/>
                        </a:rPr>
                        <a:t>रु</a:t>
                      </a:r>
                      <a:r>
                        <a:rPr lang="en-IN" sz="2000" b="1" dirty="0" smtClean="0">
                          <a:solidFill>
                            <a:srgbClr val="002060"/>
                          </a:solidFill>
                          <a:effectLst/>
                        </a:rPr>
                        <a:t>. ३० /- </a:t>
                      </a:r>
                      <a:r>
                        <a:rPr lang="en-IN" sz="2000" b="1" dirty="0" err="1" smtClean="0">
                          <a:solidFill>
                            <a:srgbClr val="002060"/>
                          </a:solidFill>
                          <a:effectLst/>
                        </a:rPr>
                        <a:t>प्रती</a:t>
                      </a:r>
                      <a:r>
                        <a:rPr lang="en-IN" sz="2000" b="1" dirty="0" smtClean="0">
                          <a:solidFill>
                            <a:srgbClr val="002060"/>
                          </a:solidFill>
                          <a:effectLst/>
                        </a:rPr>
                        <a:t> </a:t>
                      </a:r>
                      <a:r>
                        <a:rPr lang="en-IN" sz="2000" b="1" dirty="0" err="1" smtClean="0">
                          <a:solidFill>
                            <a:srgbClr val="002060"/>
                          </a:solidFill>
                          <a:effectLst/>
                        </a:rPr>
                        <a:t>लिटर</a:t>
                      </a:r>
                      <a:endParaRPr lang="en-IN" sz="2000" b="1" dirty="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>
                    <a:noFill/>
                  </a:tcPr>
                </a:tc>
              </a:tr>
              <a:tr h="377853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err="1" smtClean="0">
                          <a:solidFill>
                            <a:srgbClr val="002060"/>
                          </a:solidFill>
                          <a:effectLst/>
                        </a:rPr>
                        <a:t>दैनंदीन</a:t>
                      </a:r>
                      <a:r>
                        <a:rPr lang="en-IN" sz="2000" b="1" dirty="0" smtClean="0">
                          <a:solidFill>
                            <a:srgbClr val="002060"/>
                          </a:solidFill>
                          <a:effectLst/>
                        </a:rPr>
                        <a:t> </a:t>
                      </a:r>
                      <a:r>
                        <a:rPr lang="en-IN" sz="2000" b="1" dirty="0" err="1" smtClean="0">
                          <a:solidFill>
                            <a:srgbClr val="002060"/>
                          </a:solidFill>
                          <a:effectLst/>
                        </a:rPr>
                        <a:t>आवक</a:t>
                      </a:r>
                      <a:endParaRPr lang="en-IN" sz="2000" b="1" dirty="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err="1" smtClean="0">
                          <a:solidFill>
                            <a:srgbClr val="002060"/>
                          </a:solidFill>
                          <a:effectLst/>
                        </a:rPr>
                        <a:t>रु</a:t>
                      </a:r>
                      <a:r>
                        <a:rPr lang="en-IN" sz="2000" b="1" dirty="0" smtClean="0">
                          <a:solidFill>
                            <a:srgbClr val="002060"/>
                          </a:solidFill>
                          <a:effectLst/>
                        </a:rPr>
                        <a:t>. ३०० /-</a:t>
                      </a:r>
                      <a:endParaRPr lang="en-IN" sz="2000" b="1" dirty="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>
                    <a:noFill/>
                  </a:tcPr>
                </a:tc>
              </a:tr>
              <a:tr h="6685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dirty="0" err="1" smtClean="0">
                          <a:solidFill>
                            <a:srgbClr val="002060"/>
                          </a:solidFill>
                          <a:effectLst/>
                        </a:rPr>
                        <a:t>वर्षात</a:t>
                      </a:r>
                      <a:r>
                        <a:rPr lang="en-IN" sz="2000" b="1" baseline="0" dirty="0" smtClean="0">
                          <a:solidFill>
                            <a:srgbClr val="002060"/>
                          </a:solidFill>
                          <a:effectLst/>
                        </a:rPr>
                        <a:t> ३६५ </a:t>
                      </a:r>
                      <a:r>
                        <a:rPr lang="en-IN" sz="2000" b="1" baseline="0" dirty="0" err="1" smtClean="0">
                          <a:solidFill>
                            <a:srgbClr val="002060"/>
                          </a:solidFill>
                          <a:effectLst/>
                        </a:rPr>
                        <a:t>पैकी</a:t>
                      </a:r>
                      <a:r>
                        <a:rPr lang="en-IN" sz="2000" b="1" baseline="0" dirty="0" smtClean="0">
                          <a:solidFill>
                            <a:srgbClr val="002060"/>
                          </a:solidFill>
                          <a:effectLst/>
                        </a:rPr>
                        <a:t> </a:t>
                      </a:r>
                      <a:r>
                        <a:rPr lang="en-IN" sz="2000" b="1" dirty="0" err="1" smtClean="0">
                          <a:solidFill>
                            <a:srgbClr val="002060"/>
                          </a:solidFill>
                          <a:effectLst/>
                        </a:rPr>
                        <a:t>दुधसंकलन</a:t>
                      </a:r>
                      <a:r>
                        <a:rPr lang="en-IN" sz="2000" b="1" baseline="0" dirty="0" smtClean="0">
                          <a:solidFill>
                            <a:srgbClr val="002060"/>
                          </a:solidFill>
                          <a:effectLst/>
                        </a:rPr>
                        <a:t> </a:t>
                      </a:r>
                      <a:r>
                        <a:rPr lang="en-IN" sz="2000" b="1" baseline="0" dirty="0" err="1" smtClean="0">
                          <a:solidFill>
                            <a:srgbClr val="002060"/>
                          </a:solidFill>
                          <a:effectLst/>
                        </a:rPr>
                        <a:t>केंद्रावर</a:t>
                      </a:r>
                      <a:r>
                        <a:rPr lang="en-IN" sz="2000" b="1" baseline="0" dirty="0" smtClean="0">
                          <a:solidFill>
                            <a:srgbClr val="002060"/>
                          </a:solidFill>
                          <a:effectLst/>
                        </a:rPr>
                        <a:t> </a:t>
                      </a:r>
                      <a:r>
                        <a:rPr lang="en-IN" sz="2000" b="1" baseline="0" dirty="0" err="1" smtClean="0">
                          <a:solidFill>
                            <a:srgbClr val="002060"/>
                          </a:solidFill>
                          <a:effectLst/>
                        </a:rPr>
                        <a:t>दुध</a:t>
                      </a:r>
                      <a:r>
                        <a:rPr lang="en-IN" sz="2000" b="1" baseline="0" dirty="0" smtClean="0">
                          <a:solidFill>
                            <a:srgbClr val="002060"/>
                          </a:solidFill>
                          <a:effectLst/>
                        </a:rPr>
                        <a:t> </a:t>
                      </a:r>
                      <a:r>
                        <a:rPr lang="en-IN" sz="2000" b="1" baseline="0" dirty="0" err="1" smtClean="0">
                          <a:solidFill>
                            <a:srgbClr val="002060"/>
                          </a:solidFill>
                          <a:effectLst/>
                        </a:rPr>
                        <a:t>दील्याचे</a:t>
                      </a:r>
                      <a:r>
                        <a:rPr lang="en-IN" sz="2000" b="1" baseline="0" dirty="0" smtClean="0">
                          <a:solidFill>
                            <a:srgbClr val="002060"/>
                          </a:solidFill>
                          <a:effectLst/>
                        </a:rPr>
                        <a:t> </a:t>
                      </a:r>
                      <a:r>
                        <a:rPr lang="en-IN" sz="2000" b="1" baseline="0" dirty="0" err="1" smtClean="0">
                          <a:solidFill>
                            <a:srgbClr val="002060"/>
                          </a:solidFill>
                          <a:effectLst/>
                        </a:rPr>
                        <a:t>दीवस</a:t>
                      </a:r>
                      <a:r>
                        <a:rPr lang="en-IN" sz="2000" b="1" baseline="0" dirty="0" smtClean="0">
                          <a:solidFill>
                            <a:srgbClr val="002060"/>
                          </a:solidFill>
                          <a:effectLst/>
                        </a:rPr>
                        <a:t> </a:t>
                      </a:r>
                      <a:endParaRPr lang="en-IN" sz="2000" b="1" dirty="0" smtClean="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>
                          <a:solidFill>
                            <a:srgbClr val="002060"/>
                          </a:solidFill>
                          <a:effectLst/>
                        </a:rPr>
                        <a:t>३००</a:t>
                      </a:r>
                      <a:endParaRPr lang="en-IN" sz="2000" b="1" dirty="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>
                    <a:noFill/>
                  </a:tcPr>
                </a:tc>
              </a:tr>
              <a:tr h="37785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dirty="0" err="1" smtClean="0">
                          <a:solidFill>
                            <a:srgbClr val="002060"/>
                          </a:solidFill>
                          <a:effectLst/>
                        </a:rPr>
                        <a:t>वार्षीक</a:t>
                      </a:r>
                      <a:r>
                        <a:rPr lang="en-IN" sz="2000" b="1" baseline="0" dirty="0" smtClean="0">
                          <a:solidFill>
                            <a:srgbClr val="002060"/>
                          </a:solidFill>
                          <a:effectLst/>
                        </a:rPr>
                        <a:t> </a:t>
                      </a:r>
                      <a:r>
                        <a:rPr lang="en-IN" sz="2000" b="1" baseline="0" dirty="0" err="1" smtClean="0">
                          <a:solidFill>
                            <a:srgbClr val="002060"/>
                          </a:solidFill>
                          <a:effectLst/>
                        </a:rPr>
                        <a:t>आवक</a:t>
                      </a:r>
                      <a:endParaRPr lang="en-IN" sz="2000" b="1" dirty="0" smtClean="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err="1" smtClean="0">
                          <a:solidFill>
                            <a:srgbClr val="002060"/>
                          </a:solidFill>
                          <a:effectLst/>
                        </a:rPr>
                        <a:t>रु</a:t>
                      </a:r>
                      <a:r>
                        <a:rPr lang="en-IN" sz="2000" b="1" dirty="0" smtClean="0">
                          <a:solidFill>
                            <a:srgbClr val="002060"/>
                          </a:solidFill>
                          <a:effectLst/>
                        </a:rPr>
                        <a:t>. ९०००० /-</a:t>
                      </a:r>
                      <a:endParaRPr lang="en-IN" sz="2000" b="1" dirty="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>
                    <a:noFill/>
                  </a:tcPr>
                </a:tc>
              </a:tr>
              <a:tr h="37785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dirty="0" err="1" smtClean="0">
                          <a:solidFill>
                            <a:srgbClr val="002060"/>
                          </a:solidFill>
                          <a:effectLst/>
                        </a:rPr>
                        <a:t>चारा</a:t>
                      </a:r>
                      <a:r>
                        <a:rPr lang="en-IN" sz="2000" b="1" dirty="0" smtClean="0">
                          <a:solidFill>
                            <a:srgbClr val="002060"/>
                          </a:solidFill>
                          <a:effectLst/>
                        </a:rPr>
                        <a:t> </a:t>
                      </a:r>
                      <a:r>
                        <a:rPr lang="en-IN" sz="2000" b="1" dirty="0" err="1" smtClean="0">
                          <a:solidFill>
                            <a:srgbClr val="002060"/>
                          </a:solidFill>
                          <a:effectLst/>
                        </a:rPr>
                        <a:t>उत्पादनावर</a:t>
                      </a:r>
                      <a:r>
                        <a:rPr lang="en-IN" sz="2000" b="1" baseline="0" dirty="0" smtClean="0">
                          <a:solidFill>
                            <a:srgbClr val="002060"/>
                          </a:solidFill>
                          <a:effectLst/>
                        </a:rPr>
                        <a:t> </a:t>
                      </a:r>
                      <a:r>
                        <a:rPr lang="en-IN" sz="2000" b="1" baseline="0" dirty="0" err="1" smtClean="0">
                          <a:solidFill>
                            <a:srgbClr val="002060"/>
                          </a:solidFill>
                          <a:effectLst/>
                        </a:rPr>
                        <a:t>खर्च</a:t>
                      </a:r>
                      <a:r>
                        <a:rPr lang="en-IN" sz="2000" b="1" baseline="0" dirty="0" smtClean="0">
                          <a:solidFill>
                            <a:srgbClr val="002060"/>
                          </a:solidFill>
                          <a:effectLst/>
                        </a:rPr>
                        <a:t> (</a:t>
                      </a:r>
                      <a:r>
                        <a:rPr lang="en-IN" sz="2000" b="1" baseline="0" dirty="0" err="1" smtClean="0">
                          <a:solidFill>
                            <a:srgbClr val="002060"/>
                          </a:solidFill>
                          <a:effectLst/>
                        </a:rPr>
                        <a:t>फक्त</a:t>
                      </a:r>
                      <a:r>
                        <a:rPr lang="en-IN" sz="2000" b="1" baseline="0" dirty="0" smtClean="0">
                          <a:solidFill>
                            <a:srgbClr val="002060"/>
                          </a:solidFill>
                          <a:effectLst/>
                        </a:rPr>
                        <a:t> </a:t>
                      </a:r>
                      <a:r>
                        <a:rPr lang="en-IN" sz="2000" b="1" baseline="0" dirty="0" err="1" smtClean="0">
                          <a:solidFill>
                            <a:srgbClr val="002060"/>
                          </a:solidFill>
                          <a:effectLst/>
                        </a:rPr>
                        <a:t>पहील्या</a:t>
                      </a:r>
                      <a:r>
                        <a:rPr lang="en-IN" sz="2000" b="1" baseline="0" dirty="0" smtClean="0">
                          <a:solidFill>
                            <a:srgbClr val="002060"/>
                          </a:solidFill>
                          <a:effectLst/>
                        </a:rPr>
                        <a:t> </a:t>
                      </a:r>
                      <a:r>
                        <a:rPr lang="en-IN" sz="2000" b="1" baseline="0" dirty="0" err="1" smtClean="0">
                          <a:solidFill>
                            <a:srgbClr val="002060"/>
                          </a:solidFill>
                          <a:effectLst/>
                        </a:rPr>
                        <a:t>वर्षी</a:t>
                      </a:r>
                      <a:r>
                        <a:rPr lang="en-IN" sz="2000" b="1" baseline="0" dirty="0" smtClean="0">
                          <a:solidFill>
                            <a:srgbClr val="002060"/>
                          </a:solidFill>
                          <a:effectLst/>
                        </a:rPr>
                        <a:t>)</a:t>
                      </a:r>
                      <a:endParaRPr lang="en-IN" sz="2000" b="1" dirty="0" smtClean="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err="1" smtClean="0">
                          <a:solidFill>
                            <a:srgbClr val="002060"/>
                          </a:solidFill>
                          <a:effectLst/>
                        </a:rPr>
                        <a:t>रु</a:t>
                      </a:r>
                      <a:r>
                        <a:rPr lang="en-IN" sz="2000" b="1" dirty="0" smtClean="0">
                          <a:solidFill>
                            <a:srgbClr val="002060"/>
                          </a:solidFill>
                          <a:effectLst/>
                        </a:rPr>
                        <a:t>. ३००००/-</a:t>
                      </a:r>
                      <a:endParaRPr lang="en-IN" sz="2000" b="1" dirty="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>
                    <a:noFill/>
                  </a:tcPr>
                </a:tc>
              </a:tr>
              <a:tr h="55871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dirty="0" err="1" smtClean="0">
                          <a:solidFill>
                            <a:srgbClr val="002060"/>
                          </a:solidFill>
                          <a:effectLst/>
                        </a:rPr>
                        <a:t>निव्वळ</a:t>
                      </a:r>
                      <a:r>
                        <a:rPr lang="en-IN" sz="2000" b="1" baseline="0" dirty="0" smtClean="0">
                          <a:solidFill>
                            <a:srgbClr val="002060"/>
                          </a:solidFill>
                          <a:effectLst/>
                        </a:rPr>
                        <a:t> </a:t>
                      </a:r>
                      <a:r>
                        <a:rPr lang="en-IN" sz="2000" b="1" baseline="0" dirty="0" err="1" smtClean="0">
                          <a:solidFill>
                            <a:srgbClr val="002060"/>
                          </a:solidFill>
                          <a:effectLst/>
                        </a:rPr>
                        <a:t>नफा</a:t>
                      </a:r>
                      <a:endParaRPr lang="en-IN" sz="2000" b="1" dirty="0" smtClean="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 err="1" smtClean="0">
                          <a:solidFill>
                            <a:srgbClr val="002060"/>
                          </a:solidFill>
                          <a:effectLst/>
                        </a:rPr>
                        <a:t>रु</a:t>
                      </a:r>
                      <a:r>
                        <a:rPr lang="en-IN" sz="3200" b="1" dirty="0" smtClean="0">
                          <a:solidFill>
                            <a:srgbClr val="002060"/>
                          </a:solidFill>
                          <a:effectLst/>
                        </a:rPr>
                        <a:t>. ६००००/-</a:t>
                      </a:r>
                      <a:endParaRPr lang="en-IN" sz="3200" b="1" dirty="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>
                    <a:noFill/>
                  </a:tcPr>
                </a:tc>
              </a:tr>
              <a:tr h="6685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dirty="0" err="1" smtClean="0">
                          <a:solidFill>
                            <a:srgbClr val="002060"/>
                          </a:solidFill>
                          <a:effectLst/>
                        </a:rPr>
                        <a:t>या</a:t>
                      </a:r>
                      <a:r>
                        <a:rPr lang="en-IN" sz="2000" b="1" dirty="0" smtClean="0">
                          <a:solidFill>
                            <a:srgbClr val="002060"/>
                          </a:solidFill>
                          <a:effectLst/>
                        </a:rPr>
                        <a:t> </a:t>
                      </a:r>
                      <a:r>
                        <a:rPr lang="en-IN" sz="2000" b="1" dirty="0" err="1" smtClean="0">
                          <a:solidFill>
                            <a:srgbClr val="002060"/>
                          </a:solidFill>
                          <a:effectLst/>
                        </a:rPr>
                        <a:t>व्यतीरीक्त</a:t>
                      </a:r>
                      <a:r>
                        <a:rPr lang="en-IN" sz="2000" b="1" baseline="0" dirty="0" smtClean="0">
                          <a:solidFill>
                            <a:srgbClr val="002060"/>
                          </a:solidFill>
                          <a:effectLst/>
                        </a:rPr>
                        <a:t> १० </a:t>
                      </a:r>
                      <a:r>
                        <a:rPr lang="en-IN" sz="2000" b="1" baseline="0" dirty="0" err="1" smtClean="0">
                          <a:solidFill>
                            <a:srgbClr val="002060"/>
                          </a:solidFill>
                          <a:effectLst/>
                        </a:rPr>
                        <a:t>जनावरांचे</a:t>
                      </a:r>
                      <a:r>
                        <a:rPr lang="en-IN" sz="2000" b="1" baseline="0" dirty="0" smtClean="0">
                          <a:solidFill>
                            <a:srgbClr val="002060"/>
                          </a:solidFill>
                          <a:effectLst/>
                        </a:rPr>
                        <a:t> </a:t>
                      </a:r>
                      <a:r>
                        <a:rPr lang="en-IN" sz="2000" b="1" baseline="0" dirty="0" err="1" smtClean="0">
                          <a:solidFill>
                            <a:srgbClr val="002060"/>
                          </a:solidFill>
                          <a:effectLst/>
                        </a:rPr>
                        <a:t>वर्षाभरात</a:t>
                      </a:r>
                      <a:r>
                        <a:rPr lang="en-IN" sz="2000" b="1" baseline="0" dirty="0" smtClean="0">
                          <a:solidFill>
                            <a:srgbClr val="002060"/>
                          </a:solidFill>
                          <a:effectLst/>
                        </a:rPr>
                        <a:t> </a:t>
                      </a:r>
                      <a:r>
                        <a:rPr lang="en-IN" sz="2000" b="1" baseline="0" dirty="0" err="1" smtClean="0">
                          <a:solidFill>
                            <a:srgbClr val="002060"/>
                          </a:solidFill>
                          <a:effectLst/>
                        </a:rPr>
                        <a:t>शेणखत</a:t>
                      </a:r>
                      <a:r>
                        <a:rPr lang="en-IN" sz="2000" b="1" baseline="0" dirty="0" smtClean="0">
                          <a:solidFill>
                            <a:srgbClr val="002060"/>
                          </a:solidFill>
                          <a:effectLst/>
                        </a:rPr>
                        <a:t> ८ </a:t>
                      </a:r>
                      <a:r>
                        <a:rPr lang="en-IN" sz="2000" b="1" baseline="0" dirty="0" err="1" smtClean="0">
                          <a:solidFill>
                            <a:srgbClr val="002060"/>
                          </a:solidFill>
                          <a:effectLst/>
                        </a:rPr>
                        <a:t>कीलो</a:t>
                      </a:r>
                      <a:r>
                        <a:rPr lang="en-IN" sz="2000" b="1" baseline="0" dirty="0" smtClean="0">
                          <a:solidFill>
                            <a:srgbClr val="002060"/>
                          </a:solidFill>
                          <a:effectLst/>
                        </a:rPr>
                        <a:t> </a:t>
                      </a:r>
                      <a:r>
                        <a:rPr lang="en-IN" sz="2000" b="1" baseline="0" dirty="0" err="1" smtClean="0">
                          <a:solidFill>
                            <a:srgbClr val="002060"/>
                          </a:solidFill>
                          <a:effectLst/>
                        </a:rPr>
                        <a:t>प्रती</a:t>
                      </a:r>
                      <a:r>
                        <a:rPr lang="en-IN" sz="2000" b="1" baseline="0" dirty="0" smtClean="0">
                          <a:solidFill>
                            <a:srgbClr val="002060"/>
                          </a:solidFill>
                          <a:effectLst/>
                        </a:rPr>
                        <a:t> </a:t>
                      </a:r>
                      <a:r>
                        <a:rPr lang="en-IN" sz="2000" b="1" baseline="0" dirty="0" err="1" smtClean="0">
                          <a:solidFill>
                            <a:srgbClr val="002060"/>
                          </a:solidFill>
                          <a:effectLst/>
                        </a:rPr>
                        <a:t>दीवस</a:t>
                      </a:r>
                      <a:endParaRPr lang="en-IN" sz="2000" b="1" dirty="0" smtClean="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err="1" smtClean="0">
                          <a:solidFill>
                            <a:srgbClr val="002060"/>
                          </a:solidFill>
                          <a:effectLst/>
                        </a:rPr>
                        <a:t>जवळपास</a:t>
                      </a:r>
                      <a:r>
                        <a:rPr lang="en-IN" sz="2000" b="1" dirty="0" smtClean="0">
                          <a:solidFill>
                            <a:srgbClr val="002060"/>
                          </a:solidFill>
                          <a:effectLst/>
                        </a:rPr>
                        <a:t> ३० </a:t>
                      </a:r>
                      <a:r>
                        <a:rPr lang="en-IN" sz="2000" b="1" dirty="0" err="1" smtClean="0">
                          <a:solidFill>
                            <a:srgbClr val="002060"/>
                          </a:solidFill>
                          <a:effectLst/>
                        </a:rPr>
                        <a:t>मे.टन</a:t>
                      </a:r>
                      <a:endParaRPr lang="en-IN" sz="2000" b="1" dirty="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152400"/>
            <a:ext cx="729077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 err="1" smtClean="0">
                <a:solidFill>
                  <a:srgbClr val="216521"/>
                </a:solidFill>
              </a:rPr>
              <a:t>जनावरासाठी</a:t>
            </a:r>
            <a:r>
              <a:rPr lang="en-IN" sz="4000" b="1" dirty="0" smtClean="0">
                <a:solidFill>
                  <a:srgbClr val="216521"/>
                </a:solidFill>
              </a:rPr>
              <a:t> </a:t>
            </a:r>
            <a:r>
              <a:rPr lang="en-IN" sz="4000" b="1" dirty="0" err="1" smtClean="0">
                <a:solidFill>
                  <a:srgbClr val="216521"/>
                </a:solidFill>
              </a:rPr>
              <a:t>उपलब्ध</a:t>
            </a:r>
            <a:r>
              <a:rPr lang="en-IN" sz="4000" b="1" dirty="0" smtClean="0">
                <a:solidFill>
                  <a:srgbClr val="216521"/>
                </a:solidFill>
              </a:rPr>
              <a:t> </a:t>
            </a:r>
            <a:r>
              <a:rPr lang="en-IN" sz="4000" b="1" dirty="0" err="1" smtClean="0">
                <a:solidFill>
                  <a:srgbClr val="216521"/>
                </a:solidFill>
              </a:rPr>
              <a:t>चा-यांचे</a:t>
            </a:r>
            <a:r>
              <a:rPr lang="en-IN" sz="4000" b="1" dirty="0" smtClean="0">
                <a:solidFill>
                  <a:srgbClr val="216521"/>
                </a:solidFill>
              </a:rPr>
              <a:t> </a:t>
            </a:r>
            <a:r>
              <a:rPr lang="en-IN" sz="4000" b="1" dirty="0" err="1" smtClean="0">
                <a:solidFill>
                  <a:srgbClr val="216521"/>
                </a:solidFill>
              </a:rPr>
              <a:t>प्रकार</a:t>
            </a:r>
            <a:endParaRPr lang="en-IN" sz="4000" b="1" dirty="0">
              <a:solidFill>
                <a:srgbClr val="21652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62000" y="1524000"/>
            <a:ext cx="213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 err="1" smtClean="0">
                <a:solidFill>
                  <a:srgbClr val="007400"/>
                </a:solidFill>
              </a:rPr>
              <a:t>हिरवा</a:t>
            </a:r>
            <a:r>
              <a:rPr lang="en-IN" sz="3600" b="1" dirty="0" smtClean="0">
                <a:solidFill>
                  <a:srgbClr val="007400"/>
                </a:solidFill>
              </a:rPr>
              <a:t> </a:t>
            </a:r>
            <a:r>
              <a:rPr lang="en-IN" sz="3600" b="1" dirty="0" err="1" smtClean="0">
                <a:solidFill>
                  <a:srgbClr val="007400"/>
                </a:solidFill>
              </a:rPr>
              <a:t>चारा</a:t>
            </a:r>
            <a:r>
              <a:rPr lang="en-IN" sz="3600" b="1" dirty="0" smtClean="0">
                <a:solidFill>
                  <a:srgbClr val="007400"/>
                </a:solidFill>
              </a:rPr>
              <a:t> </a:t>
            </a:r>
            <a:endParaRPr lang="en-IN" sz="3600" b="1" dirty="0">
              <a:solidFill>
                <a:srgbClr val="0074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0" y="1524000"/>
            <a:ext cx="26468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 err="1" smtClean="0">
                <a:solidFill>
                  <a:srgbClr val="A27B00"/>
                </a:solidFill>
              </a:rPr>
              <a:t>वाळलेला</a:t>
            </a:r>
            <a:r>
              <a:rPr lang="en-IN" sz="3600" b="1" dirty="0" smtClean="0">
                <a:solidFill>
                  <a:srgbClr val="A27B00"/>
                </a:solidFill>
              </a:rPr>
              <a:t> </a:t>
            </a:r>
            <a:r>
              <a:rPr lang="en-IN" sz="3600" b="1" dirty="0" err="1" smtClean="0">
                <a:solidFill>
                  <a:srgbClr val="A27B00"/>
                </a:solidFill>
              </a:rPr>
              <a:t>चारा</a:t>
            </a:r>
            <a:endParaRPr lang="en-IN" sz="3600" b="1" dirty="0">
              <a:solidFill>
                <a:srgbClr val="A27B00"/>
              </a:solidFill>
            </a:endParaRPr>
          </a:p>
        </p:txBody>
      </p:sp>
      <p:sp>
        <p:nvSpPr>
          <p:cNvPr id="9" name="Down Arrow 8"/>
          <p:cNvSpPr/>
          <p:nvPr/>
        </p:nvSpPr>
        <p:spPr>
          <a:xfrm rot="1906472">
            <a:off x="3048000" y="796112"/>
            <a:ext cx="484632" cy="978408"/>
          </a:xfrm>
          <a:prstGeom prst="downArrow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Down Arrow 9"/>
          <p:cNvSpPr/>
          <p:nvPr/>
        </p:nvSpPr>
        <p:spPr>
          <a:xfrm rot="19609661">
            <a:off x="4953000" y="796112"/>
            <a:ext cx="484632" cy="978408"/>
          </a:xfrm>
          <a:prstGeom prst="downArrow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own Arrow 10"/>
          <p:cNvSpPr/>
          <p:nvPr/>
        </p:nvSpPr>
        <p:spPr>
          <a:xfrm rot="1906472">
            <a:off x="1059487" y="2853512"/>
            <a:ext cx="484632" cy="978408"/>
          </a:xfrm>
          <a:prstGeom prst="downArrow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Down Arrow 11"/>
          <p:cNvSpPr/>
          <p:nvPr/>
        </p:nvSpPr>
        <p:spPr>
          <a:xfrm rot="19609661">
            <a:off x="2209382" y="2852091"/>
            <a:ext cx="484632" cy="978408"/>
          </a:xfrm>
          <a:prstGeom prst="downArrow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Down Arrow 12"/>
          <p:cNvSpPr/>
          <p:nvPr/>
        </p:nvSpPr>
        <p:spPr>
          <a:xfrm rot="1906472">
            <a:off x="5833491" y="2873681"/>
            <a:ext cx="484632" cy="978408"/>
          </a:xfrm>
          <a:prstGeom prst="downArrow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Down Arrow 13"/>
          <p:cNvSpPr/>
          <p:nvPr/>
        </p:nvSpPr>
        <p:spPr>
          <a:xfrm rot="19609661">
            <a:off x="6983386" y="2872260"/>
            <a:ext cx="484632" cy="978408"/>
          </a:xfrm>
          <a:prstGeom prst="downArrow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/>
          <p:cNvSpPr txBox="1"/>
          <p:nvPr/>
        </p:nvSpPr>
        <p:spPr>
          <a:xfrm>
            <a:off x="533400" y="2057400"/>
            <a:ext cx="2743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 err="1" smtClean="0">
                <a:solidFill>
                  <a:srgbClr val="004C00"/>
                </a:solidFill>
              </a:rPr>
              <a:t>शेतात</a:t>
            </a:r>
            <a:r>
              <a:rPr lang="en-IN" sz="2000" dirty="0" smtClean="0">
                <a:solidFill>
                  <a:srgbClr val="004C00"/>
                </a:solidFill>
              </a:rPr>
              <a:t> </a:t>
            </a:r>
            <a:r>
              <a:rPr lang="en-IN" sz="2000" dirty="0" err="1" smtClean="0">
                <a:solidFill>
                  <a:srgbClr val="004C00"/>
                </a:solidFill>
              </a:rPr>
              <a:t>वाढवुन</a:t>
            </a:r>
            <a:r>
              <a:rPr lang="en-IN" sz="2000" dirty="0" smtClean="0">
                <a:solidFill>
                  <a:srgbClr val="004C00"/>
                </a:solidFill>
              </a:rPr>
              <a:t> </a:t>
            </a:r>
            <a:r>
              <a:rPr lang="en-IN" sz="2000" dirty="0" err="1" smtClean="0">
                <a:solidFill>
                  <a:srgbClr val="004C00"/>
                </a:solidFill>
              </a:rPr>
              <a:t>वापरण्यात</a:t>
            </a:r>
            <a:r>
              <a:rPr lang="en-IN" sz="2000" dirty="0" smtClean="0">
                <a:solidFill>
                  <a:srgbClr val="004C00"/>
                </a:solidFill>
              </a:rPr>
              <a:t> </a:t>
            </a:r>
            <a:r>
              <a:rPr lang="en-IN" sz="2000" dirty="0" err="1" smtClean="0">
                <a:solidFill>
                  <a:srgbClr val="004C00"/>
                </a:solidFill>
              </a:rPr>
              <a:t>येणारा</a:t>
            </a:r>
            <a:r>
              <a:rPr lang="en-IN" sz="2000" dirty="0" smtClean="0">
                <a:solidFill>
                  <a:srgbClr val="004C00"/>
                </a:solidFill>
              </a:rPr>
              <a:t>/</a:t>
            </a:r>
            <a:r>
              <a:rPr lang="en-IN" sz="2000" dirty="0" err="1" smtClean="0">
                <a:solidFill>
                  <a:srgbClr val="004C00"/>
                </a:solidFill>
              </a:rPr>
              <a:t>चराईमधुन</a:t>
            </a:r>
            <a:r>
              <a:rPr lang="en-IN" sz="2000" dirty="0" smtClean="0">
                <a:solidFill>
                  <a:srgbClr val="004C00"/>
                </a:solidFill>
              </a:rPr>
              <a:t> </a:t>
            </a:r>
            <a:r>
              <a:rPr lang="en-IN" sz="2000" dirty="0" err="1" smtClean="0">
                <a:solidFill>
                  <a:srgbClr val="004C00"/>
                </a:solidFill>
              </a:rPr>
              <a:t>प्राप्त</a:t>
            </a:r>
            <a:r>
              <a:rPr lang="en-IN" sz="2000" dirty="0" smtClean="0">
                <a:solidFill>
                  <a:srgbClr val="004C00"/>
                </a:solidFill>
              </a:rPr>
              <a:t> </a:t>
            </a:r>
            <a:r>
              <a:rPr lang="en-IN" sz="2000" dirty="0" err="1" smtClean="0">
                <a:solidFill>
                  <a:srgbClr val="004C00"/>
                </a:solidFill>
              </a:rPr>
              <a:t>होणारा</a:t>
            </a:r>
            <a:endParaRPr lang="en-IN" sz="2000" dirty="0">
              <a:solidFill>
                <a:srgbClr val="004C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2133600"/>
            <a:ext cx="289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 err="1" smtClean="0">
                <a:solidFill>
                  <a:srgbClr val="A27B00"/>
                </a:solidFill>
              </a:rPr>
              <a:t>मुख्यत्वे</a:t>
            </a:r>
            <a:r>
              <a:rPr lang="en-IN" sz="2000" dirty="0" smtClean="0">
                <a:solidFill>
                  <a:srgbClr val="A27B00"/>
                </a:solidFill>
              </a:rPr>
              <a:t> </a:t>
            </a:r>
            <a:r>
              <a:rPr lang="en-IN" sz="2000" dirty="0" err="1" smtClean="0">
                <a:solidFill>
                  <a:srgbClr val="A27B00"/>
                </a:solidFill>
              </a:rPr>
              <a:t>शेतीतील</a:t>
            </a:r>
            <a:r>
              <a:rPr lang="en-IN" sz="2000" dirty="0" smtClean="0">
                <a:solidFill>
                  <a:srgbClr val="A27B00"/>
                </a:solidFill>
              </a:rPr>
              <a:t> </a:t>
            </a:r>
            <a:r>
              <a:rPr lang="en-IN" sz="2000" dirty="0" err="1" smtClean="0">
                <a:solidFill>
                  <a:srgbClr val="A27B00"/>
                </a:solidFill>
              </a:rPr>
              <a:t>मुख्य</a:t>
            </a:r>
            <a:r>
              <a:rPr lang="en-IN" sz="2000" dirty="0" smtClean="0">
                <a:solidFill>
                  <a:srgbClr val="A27B00"/>
                </a:solidFill>
              </a:rPr>
              <a:t> </a:t>
            </a:r>
            <a:r>
              <a:rPr lang="en-IN" sz="2000" dirty="0" err="1" smtClean="0">
                <a:solidFill>
                  <a:srgbClr val="A27B00"/>
                </a:solidFill>
              </a:rPr>
              <a:t>पिकांचे</a:t>
            </a:r>
            <a:r>
              <a:rPr lang="en-IN" sz="2000" dirty="0" smtClean="0">
                <a:solidFill>
                  <a:srgbClr val="A27B00"/>
                </a:solidFill>
              </a:rPr>
              <a:t> </a:t>
            </a:r>
            <a:r>
              <a:rPr lang="en-IN" sz="2000" dirty="0" err="1" smtClean="0">
                <a:solidFill>
                  <a:srgbClr val="A27B00"/>
                </a:solidFill>
              </a:rPr>
              <a:t>अवशेष</a:t>
            </a:r>
            <a:endParaRPr lang="en-IN" sz="2000" dirty="0">
              <a:solidFill>
                <a:srgbClr val="A27B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7200" y="3810000"/>
            <a:ext cx="1010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 err="1" smtClean="0">
                <a:solidFill>
                  <a:srgbClr val="007400"/>
                </a:solidFill>
              </a:rPr>
              <a:t>एकदल</a:t>
            </a:r>
            <a:endParaRPr lang="en-IN" sz="2400" b="1" dirty="0">
              <a:solidFill>
                <a:srgbClr val="0074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286000" y="3805535"/>
            <a:ext cx="9781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 err="1" smtClean="0">
                <a:solidFill>
                  <a:srgbClr val="007400"/>
                </a:solidFill>
              </a:rPr>
              <a:t>व्दीदल</a:t>
            </a:r>
            <a:endParaRPr lang="en-IN" sz="2400" b="1" dirty="0">
              <a:solidFill>
                <a:srgbClr val="0074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194047" y="3805535"/>
            <a:ext cx="1010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 err="1" smtClean="0">
                <a:solidFill>
                  <a:srgbClr val="A27B00"/>
                </a:solidFill>
              </a:rPr>
              <a:t>एकदल</a:t>
            </a:r>
            <a:endParaRPr lang="en-IN" sz="2400" b="1" dirty="0">
              <a:solidFill>
                <a:srgbClr val="A27B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022847" y="3810000"/>
            <a:ext cx="9781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 err="1" smtClean="0">
                <a:solidFill>
                  <a:srgbClr val="A27B00"/>
                </a:solidFill>
              </a:rPr>
              <a:t>व्दीदल</a:t>
            </a:r>
            <a:endParaRPr lang="en-IN" sz="2400" b="1" dirty="0">
              <a:solidFill>
                <a:srgbClr val="A27B00"/>
              </a:solidFill>
            </a:endParaRPr>
          </a:p>
        </p:txBody>
      </p:sp>
      <p:sp>
        <p:nvSpPr>
          <p:cNvPr id="21" name="Down Arrow 20"/>
          <p:cNvSpPr/>
          <p:nvPr/>
        </p:nvSpPr>
        <p:spPr>
          <a:xfrm rot="1906472">
            <a:off x="258204" y="4429875"/>
            <a:ext cx="484632" cy="548781"/>
          </a:xfrm>
          <a:prstGeom prst="downArrow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Down Arrow 21"/>
          <p:cNvSpPr/>
          <p:nvPr/>
        </p:nvSpPr>
        <p:spPr>
          <a:xfrm rot="19609661">
            <a:off x="1179985" y="4430513"/>
            <a:ext cx="484632" cy="558062"/>
          </a:xfrm>
          <a:prstGeom prst="downArrow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Down Arrow 22"/>
          <p:cNvSpPr/>
          <p:nvPr/>
        </p:nvSpPr>
        <p:spPr>
          <a:xfrm rot="1906472">
            <a:off x="2442803" y="4383388"/>
            <a:ext cx="484632" cy="548781"/>
          </a:xfrm>
          <a:prstGeom prst="downArrow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Down Arrow 23"/>
          <p:cNvSpPr/>
          <p:nvPr/>
        </p:nvSpPr>
        <p:spPr>
          <a:xfrm rot="19609661">
            <a:off x="3364584" y="4384026"/>
            <a:ext cx="484632" cy="558062"/>
          </a:xfrm>
          <a:prstGeom prst="downArrow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/>
          <p:cNvSpPr txBox="1"/>
          <p:nvPr/>
        </p:nvSpPr>
        <p:spPr>
          <a:xfrm>
            <a:off x="0" y="4953000"/>
            <a:ext cx="9541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 err="1" smtClean="0">
                <a:solidFill>
                  <a:srgbClr val="004C00"/>
                </a:solidFill>
              </a:rPr>
              <a:t>वार्षीक</a:t>
            </a:r>
            <a:endParaRPr lang="en-IN" sz="2400" b="1" dirty="0">
              <a:solidFill>
                <a:srgbClr val="004C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14400" y="4953000"/>
            <a:ext cx="13067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 err="1" smtClean="0">
                <a:solidFill>
                  <a:srgbClr val="004C00"/>
                </a:solidFill>
              </a:rPr>
              <a:t>बहुवार्षीक</a:t>
            </a:r>
            <a:endParaRPr lang="en-IN" sz="2400" b="1" dirty="0">
              <a:solidFill>
                <a:srgbClr val="004C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170093" y="4953000"/>
            <a:ext cx="9541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 err="1" smtClean="0">
                <a:solidFill>
                  <a:srgbClr val="004C00"/>
                </a:solidFill>
              </a:rPr>
              <a:t>वार्षीक</a:t>
            </a:r>
            <a:endParaRPr lang="en-IN" sz="2400" b="1" dirty="0">
              <a:solidFill>
                <a:srgbClr val="004C0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124200" y="4953000"/>
            <a:ext cx="13067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 err="1" smtClean="0">
                <a:solidFill>
                  <a:srgbClr val="004C00"/>
                </a:solidFill>
              </a:rPr>
              <a:t>बहुवार्षीक</a:t>
            </a:r>
            <a:endParaRPr lang="en-IN" sz="2400" b="1" dirty="0">
              <a:solidFill>
                <a:srgbClr val="004C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89032" y="76200"/>
            <a:ext cx="213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 err="1" smtClean="0">
                <a:solidFill>
                  <a:srgbClr val="007400"/>
                </a:solidFill>
              </a:rPr>
              <a:t>हिरवा</a:t>
            </a:r>
            <a:r>
              <a:rPr lang="en-IN" sz="3600" b="1" dirty="0" smtClean="0">
                <a:solidFill>
                  <a:srgbClr val="007400"/>
                </a:solidFill>
              </a:rPr>
              <a:t> </a:t>
            </a:r>
            <a:r>
              <a:rPr lang="en-IN" sz="3600" b="1" dirty="0" err="1" smtClean="0">
                <a:solidFill>
                  <a:srgbClr val="007400"/>
                </a:solidFill>
              </a:rPr>
              <a:t>चारा</a:t>
            </a:r>
            <a:r>
              <a:rPr lang="en-IN" sz="3600" b="1" dirty="0" smtClean="0">
                <a:solidFill>
                  <a:srgbClr val="007400"/>
                </a:solidFill>
              </a:rPr>
              <a:t> </a:t>
            </a:r>
            <a:endParaRPr lang="en-IN" sz="3600" b="1" dirty="0">
              <a:solidFill>
                <a:srgbClr val="007400"/>
              </a:solidFill>
            </a:endParaRPr>
          </a:p>
        </p:txBody>
      </p:sp>
      <p:sp>
        <p:nvSpPr>
          <p:cNvPr id="3" name="Down Arrow 2"/>
          <p:cNvSpPr/>
          <p:nvPr/>
        </p:nvSpPr>
        <p:spPr>
          <a:xfrm rot="1906472">
            <a:off x="2431088" y="1405712"/>
            <a:ext cx="484632" cy="978408"/>
          </a:xfrm>
          <a:prstGeom prst="downArrow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Down Arrow 3"/>
          <p:cNvSpPr/>
          <p:nvPr/>
        </p:nvSpPr>
        <p:spPr>
          <a:xfrm rot="19609661">
            <a:off x="5687986" y="1404291"/>
            <a:ext cx="484632" cy="978408"/>
          </a:xfrm>
          <a:prstGeom prst="downArrow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2960432" y="609600"/>
            <a:ext cx="2743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 err="1" smtClean="0">
                <a:solidFill>
                  <a:srgbClr val="004C00"/>
                </a:solidFill>
              </a:rPr>
              <a:t>शेतात</a:t>
            </a:r>
            <a:r>
              <a:rPr lang="en-IN" sz="2000" dirty="0" smtClean="0">
                <a:solidFill>
                  <a:srgbClr val="004C00"/>
                </a:solidFill>
              </a:rPr>
              <a:t> </a:t>
            </a:r>
            <a:r>
              <a:rPr lang="en-IN" sz="2000" dirty="0" err="1" smtClean="0">
                <a:solidFill>
                  <a:srgbClr val="004C00"/>
                </a:solidFill>
              </a:rPr>
              <a:t>वाढवुन</a:t>
            </a:r>
            <a:r>
              <a:rPr lang="en-IN" sz="2000" dirty="0" smtClean="0">
                <a:solidFill>
                  <a:srgbClr val="004C00"/>
                </a:solidFill>
              </a:rPr>
              <a:t> </a:t>
            </a:r>
            <a:r>
              <a:rPr lang="en-IN" sz="2000" dirty="0" err="1" smtClean="0">
                <a:solidFill>
                  <a:srgbClr val="004C00"/>
                </a:solidFill>
              </a:rPr>
              <a:t>वापरण्यात</a:t>
            </a:r>
            <a:r>
              <a:rPr lang="en-IN" sz="2000" dirty="0" smtClean="0">
                <a:solidFill>
                  <a:srgbClr val="004C00"/>
                </a:solidFill>
              </a:rPr>
              <a:t> </a:t>
            </a:r>
            <a:r>
              <a:rPr lang="en-IN" sz="2000" dirty="0" err="1" smtClean="0">
                <a:solidFill>
                  <a:srgbClr val="004C00"/>
                </a:solidFill>
              </a:rPr>
              <a:t>येणारा</a:t>
            </a:r>
            <a:r>
              <a:rPr lang="en-IN" sz="2000" dirty="0" smtClean="0">
                <a:solidFill>
                  <a:srgbClr val="004C00"/>
                </a:solidFill>
              </a:rPr>
              <a:t>/</a:t>
            </a:r>
            <a:r>
              <a:rPr lang="en-IN" sz="2000" dirty="0" err="1" smtClean="0">
                <a:solidFill>
                  <a:srgbClr val="004C00"/>
                </a:solidFill>
              </a:rPr>
              <a:t>चराईमधुन</a:t>
            </a:r>
            <a:r>
              <a:rPr lang="en-IN" sz="2000" dirty="0" smtClean="0">
                <a:solidFill>
                  <a:srgbClr val="004C00"/>
                </a:solidFill>
              </a:rPr>
              <a:t> </a:t>
            </a:r>
            <a:r>
              <a:rPr lang="en-IN" sz="2000" dirty="0" err="1" smtClean="0">
                <a:solidFill>
                  <a:srgbClr val="004C00"/>
                </a:solidFill>
              </a:rPr>
              <a:t>प्राप्त</a:t>
            </a:r>
            <a:r>
              <a:rPr lang="en-IN" sz="2000" dirty="0" smtClean="0">
                <a:solidFill>
                  <a:srgbClr val="004C00"/>
                </a:solidFill>
              </a:rPr>
              <a:t> </a:t>
            </a:r>
            <a:r>
              <a:rPr lang="en-IN" sz="2000" dirty="0" err="1" smtClean="0">
                <a:solidFill>
                  <a:srgbClr val="004C00"/>
                </a:solidFill>
              </a:rPr>
              <a:t>होणारा</a:t>
            </a:r>
            <a:endParaRPr lang="en-IN" sz="2000" dirty="0">
              <a:solidFill>
                <a:srgbClr val="004C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28539" y="2362200"/>
            <a:ext cx="14237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 err="1" smtClean="0">
                <a:solidFill>
                  <a:srgbClr val="007400"/>
                </a:solidFill>
              </a:rPr>
              <a:t>एकदल</a:t>
            </a:r>
            <a:endParaRPr lang="en-IN" sz="3600" b="1" dirty="0">
              <a:solidFill>
                <a:srgbClr val="0074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08432" y="2357735"/>
            <a:ext cx="13756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 err="1" smtClean="0">
                <a:solidFill>
                  <a:srgbClr val="007400"/>
                </a:solidFill>
              </a:rPr>
              <a:t>व्दीदल</a:t>
            </a:r>
            <a:endParaRPr lang="en-IN" sz="3600" b="1" dirty="0">
              <a:solidFill>
                <a:srgbClr val="007400"/>
              </a:solidFill>
            </a:endParaRPr>
          </a:p>
        </p:txBody>
      </p:sp>
      <p:sp>
        <p:nvSpPr>
          <p:cNvPr id="8" name="Down Arrow 7"/>
          <p:cNvSpPr/>
          <p:nvPr/>
        </p:nvSpPr>
        <p:spPr>
          <a:xfrm rot="19609661">
            <a:off x="2768817" y="2982713"/>
            <a:ext cx="484632" cy="558062"/>
          </a:xfrm>
          <a:prstGeom prst="downArrow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Down Arrow 8"/>
          <p:cNvSpPr/>
          <p:nvPr/>
        </p:nvSpPr>
        <p:spPr>
          <a:xfrm rot="1906472">
            <a:off x="5567003" y="2935588"/>
            <a:ext cx="484632" cy="548781"/>
          </a:xfrm>
          <a:prstGeom prst="downArrow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Down Arrow 9"/>
          <p:cNvSpPr/>
          <p:nvPr/>
        </p:nvSpPr>
        <p:spPr>
          <a:xfrm rot="19609661">
            <a:off x="7479384" y="2936226"/>
            <a:ext cx="484632" cy="558062"/>
          </a:xfrm>
          <a:prstGeom prst="downArrow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2503232" y="3505200"/>
            <a:ext cx="20794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 err="1" smtClean="0">
                <a:solidFill>
                  <a:srgbClr val="004C00"/>
                </a:solidFill>
              </a:rPr>
              <a:t>बहुवार्षीक</a:t>
            </a:r>
            <a:endParaRPr lang="en-IN" sz="2400" b="1" dirty="0" smtClean="0">
              <a:solidFill>
                <a:srgbClr val="004C00"/>
              </a:solidFill>
            </a:endParaRPr>
          </a:p>
          <a:p>
            <a:r>
              <a:rPr lang="en-IN" sz="2400" b="1" dirty="0" err="1" smtClean="0">
                <a:solidFill>
                  <a:srgbClr val="004C00"/>
                </a:solidFill>
              </a:rPr>
              <a:t>बारमाही</a:t>
            </a:r>
            <a:r>
              <a:rPr lang="en-IN" sz="2400" b="1" dirty="0" smtClean="0">
                <a:solidFill>
                  <a:srgbClr val="004C00"/>
                </a:solidFill>
              </a:rPr>
              <a:t> </a:t>
            </a:r>
            <a:r>
              <a:rPr lang="en-IN" sz="2400" b="1" dirty="0" err="1" smtClean="0">
                <a:solidFill>
                  <a:srgbClr val="004C00"/>
                </a:solidFill>
              </a:rPr>
              <a:t>ओलित</a:t>
            </a:r>
            <a:endParaRPr lang="en-IN" sz="2400" b="1" dirty="0">
              <a:solidFill>
                <a:srgbClr val="004C00"/>
              </a:solidFill>
            </a:endParaRPr>
          </a:p>
        </p:txBody>
      </p:sp>
      <p:sp>
        <p:nvSpPr>
          <p:cNvPr id="14" name="Down Arrow 13"/>
          <p:cNvSpPr/>
          <p:nvPr/>
        </p:nvSpPr>
        <p:spPr>
          <a:xfrm rot="1906472">
            <a:off x="944004" y="2982075"/>
            <a:ext cx="484632" cy="548781"/>
          </a:xfrm>
          <a:prstGeom prst="downArrow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/>
          <p:cNvSpPr txBox="1"/>
          <p:nvPr/>
        </p:nvSpPr>
        <p:spPr>
          <a:xfrm>
            <a:off x="381000" y="3505200"/>
            <a:ext cx="18854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 err="1" smtClean="0">
                <a:solidFill>
                  <a:srgbClr val="004C00"/>
                </a:solidFill>
              </a:rPr>
              <a:t>वार्षीक</a:t>
            </a:r>
            <a:endParaRPr lang="en-IN" sz="2400" b="1" dirty="0" smtClean="0">
              <a:solidFill>
                <a:srgbClr val="004C00"/>
              </a:solidFill>
            </a:endParaRPr>
          </a:p>
          <a:p>
            <a:r>
              <a:rPr lang="en-IN" sz="2400" b="1" dirty="0" err="1" smtClean="0">
                <a:solidFill>
                  <a:srgbClr val="004C00"/>
                </a:solidFill>
              </a:rPr>
              <a:t>हंगामी</a:t>
            </a:r>
            <a:r>
              <a:rPr lang="en-IN" sz="2400" b="1" dirty="0" smtClean="0">
                <a:solidFill>
                  <a:srgbClr val="004C00"/>
                </a:solidFill>
              </a:rPr>
              <a:t> </a:t>
            </a:r>
            <a:r>
              <a:rPr lang="en-IN" sz="2400" b="1" dirty="0" err="1" smtClean="0">
                <a:solidFill>
                  <a:srgbClr val="004C00"/>
                </a:solidFill>
              </a:rPr>
              <a:t>ओलित</a:t>
            </a:r>
            <a:endParaRPr lang="en-IN" sz="2400" b="1" dirty="0">
              <a:solidFill>
                <a:srgbClr val="004C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04800" y="4267200"/>
            <a:ext cx="196239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hindiNumParenR"/>
            </a:pPr>
            <a:r>
              <a:rPr lang="en-IN" sz="3200" dirty="0" err="1" smtClean="0">
                <a:solidFill>
                  <a:srgbClr val="007400"/>
                </a:solidFill>
              </a:rPr>
              <a:t>मका</a:t>
            </a:r>
            <a:endParaRPr lang="en-IN" sz="3200" dirty="0" smtClean="0">
              <a:solidFill>
                <a:srgbClr val="007400"/>
              </a:solidFill>
            </a:endParaRPr>
          </a:p>
          <a:p>
            <a:pPr marL="342900" indent="-342900">
              <a:buAutoNum type="hindiNumParenR"/>
            </a:pPr>
            <a:r>
              <a:rPr lang="en-IN" sz="3200" dirty="0" err="1" smtClean="0">
                <a:solidFill>
                  <a:srgbClr val="007400"/>
                </a:solidFill>
              </a:rPr>
              <a:t>ज्वारी</a:t>
            </a:r>
            <a:endParaRPr lang="en-IN" sz="3200" dirty="0" smtClean="0">
              <a:solidFill>
                <a:srgbClr val="007400"/>
              </a:solidFill>
            </a:endParaRPr>
          </a:p>
          <a:p>
            <a:pPr marL="342900" indent="-342900">
              <a:buAutoNum type="hindiNumParenR"/>
            </a:pPr>
            <a:r>
              <a:rPr lang="en-IN" sz="3200" dirty="0" err="1" smtClean="0">
                <a:solidFill>
                  <a:srgbClr val="007400"/>
                </a:solidFill>
              </a:rPr>
              <a:t>बाजरी</a:t>
            </a:r>
            <a:r>
              <a:rPr lang="en-IN" sz="3200" dirty="0" smtClean="0">
                <a:solidFill>
                  <a:srgbClr val="007400"/>
                </a:solidFill>
              </a:rPr>
              <a:t> ई.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64927" y="4297740"/>
            <a:ext cx="296427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hindiNumParenR"/>
            </a:pPr>
            <a:r>
              <a:rPr lang="en-IN" sz="3200" dirty="0" err="1" smtClean="0">
                <a:solidFill>
                  <a:srgbClr val="007400"/>
                </a:solidFill>
              </a:rPr>
              <a:t>हायब्रिड</a:t>
            </a:r>
            <a:r>
              <a:rPr lang="en-IN" sz="3200" dirty="0" smtClean="0">
                <a:solidFill>
                  <a:srgbClr val="007400"/>
                </a:solidFill>
              </a:rPr>
              <a:t> </a:t>
            </a:r>
            <a:r>
              <a:rPr lang="en-IN" sz="3200" dirty="0" err="1" smtClean="0">
                <a:solidFill>
                  <a:srgbClr val="007400"/>
                </a:solidFill>
              </a:rPr>
              <a:t>नेपीयर</a:t>
            </a:r>
            <a:endParaRPr lang="en-IN" sz="3200" dirty="0" smtClean="0">
              <a:solidFill>
                <a:srgbClr val="007400"/>
              </a:solidFill>
            </a:endParaRPr>
          </a:p>
          <a:p>
            <a:pPr marL="342900" indent="-342900">
              <a:buAutoNum type="hindiNumParenR"/>
            </a:pPr>
            <a:r>
              <a:rPr lang="en-IN" sz="3200" dirty="0" err="1" smtClean="0">
                <a:solidFill>
                  <a:srgbClr val="007400"/>
                </a:solidFill>
              </a:rPr>
              <a:t>गिनी</a:t>
            </a:r>
            <a:r>
              <a:rPr lang="en-IN" sz="3200" dirty="0" smtClean="0">
                <a:solidFill>
                  <a:srgbClr val="007400"/>
                </a:solidFill>
              </a:rPr>
              <a:t> </a:t>
            </a:r>
            <a:r>
              <a:rPr lang="en-IN" sz="3200" dirty="0" err="1" smtClean="0">
                <a:solidFill>
                  <a:srgbClr val="007400"/>
                </a:solidFill>
              </a:rPr>
              <a:t>गवत</a:t>
            </a:r>
            <a:endParaRPr lang="en-IN" sz="3200" dirty="0" smtClean="0">
              <a:solidFill>
                <a:srgbClr val="007400"/>
              </a:solidFill>
            </a:endParaRPr>
          </a:p>
          <a:p>
            <a:pPr marL="342900" indent="-342900">
              <a:buAutoNum type="hindiNumParenR"/>
            </a:pPr>
            <a:r>
              <a:rPr lang="en-IN" sz="3200" dirty="0" err="1" smtClean="0">
                <a:solidFill>
                  <a:srgbClr val="007400"/>
                </a:solidFill>
              </a:rPr>
              <a:t>मार्वल</a:t>
            </a:r>
            <a:r>
              <a:rPr lang="en-IN" sz="3200" dirty="0" smtClean="0">
                <a:solidFill>
                  <a:srgbClr val="007400"/>
                </a:solidFill>
              </a:rPr>
              <a:t> ई.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4947" y="3505200"/>
            <a:ext cx="18854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 err="1" smtClean="0">
                <a:solidFill>
                  <a:srgbClr val="004C00"/>
                </a:solidFill>
              </a:rPr>
              <a:t>वार्षीक</a:t>
            </a:r>
            <a:endParaRPr lang="en-IN" sz="2400" b="1" dirty="0" smtClean="0">
              <a:solidFill>
                <a:srgbClr val="004C00"/>
              </a:solidFill>
            </a:endParaRPr>
          </a:p>
          <a:p>
            <a:r>
              <a:rPr lang="en-IN" sz="2400" b="1" dirty="0" err="1" smtClean="0">
                <a:solidFill>
                  <a:srgbClr val="004C00"/>
                </a:solidFill>
              </a:rPr>
              <a:t>हंगामी</a:t>
            </a:r>
            <a:r>
              <a:rPr lang="en-IN" sz="2400" b="1" dirty="0" smtClean="0">
                <a:solidFill>
                  <a:srgbClr val="004C00"/>
                </a:solidFill>
              </a:rPr>
              <a:t> </a:t>
            </a:r>
            <a:r>
              <a:rPr lang="en-IN" sz="2400" b="1" dirty="0" err="1" smtClean="0">
                <a:solidFill>
                  <a:srgbClr val="004C00"/>
                </a:solidFill>
              </a:rPr>
              <a:t>ओलित</a:t>
            </a:r>
            <a:endParaRPr lang="en-IN" sz="2400" b="1" dirty="0">
              <a:solidFill>
                <a:srgbClr val="004C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064585" y="3505200"/>
            <a:ext cx="20794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 err="1" smtClean="0">
                <a:solidFill>
                  <a:srgbClr val="004C00"/>
                </a:solidFill>
              </a:rPr>
              <a:t>बहुवार्षीक</a:t>
            </a:r>
            <a:endParaRPr lang="en-IN" sz="2400" b="1" dirty="0" smtClean="0">
              <a:solidFill>
                <a:srgbClr val="004C00"/>
              </a:solidFill>
            </a:endParaRPr>
          </a:p>
          <a:p>
            <a:r>
              <a:rPr lang="en-IN" sz="2400" b="1" dirty="0" err="1" smtClean="0">
                <a:solidFill>
                  <a:srgbClr val="004C00"/>
                </a:solidFill>
              </a:rPr>
              <a:t>बारमाही</a:t>
            </a:r>
            <a:r>
              <a:rPr lang="en-IN" sz="2400" b="1" dirty="0" smtClean="0">
                <a:solidFill>
                  <a:srgbClr val="004C00"/>
                </a:solidFill>
              </a:rPr>
              <a:t> </a:t>
            </a:r>
            <a:r>
              <a:rPr lang="en-IN" sz="2400" b="1" dirty="0" err="1" smtClean="0">
                <a:solidFill>
                  <a:srgbClr val="004C00"/>
                </a:solidFill>
              </a:rPr>
              <a:t>ओलित</a:t>
            </a:r>
            <a:endParaRPr lang="en-IN" sz="2400" b="1" dirty="0">
              <a:solidFill>
                <a:srgbClr val="004C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876800" y="4297740"/>
            <a:ext cx="182133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hindiNumParenR"/>
            </a:pPr>
            <a:r>
              <a:rPr lang="en-IN" sz="3200" dirty="0" err="1" smtClean="0">
                <a:solidFill>
                  <a:srgbClr val="007400"/>
                </a:solidFill>
              </a:rPr>
              <a:t>बरसीम</a:t>
            </a:r>
            <a:endParaRPr lang="en-IN" sz="3200" dirty="0" smtClean="0">
              <a:solidFill>
                <a:srgbClr val="007400"/>
              </a:solidFill>
            </a:endParaRPr>
          </a:p>
          <a:p>
            <a:pPr marL="342900" indent="-342900">
              <a:buAutoNum type="hindiNumParenR"/>
            </a:pPr>
            <a:r>
              <a:rPr lang="en-IN" sz="3200" dirty="0" err="1" smtClean="0">
                <a:solidFill>
                  <a:srgbClr val="007400"/>
                </a:solidFill>
              </a:rPr>
              <a:t>चवळी</a:t>
            </a:r>
            <a:endParaRPr lang="en-IN" sz="3200" dirty="0" smtClean="0">
              <a:solidFill>
                <a:srgbClr val="007400"/>
              </a:solidFill>
            </a:endParaRPr>
          </a:p>
          <a:p>
            <a:pPr marL="342900" indent="-342900">
              <a:buAutoNum type="hindiNumParenR"/>
            </a:pPr>
            <a:r>
              <a:rPr lang="en-IN" sz="3200" dirty="0" err="1" smtClean="0">
                <a:solidFill>
                  <a:srgbClr val="007400"/>
                </a:solidFill>
              </a:rPr>
              <a:t>गवार</a:t>
            </a:r>
            <a:r>
              <a:rPr lang="en-IN" sz="3200" dirty="0" smtClean="0">
                <a:solidFill>
                  <a:srgbClr val="007400"/>
                </a:solidFill>
              </a:rPr>
              <a:t> ई.</a:t>
            </a:r>
            <a:endParaRPr lang="en-IN" sz="3200" dirty="0">
              <a:solidFill>
                <a:srgbClr val="0074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667898" y="4343400"/>
            <a:ext cx="200407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hindiNumParenR"/>
            </a:pPr>
            <a:r>
              <a:rPr lang="en-IN" sz="3200" dirty="0" err="1" smtClean="0">
                <a:solidFill>
                  <a:srgbClr val="007400"/>
                </a:solidFill>
              </a:rPr>
              <a:t>ल्युसर्न</a:t>
            </a:r>
            <a:endParaRPr lang="en-IN" sz="3200" dirty="0" smtClean="0">
              <a:solidFill>
                <a:srgbClr val="007400"/>
              </a:solidFill>
            </a:endParaRPr>
          </a:p>
          <a:p>
            <a:pPr marL="342900" indent="-342900">
              <a:buAutoNum type="hindiNumParenR"/>
            </a:pPr>
            <a:r>
              <a:rPr lang="en-IN" sz="3200" dirty="0" err="1" smtClean="0">
                <a:solidFill>
                  <a:srgbClr val="007400"/>
                </a:solidFill>
              </a:rPr>
              <a:t>दशरथ</a:t>
            </a:r>
            <a:r>
              <a:rPr lang="en-IN" sz="3200" dirty="0" smtClean="0">
                <a:solidFill>
                  <a:srgbClr val="007400"/>
                </a:solidFill>
              </a:rPr>
              <a:t> </a:t>
            </a:r>
            <a:r>
              <a:rPr lang="en-IN" sz="3200" dirty="0" smtClean="0">
                <a:solidFill>
                  <a:srgbClr val="007400"/>
                </a:solidFill>
              </a:rPr>
              <a:t>ई</a:t>
            </a:r>
            <a:r>
              <a:rPr lang="en-IN" sz="3200" dirty="0" smtClean="0">
                <a:solidFill>
                  <a:srgbClr val="0074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01358" y="0"/>
            <a:ext cx="127631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/>
            <a:r>
              <a:rPr lang="en-IN" sz="4800" b="1" dirty="0" err="1" smtClean="0">
                <a:solidFill>
                  <a:srgbClr val="007400"/>
                </a:solidFill>
              </a:rPr>
              <a:t>मका</a:t>
            </a:r>
            <a:endParaRPr lang="en-IN" sz="4800" b="1" dirty="0" smtClean="0">
              <a:solidFill>
                <a:srgbClr val="007400"/>
              </a:solidFill>
            </a:endParaRPr>
          </a:p>
        </p:txBody>
      </p:sp>
      <p:pic>
        <p:nvPicPr>
          <p:cNvPr id="12290" name="Picture 2" descr="Fodder Maiz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71600" y="802655"/>
            <a:ext cx="6553200" cy="4912345"/>
          </a:xfrm>
          <a:prstGeom prst="rect">
            <a:avLst/>
          </a:prstGeom>
          <a:noFill/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6200" y="4404360"/>
          <a:ext cx="8915401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/>
                <a:gridCol w="1143000"/>
                <a:gridCol w="1371600"/>
                <a:gridCol w="1219200"/>
                <a:gridCol w="1219200"/>
                <a:gridCol w="1139953"/>
                <a:gridCol w="106984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प्रगत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जाती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एकरी</a:t>
                      </a:r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बियाणे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पाण्याच्या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पाळया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कापणीसाठी</a:t>
                      </a:r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दिवस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कापण्या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एकरी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चारा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उत्पादन</a:t>
                      </a:r>
                      <a:endParaRPr lang="en-IN" sz="2400" dirty="0" smtClean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पेरणी</a:t>
                      </a:r>
                      <a:endParaRPr lang="en-IN" sz="2400" dirty="0" smtClean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आफ्रीकन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टॉल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,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प्रतापचारी</a:t>
                      </a:r>
                      <a:endParaRPr lang="en-IN" sz="2400" baseline="0" dirty="0" smtClean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२० </a:t>
                      </a: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कीलो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७ </a:t>
                      </a: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दिवसात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७० </a:t>
                      </a: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दिवस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१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२०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व्कींटल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खरीप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01358" y="0"/>
            <a:ext cx="154721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/>
            <a:r>
              <a:rPr lang="en-IN" sz="4800" b="1" dirty="0" err="1" smtClean="0">
                <a:solidFill>
                  <a:srgbClr val="007400"/>
                </a:solidFill>
              </a:rPr>
              <a:t>ज्वारी</a:t>
            </a:r>
            <a:endParaRPr lang="en-IN" sz="4800" b="1" dirty="0" smtClean="0">
              <a:solidFill>
                <a:srgbClr val="007400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6200" y="4114800"/>
          <a:ext cx="8915401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/>
                <a:gridCol w="1143000"/>
                <a:gridCol w="1371600"/>
                <a:gridCol w="1219200"/>
                <a:gridCol w="1219200"/>
                <a:gridCol w="1139953"/>
                <a:gridCol w="1069848"/>
              </a:tblGrid>
              <a:tr h="102362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प्रगत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जाती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एकरी</a:t>
                      </a:r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बियाणे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पाण्याच्या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पाळया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कापणीसाठी</a:t>
                      </a:r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दिवस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कापण्या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एकरी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चारा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उत्पादन</a:t>
                      </a:r>
                      <a:endParaRPr lang="en-IN" sz="2400" dirty="0" smtClean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पेरणी</a:t>
                      </a:r>
                      <a:endParaRPr lang="en-IN" sz="2400" dirty="0" smtClean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</a:tr>
              <a:tr h="133858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सि</a:t>
                      </a:r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एस</a:t>
                      </a:r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एच</a:t>
                      </a:r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- </a:t>
                      </a: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२४,पुसाचारी,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सि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ओ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एफ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एस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-२९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१६ </a:t>
                      </a: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कीलो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१०दिवस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८०दिवस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३ </a:t>
                      </a: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पेक्षा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जास्त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२०० </a:t>
                      </a: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ते</a:t>
                      </a:r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 ६०० </a:t>
                      </a: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क्वींटल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खरीप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4034" name="AutoShape 2" descr="data:image/jpeg;base64,/9j/4AAQSkZJRgABAQAAAQABAAD/2wCEAAkGBxMTEhUTExMWFhUXGRobGBgYGB0gIBsiHRsaGyEgIRobHSggHiIlHyIfITEhJikrLi4uHSAzODMtNygtLisBCgoKDg0OGxAQGy0lICYtLS83Ly0tLS0vLS0yLS0tNS81Ly8tLS0vLTAvLS0tLS0tLS0tLS0vLS0tLS0tLS0tLf/AABEIAL8BBwMBIgACEQEDEQH/xAAbAAADAAMBAQAAAAAAAAAAAAADBAUBAgYAB//EADwQAAIBAgQEBAMGBQQDAQEBAAECEQMhAAQSMQVBUWETInGBMpGhBkJSscHwFCNi0eEzcoLxkqKyQ8Ik/8QAGQEAAwEBAQAAAAAAAAAAAAAAAQIDAAQF/8QALxEAAgIBAgQEBQQDAQAAAAAAAAECESEDMRJBUfAEYXGxEyKhwdEUgZHxIzLhM//aAAwDAQACEQMRAD8Ah5hRCneVUz0K+X8t8eZBGmLnmeUf9R74wqnwwV5N3jzDvPNT8/fGlFtxeLmfnPrttjwORP40+oWpkmCi+5vP/WMDLNHL+wHttjapVLASRaJJ7C//AFjM6QG0jUZO3afzxuLqdEPFdTRKZBAuLmY+g/fLDIpKGMNuPlseuN6ekjVAI3Fv3zn540y+XPmJuQLc5mD+/TCuYk/ENv5TVUgSAZWSNh7HqMZqIhDNef8AE/3GNVVixG1hHeBAn3wRiZgAwRPyIgYHGT+PO7GKuWBMjsN+kD9BgApjbcz/AIwbKmFneTAHpEn6fTG9KmCxk7m3tN/mPocLxsaPiJ9QNCleCoI/ftggVR5Qo3H5/v543emBtboY2gW9cBXqRybb0J+t/wBjGeo2NPxM2PEXibdxzxoak9IkbD9+l8auk+afYCevy/6wKnmQTHbmd5g2+uNxs36mfMO9ZhEAE25dZv35YxTqkiDG07Am/wD3hV/jUz5QTfuLjDiAGqLG8z8jbttjOTF+PO7PU3JItbfbpH6Y0q19M+3LmdsYFiuphfoed5vtcCMeFKTe4G5HKIP9/rgcbC9eZ6lUYrI2jbnYbd8DokqJN2mWMDcwPkLDBUYydPW30wOC+pdMQOlwZH1P77lSYq1ZBPG3O+k8u1sKeLqllMAC+3MgbDfkJwzSqADSJJv+Qnvv/wBYBXCr5l6Hbe0/ST6412aerxCudrtrU01DepgDyyeR9dumNa6VjBNTTYCEC23JuwPPpHLDWVoSqr/UZ94vt029ceyel2IM6dv7DGUmtiSZLzOSLaV8SqSQ0kuRCi5MLA3tfme2Hf4QBQDqUTaGIgfQn93xsSyksRGva17qdPtz9WOCsCFgvcWvECU9Oo+nfDS1GZSd2C8Miyuw7NDe0m/TngyEARE9J9uXb88YrrEMJNzHqJt++2NCS3lANvpNvzMn0wjmynxpLZm1IW+skDr6Y3K+bTHOLbmJ6+59sYoKGOsi4O87Ab4VaoarineJJbadO57dvfDKTbG/USNfDvYyAYEkQSLnaxA69t8DzOYIYrziwEAX9LYYHMfACLW+Hmf1xlBCwQNJEoZEW2gjeZiOuGUwfFkKJU1XNx9bi35HHsZy6EoxHlAggczcCSfc49jXXMC1ZrmeyGY8rAh+REj8JE39CfrjSuGSbDnqWRJ3EgT7xbblhpYWqoNiCRHWRpNjymMez6TpO5mZ7cvSLD/x6nBtXsQ3RqSjiVMzFwPa3qpJ7XGCeAwWIAPLtvf0i/phGrV8N9YvSJE8hzFuh3tz54oZmsN1M9OW9iOl956T0wHijDKQtBGJHNST1F/cXON0A06gZkH36fl+ePcCzAqKy7qYPOAQbjaNiDvjXNUgtydMMoJA6CJI59cTazTGMUANMXkNeef+P843VpN+nz5/r9MLFmYSDBty5Cbd9tj1PIYLlgdem23Pt+s/Q9sZrmYwCSxpx8BAvzHX5T8sMUk0RJ1PBA9R277YFmp8WoTsyqBHTUR+sn3xs9kBkQDJ5RzsfXA5hibZuj8RS8WMdYOFqNGTvsATHImAPb++CZptDMZOmSIjfr+R/YMK5evpYNyb97c7RjJGbzQzQfZZ3sPXcfPb64xmdKIG2LSCee9vblhc11ElbHkZtHKOvT9zjetVVxSvM6bARJJJiNhJGHUaBZvXlTDQqiwkW26c+Rn/ABhzhbjUgBgNOoHqWtP19z3wq761JIBKRYc1JAPyM/PA8krAgmxsyX3Ctt6/nIwORtjUZqGEzE2kXgE9fn6YKtYiYkW/O4v6Tg1CmjMVO06Ss/ECOR6g39QPTCiVP5mmLaluOYsd/n88Gk0Bs3q5wBwIuoJnlu1rcztHedsMpVnXMk6ai+oIIU+xG/cYj5hYqSPvNYct/wDH7nDGbdlLQJBDFhtAkR9AJHfDqPQzYRs0JYkjbl7C3UgHAmrBlA6SWIvyEjpAIA98ByyeUqw+BC0FRFydz6x3vbBKS0i4SGKXcgC7TEL72+RxuHIt2Ho1jrSLa5i+ymI23jp64HmqyqyLtLww7z2G2wvcY24itTUKwjSFjSOQgWgc7k+nPAfFUMHkNqQASBfv2YkDmdvbAcaMw1Wvrr1KYHlRGnnLWNunL5HBqQEDzWJuTubD9TPscLcCQlKj7uzR1idf6iMBFU6gljqCkHfe0DabkDsB2xnHka6yMpVEFSSIJMc7fptfAspVAYHUZgkzzExB6W5/ljHFHDCVg3CtFt4PyIj64TVhqK6rwCTHIki0ewjv6zowTNxFDM1v5cDYsZ/42A/X3GNuGFStQrYkEE7RI/WfywhmXnw6Y2Aj5yTHtGGqVJdIIAOpwBYbC9re3WJ741VgyeTSpmiagGkaG6nkOZvYY1y9QlyWH8sklViNLhYU26/2wvRqE5io29hEbTGog+4ONatQQQDA1XN+0AfT5jDNVhByPVqlyqnkQOcDVqv35egGPYS8bpZQP+v33x7E3F8gOQ/naX8yo34Xnc9jjNdxqZQCBIO3SBPeRbvbGisGHnPme/QHyTftIPyxtyWpPkdVANjcQD9Rh3YbNGVaiERJDEWHoRvy5R2OMZQAN4YmAsKPaBvtBvjNUiQ19Tc9je1wP3cYNXBB1LCgMdx8QtIgX2PzjC3yAxzhzCnUHl0r5QwHuuoD8xyGC8ReHBG4eCJ3kGP09xiUVcjcspgledp2bkRex6b4pUqmpbTIIljyAMifYke2BWbGTBLSuCtu34hv+pONqgIKVFmWYgg95B+sXwKpmwgYoPhCCQfxkCO0CO+DiqxHUyDeOjQbbjb/ALwtGsBmqkMYJOkLNpi4P9sequCQJgBojl8QBkfKPpzx7POuupYnUAZH9MMTbfpGCVYIbUVDBmM7/wBVjHPv2wYrFgTCZlQzsOduVlnymCfSTgNNVEapAKrvyIH3iN7iOW+NK8OCyyDBkDqAD84/TBapZmKnYKJBG41E+1ib8ow4WxQIU1K1xYGLgTJN/wB2+jFcnQlXSVOvUb9jA+REiPrhfOV/OFOxClY3Oq035729sEz9QNk6bCQrVDYnvtOKKNoBo1UKAAdx5rdPpve364AubPkBskkAATF5A6kCY9BPTGaqncoGRgSWvI2G/WDI5XmMas1M1EAMecMg7KZI9NN/WeuNGKBbHabmWtDAxI/4wfYb9g3KxNVtY8w2/Lykb/PEvNZpvEWppOrzDfcSpF/WJttg1DOlqbMB5kLLvYgVDI9dI+pwJQeAhcyp1tsGAsvM8v364C9jpqCTUktb4QIgA77DfvhfNVFdVZSWqyweeRggf8YiI/PfapmAVI3CrNt4LAfnywyjSFYCnm2AYA3qCFkiYBn/AORHrjOXLDUwBvKpbmBb6sf2MYySh6hQ84APL4h8jEj3bqMZMLSVUJ1GdY+RIA5xJk737YZqkKh/J5uU0Ey8iZ2I5mYsL8+3pgfEa0MpIIIFzHr3kDnJ79IwnSypWrRctKVDAK/dPmkGOnljscb8YrzWAMmAWgAxLSwDX2Ii3ecCs0PyGOGZgI1RBOmp5VI5HzHed7thhcmbMLnXaBt8LMO1xt3xCbNFdTmF5gd4BFhbn9cN5LONLVPEACy2kTsxAnqRMDbAcHuBO3QXNuA+0eTUfUCPpce4xKSoVqGWIJTYDmW2Hz36nFDPU/EkqyljpJiY2BJEi14tPIYBmsstIamBYoLNyvMRG9+f+MbTa2F3eAOXaxYwNINpsJMAe+3eO+HMtmQ3hn4bkqAZvJCmO5J9hhOlxFKhakFA1mFZF2jYlZAMHp0O+NDlQpKmBAJBmRAIAE/O554dw3sKwblTqLX/ANRj3JJNo537csUcoFFOoGWfEXSlrlrNfpE/U9MDyFKmaOsnzUjJtyLXmdxc+nvgi1Gc6zOkAqI3E7x3J8vvOEcshWKYrllUGWJ8O3qTHKOhx7A/4iVE+VTIBIB0wdpI2MEjHsbh6h2KIpqfiqEsxEQDNhERubSbYbFNHoKgINtKkSLrz2gR0xzuRYnSWY+K99I5KDAAPOIuBeeuH6OfJhSwYsWBuBJYKoJO5OoG4k+2DPTdmD5euNQRhHnIYMIg7/pI23HadTUYQSYmIE92/wAfIYHQBKEONb07gmSWsTBJ73Hb54Vr5ovdhpkE6QdQtY7W5RheG3jYA3SrFSV1mGMExvbeeVpG3Lvh3JEpO38xYKm0kbH3vfuTywhk2FRdVrCI2Gpov12BjpjTNMUcM7REETdp2gekG885wUrdGT5nsm5ZWuRFRUYRbeb95vvhnJZty7Mt2aHUMbG0mD7kXty2wlxmuUAo6ydJEnvq3PPYx/xGC1mFMKQLHkLDa5sDEX57xguH1C1RTas4qagIp2kPAKwLkNub+0Y2qMhDAgxvA6mIg25W5WwpUJqL4tMS2lVqo1wQJ0uOcyI+vPE/L5gldL3W5sNwDAH59DY+uFWmDYo18yihR11SZIuPKRaxvywfMZo+IQdyYuJ+6DB/LEDUzKwJIZWExGxBaw3JkAGMPcQdgyBgSwkNBMSByv0EYaWkgXgxVqmpWpk6QZMcgNOor/7k/linnl00E3hFeAI6gbxaAOQ+fODVqAhmYSpUewO5PviuzP4FNAfPLRB2vo94M/LDZGi9zVMz4dNQEUyLh7zyAImDYduW2HaOaqOqikwQvq0+VAQReNoiA3mHy6R87UQFmLJpXyH8QO1uQ5knl+TGTRhUp6dekNTI0r5SGiTqAsfMd+hxlHFhHF4rXL6NZB62iSDBFtiRbfphDK8dqt5amlgXhiUWwjoFvuMe4tTaiSyltAdp1DzWYREATEEg2m284mFfMzyDTLAyOszERad4tY4okmjOxypxSmgcPSEi6tTJEmy7MSNiOm3pg+U4ejUpptFU3Zfu87Ry3tci+IGYXUyiA150hgegJgGZ2+WHK3EzSdEIlqTNBWI0kifmb+h74ZwxgHqUDmdLeakVKiDa7E85HRbCOZwLiNSmz/yQYJ1AbfERAk9xPtG2KlfMU3QBifCqEDUN6bGZvyGwja55HELM8MZazUnBRQwuLA3AWDHPryk4lBp+RmVeDglW1p4bF9YDAhdQlS1xKyOfP64kcRk1ShVgwDCZgsoLAGPkw7Aeoxw3jA/iFpldNIDSQFI0mOXcHrOK9DP06pZat9JYI8eZQZsQPiW3SRaRucFqUZuTQXTOezL+QRJ+K/WBM33G2C5alGoQDCoJJkWA2HMzO9hfng+a4M66FYAASSUvbcm9zEb+mFssGV2UFV1q0TvzgCOYjFLTWGJRtxCoQSpMgKLWIMqGJM7kcvUY3ymaiEWQSBqBNhYhSOW1iI2kHDubzOoOFrhU1EFdMAhSVi4gm3PoMAd6Cw7AnaBcD2H9z1wrlSqv4M8YQlwuiwqsyxsII2E335QJvBOD5muo1LJCQIJ3B63sNRuRtbsMFHG4IFNdIJvaPUmP74AOIs7AMQRaxUETaRef39d87dtUvUxvlcyq2uORDXvtyi837Ww4nESGA+FJ+LcHc+99h6euE+KKjU0rUxpD61dZsrAi4nqJ+YxjOV4CCdLeGsiLLNrDqIn0OFcFKsGZYy2eM+GxBkap0nrEeW8i874xiLWrAkEDR8QhDcyQ3rPXrO2PYPw11Y6nHnY3w+kfDZSQaiMwBnkdLC/c8+2NsvUWQxP+mQXHMm7CSREHme84krnGK6UAhoO0TeLXkX5T0wxw5PLUEwdMCbncbf8AqPla+GlB5bA0VDnXV6kkHw1nbrG0bbQbcvXE5nUnxIgQ5kHmZGn/AMp9vfGzux1yRC0l1RBBhgvLrEn0M4NVCBWpimrMsNpDECQB8POwF7YVJRADyFVf5KM3md2MgTICje45g9f7DzKlgCGhIEC8wYgEfT1wfK1KYAJ1JokrqII30MR5Q07D3wvlWUmoCyHSfKotIa8HULzYyNiO+HrLZmg/EvOwOmdVJGJP4lRQVPTY98G4XFXUlQCFgTOzREAwJJ3jt7YBQYuGdzakkaQSCWlmP5Ge09MTeLMSELMfxBQADc7xyUbC14J5yWUb+UdKzpsnnaIIQEqzKQQgJUiNUFnh52IMjYWGFOKZoLTTSCXW5MRqsAdpCNuSJ7+gaVSmfDrAkjUoZl2NyCCGiJt2HyBCkIChNv8A9FAmQdovYgwP0uMJwK8ig8zXJqB5Bkgk/wDKCLbxI35H0w/xTN6lWttsDHbUD+f5YhU63lZfiFyp9tJ95g+i4o5asjkiIpsy26FQSfZgIPfDThVPoCSBVCRTLAMAwHxe4N+e3LrhqjxDV4QIuCJi3KwBNgLST1OJ2azTOSGnUW80DaCQI7AWA7YLkOH1Zo610rUJhgwMqLmYJAIA9b4ZwVOwpFnJEUqfiZhdTVCNFM3sLAkHYTywhX4/UaS9QxpMp8IG5hYPpFuWAcUzwrvKgm/kCj7toEE3O3TmO5U4nQFDyM1M1CIdAgPhyNtUiD6D/JjC9xqLv2mzGpWuATWNyeRWVNhYRaOgnErLHWAfMalPSCBedwJB30sAQDvMWxmq4dJAPmp0STciQugmItABvfCXDa2hzAkmYMb+VgLev64PBwxaRmjHGKRVzplZVXA20TuL9DaecDHs9rdAIJYAEEdDEgmLmb9sO8VBrUVrE+ZZp1D1IBZXttMEeoGNMvwzUvig6QigtquCNRBWeRgTz+L0w6fypsahvKZgIi0KqytXUGI+5BAVvmJ9+2Om8I1EpFi4NMtRqEcxp1oxBBBBAiSDc4+e5nMywjdViTeABsAep5+mPoP2UzQq5ZjEMFAIG0qdQsT0kD1xza0eBcQEjnBm6L1gtSmUcPC1KZi8x5lHpuPpgWapmlUUOtjBWol0eNwfrN5PfHuOZbwqniI0w2o7ghWJk+7AjsQR3wWrmCtWoopFsuZLKN9RMyk7MB0taDh0rrh6A4RnhWddyKdZgCAdLkgb/DpJ3MSO4ABuJwsUNWpIjxFEkiBr0+ZoiwcC5HMBo7pCiKACOHakxcrUUEMPh0sB1Ukyp3uOYOPUs5Up10II1hTIWACVU6fQMoUzbc4K06baDRJ1s5LEi0gMdvX9fU4yKjatDSQtvSN9/Tb1x0fFuGU3qr4Q0Fl1qhA0sZuk/dYNboe2OZqgXUowqLyJiw5EEb78+RGLwkpbDDlJFaFUtqPxAi9km3WYIjr9PUq2pSYVItF5EdSdzgOlmbxFFoMkGwsQAZ53jvynG5p2VVABa+8ATG5P7ucBrFE5IufxS1qdYCANSMBHNvjMdmP0tiRUz3mqlROswAeQOw78sNUqcIYK+dWBCkbxYFRdTI+vbE6lREMZ828dZ3v12xKEErNWA1KWbzEqvb93xnG2UWwnkLmPYW549gSdOkSococStFOjQIClj5CT15sNV4742ynFqjs2gBtVNiFgGIII3HoIM/THqrpTtTp6CYEGCx6SSSOWwPpyxnK0WWk9WsqKskiLeIYAQDTyUkyRtGDUauv5OgHw7N1Hcmp4Saw2plC3Ai06ov164DWqorlwXDM2oQQYJJPpvbcze3XfQdLVFjz01UAxGrtPMEbX3B5jEoGafl1qwEECd+dh+/rh4xTdmq8nSaop6vDIUtccv5liFJEHzaWjeSMJU6dIOPO1NjHxXERHxQItHxC3W2N8nnDTdpIgAaxpsdgdrFgfMOfxbYncQyraVER5oWSZhpIt0FxbCQjmhUslF9VOmyFSfMF08ydLTIgzyPeRBwvxfIVTWnSZIRfMY2VRzuZ39cUsrX8i0U1KFpDVW2tEt5xJKwdl22m+JedrIKpYIzMUABY7MUH3fqZPX1w8FTY22DfK5eplwyNRrGm6+aZCGO4m9t5nbFDNslyCdFYEzAI/CTbpqPaCd+SNPPVaQDLq1GC2kBVRoBOorEnsTF+e2B1OIs6g1KaupLMSLG3O1rWEEdJ5YEoybsElZs6toepU0qukAwt2cgiFgjkCxY8uV8CylRdDKov8TNeRcCfYx8zjHFMq7U6IpXUBmCj4vMS0wPihdIteAMB4XlmV9TVEWfIZME6hpIAAv19sPScbG4U0N5gnx9XNqZqR6A7+rDbvh3hmaI4dXlpK1LA7jWhk+/mwjSyjaKbm66SQxJ+AGTaNhB5TcYN9noY1KVPUPEgCYYWBUsNtg0wRy7YRxXB6V9GCKPcEbwMu2YYAuxNOgCLHq0dv07458M+omTJMszX3IuRcbnFP7W50PWCUzFOkAlMDnG5t3/LGQETLvVHmdiEho0hvK5IXoB1+UYrDC4nzHRoc4r0lJHmUsDaARDkCQQdz9cByOZ0XMyCBB/5fX264xkfNpmNJqpuTB+6TfsR6Xxk5FSmtzo+9EMWYSYMBbCOZ6YalsZpDFeqzNUU28shRsSGDG07b4rZCkyZGoSdOuooEiYOkG499u2JuaraPDrI16moBova172ixiOfrhriOdapkqICkjW7RtGkkLMctJ+mJSVpdL9v6F6EoopQxFyY2+EX9zEfTtjsfsLWYPUQrZl1TyJUgRPv9DjmuEZJSv86FSAQdRBmRaLgiOvMQMdVwyaGZpU1pKEYGX1lmaxIa0LBI5DEvENNNAe5vn8sHqEW+F02nUtQaVPYhgJ9TjkM9wyo5Apq15Jna28tsI33EY7GvRqF2VGAZGOn139wdiMSOKZSp4uhU0K51GbqxaAQ4O4nZlMAbiNp+Hm1gy8yZk8gr0jl/FQsPONJYgXIMEC+4mJtPQYxTzD0SIdWpsJRiQyyLkENZYNuRuMZ4fQCZvTEMAwhbrvpYe1x7Y14V4b0KysGprTdC3mn4tSEwRfkNPMxcRfp5vp+RqsJ5a+VilNOqNRFKZDAEM3hnflOgkneJwTjC+NlxXZlavl9NOsB0f4W7sLqY5+mJ+dU02SrSYNTWQrjdXufMDdTJkbgwIJxSrjxKVTMKAvj0ytZBYLVRpmOQcBm7HVjVw58+/p9QpcyJwtmsirrAl6gHQED/ANdx3OGmooHbUdKLsxBJY7jy2AtHoCJmcPcG4U6U3aGIK6dmWZ6Ej4QSLxe/LC/F8odRUrqgyDqBGmYmAJ5ATO3TGc1KbQrywOUC0nUnzMpAnkSx39v17YJlKQVXHlLFQBNxOoNeTawj1npgSEBkJcnfVA5Hymxt1jnjQ1CYPUgb7/2F/wDOA02IrGuIUWTTqXQN9UiOgAOxtj2Kf2VzgqM1CoQykkpI2i53x7HPLV+G+GSF4VzJWWqE1VY+afMoAHxdSRcROxPpE4pZmu1WkYDSra4UydB8jRp35NHXUeeJ1So5l6RQVGM2g2MmF1DnY+2PZQZtTM6HXzeZlHSLNy3MDocXkrd4LVZrR8zvRJMVF1KXBEN3nadjHUHlj1PKQqqDpsWrvfyfhExOr53btjGfVh52YoJsoOrUd/KsmAObTHTpipophW8VCxEKVXdoANj6AH2wZScaYG6OdYgsdMtcyxtHWx5HvHoMd1wPK03oZd2XUzuVktMATbpELEDEQ5GjXV2irSSIViF0LBkgkkXkSSPWb4t/Z9wMmadKoGamakaZ30yBe5ueXTEfEzbgqtO+8glk5v7TColatUZDpZomQQAJHLY2AIOF1jV5QNaqpW9ntbtqBt3vzF6efDVv5y+UlYrowOkMvO45gD3HfE/PLT0agxtIOhRyMzJNweVvunFdN4SNjYSy2QeSxLaD5rE6jcgDsWv+eHckyuajVHKCkZLpAVZIEDmxN7zMAm+GTxNXKKHKrouSL3EAmCYKj15d8a1MsVyiUtKqxdWqaiVUFgyqxMyfKAdPLVcXjDuV7j77m2cyjIVWmAQtLWtTcaTsQfh2AHUXxFVkMBhpZtmbbuDtEn73bvIvcOSaP8NrBZRrYqCfIWFl6iSGIA54KeEU1FZK2YpLqCgKKhOiD94hSFkwIub4WM6tMCF8y5HD11LBV3RgeUtq69Yt274W+y+SqAVaiyGK6KRNgS03v0AP/kMVsvV10TSSrSUAgBlZiTEgwWvswg22iw2o5+l4NNaYLeKQSqiC20szM5imoAEk3kGIAOF4nTiubNfI5E8MoBwhrnWPwr8/OTt0JUYpUeHg0lYDTSpl3MgsWnSogTzCx06DB/s9wKnTVs3XJ8IXQbliTe4+ITYdZwLinGKtadI8O8IgMGJiW0nfsRA5Tc4Mpycqi/377QWmIeMmnxPBUqoshvHKZBHP1thJ28fVopaTMs2vy9fMD07G2G62Uqv4aSpJkErBm8Wjccrc4w1xjhC5ekA5kkkmkhEkAC7nlBIsOvvh1JJ1zMsClBEKikn81hdSxIUSYOkDc+pgxtbFTi9GmqeIkAJpCowmXNzPoFPb54nfZzMNUzFJVARZMqvOPNc7nl8sPfarJPrcG2kqwPZ5Xr1A+XfCS/8ARRbBWSZWrsVqsxJ8VUKMYmNRP5gr2jpjpvszmT4a0yVLUiHQmT5FK+KswYsSQB+WOYOXJpksQgRlUDl5jqOnrcMewJGH8rWOXqqQ5/lqtY73DOqOnpB27HG1IqSpGq2dJx2rNSotMxUUqROzSDa3WBbta+Gsi6Z3LsjkCouzb6T1MRImzC3I2JtO4vmF15pQFnw0IY9i4AJ9RIOFeGZpqbrUKw8AuoNqiTDW2JG/qAZgnHKlce+gvMxxnLVlqs2mXEliCCRqudhIUmY1SIPykogpuWZh4b/GhHmN5so7qpDG1t8Uftaj06njU2K1aVtQ+/T3U9yARPUE9MA+0HDFdaVdQENUDWVNkcrq0kfhaCVI6MIOOnTeFb3wMupJzWaio7Ul/lhYZCIDLqFze8/iFwYI2BxU+z9FnKX1U3RlM8tN1n+oMSvWGMWOFatAtlGYgaqTAgg/dj6XLW7HFHg2fWhk6ewevW+QBUEx8h/ywdSVwqO919PwHkBXjtXM+LqAFELCgyAIYHUTziJPy54kZasC6uB8L2ItaJj5/wD0cbcUUUkemCOexFgXLAHnMAH5Dlgf2ey2rxm06hTplt4vBC+t8MoxjBtbAccMzxWqjPIBVWkOAI0sCRMdCIMdyOWFGy8tEk3IsNzitxGgphmJBlS5nYKYMdd/oMTDmi1TWvlDTAn4ZkRP698Ppu44MtsDnDGh1dd5In2/tjGH8rl0FCk2x1vPsAOvXHsc055wc89w/h0qUl6t2v8ADsO0EAbxecFrPRbz+AFUkAVGMknbSBfbtHLC2UpisyhKZDEeZnA8kQGJHU2I6k+sF4rTZj4aL4dKl5dbEAHymbkcjzHMnAf+1N55+n7F7AcLzoOtisCAoYgNG4UgG8XO++G6PDgh8XMuuimSxHNyxkX3EkASRMA7Yn8Iy6UwaodqkEU0ABI1bzETC/ng1TiGkotRVIcl6gYzadIMxFlBO2KNfN8pt3g9m8y1dx/LAJYGCJ0jciGsB6CfWce4ZV1UqqMy6QfMVCj7rExa5OnnjbiGUq5dHqg61fT4bLHwHdjAjYBZ7nE3Jsf4aoqqT5qbbXJYupH/AIkfXBUU448jKIvX427EEgFfwtcD53254fyC0HUq50sYmZgGQRb9iMSK2RiB4igmBpvMi2yz9YxVbhf8PTWtWqDxTpNOkBdgCPi7R++WKTjBJJY9BnFcg9LgeitSlkdXYCBsQ3lMEgA79TtglWjUzdd9AIIc+IzHyogBWQTyI1D274r8b4SuVqLWRwuWco6r0YHUqxu17iIgTO11s1xenpbLgikTBqbbmxEiPOtieUiOV5ccrvf7Atk9s2tNxTpU/wCXUbTUqtYvNoB3RFsYF7CemJNJNFKoGgs6WURb+ZTINv3EYSzWtanmmxtJ5b/L6Y6DhHDFfMhSCdNmn+mG+XL1jri7qKv9/wCAnSfZbh4oUfGqgFxZR/UTIHrJF/7YTy2lWrZusjMazmnRWfj85JtBhAFUTeQGEXuXj0GkiK0NRrUy9/vOtR49ZgdsI8bzQWNLE1Cp0AX0hokiNpUCPQdTHKrb82BdRf7TccY1QviHUm0KAFMT37QBYDckycScpSBIdWIqg6jOlhB52vINvQjbClWk4IiSal1PW/fn646L7LUjT116jA6RYtJHlm9rmBJjmdIx0NKEKQzeA9TL1KeXVqJ01G1+aOjGUXmhI2+Ui2ObFYEUmJJJLatr6rNPtpvjoePZ9jQ1AghmcrJWbMIgc4VmQnqe+IWUqeJsFLa4BZZu6m8CxbyQJtLTHTaKqLb8zJUslP7OcOdM1S1kKfM4A/2n8xf5dcO+MMzlGfUWNLWrciyn+Yu8xFwN4jCXDqnh5tnJl4qHedHkc6T37coxU+zRqNRzNV281Wk/hrYA6FmQBsJJGJajd8T8vdm3OX1gUKmxJqUwAeVnJM99/linlqXi0/FVCW8NhFyGs1o53H5dsTqlEU6KEy5rOxX0Glb9TBIHr2w/wqv4WXRwSWXMaCBtDrI+TID3vOLS2tdTVeStmKa1crWdb1Go0u1gJ2vz1c+WOf4DXLBU1MCG8hHIx9Ztbnpx1tDiNNFpZjTFGqpDLHw3OoegJN+mOG0NRzBRJlawCjrBMfmPniOgrjJCpWmjs+NVPETLsQIZCrFTKyCy/JgoIJ5Ab3xtw2igoAVjbT4aqbeJpOpTv92ANXdhzsDKKuvwviptKabXV2cq09FJi33WMYj8ZRqdTzyPCI0wBe4KmNt5BuOXXE1C3wp0as4KVDNjwqrMigGnTYqJMguynsBc7e+I3EcuF0AswOk6BbSFXzG/Um2H1ra4C+f+WVKHoGpsqk9It88b8byILIajfy6YZmiOULpE82I29cNFqM/XtAW9HPZrKuzVHPNp9SWj9cdR9mURaRsPM0EdQoM/I/XESoGzE1NMALAX8IA3Ufet+xY4fVD/AA2qbsAobadVz6Ww2t80eEMnyJvGM0KoZkBhXPrpt8oIn3xNoMCyjq22+5HacXOD0g5zAIOlUlzIPI6jO29x6YjZ3Kmi7L0Jv1AIAPUYvptZguQy6FXiSaLINS3Av+F9Mn1uffGcS6ubJZZBAURbfqfXHsZQpCuKfI6zhdQ0NVBSG0Kzu7CzERKgg2CiSSZNojHLCu9eoNbaiTzmwntyvjoslWD02I06/DFNgpUgeYLqJvqlSN5urdcKLTRdJpMCFs5Uxe5A2Nt+vqMQg1FvGQ2kxTPR4dJEI0qCfig3YiQsibKMWMzwpa5aCQyqqliDsVBDAeoYGJwvRy9Y1Ip6JABLTOhVLQxvHOR/ix+JZ6nTZ0py9RwQxJJJIkgdgCAAoIIkHfGleFHcD8hvhLoF/g2rTV1MaTQwFNr2LA7HpPrviZxREpM6FwAqoCoN51qx8q9RbcfXEzJ0nqFSPIpdRFMQNxc35dCZxU4rQNbXUgNmKSqHTm6EQHgbkSAR6dsMoVO2/wCw1k1+yvC6RrayRUpqGLEqQFsbeb979MbZ2rTqV3zD1gCDCrfyAbDVpPvA52N8C4RrKZhXqAt4ekKpBgEjUBHlBIERNsI57RzDAL8WxYkkxy0iYLE/1c7Ybh4pu35B5ne16iVeGUazMreDUBDeaLMyDeSTB52JAO2OPrfZ0UzqqWH4W1aoY+U2UiZ9j74p8NzitwfOIIUJUpsFJmA7U7H1IIxvx91D5bNBAaJorrgCST5oE31CQZ3ADdMS+eMqT3b9rM7IHGMvqgL5zOgNedRvp7zPTed98V+DVxSr5hmYSqwY5Mx83y09fu4n0Mp4fmNXShLMkbj7qsY2MGLREbjGn8LUFCpdfMUpq2wOxJ22gjFHUlQt3go8Fr+IaxYFtfgteY1SZ+hIwh9pFLZhKgkEixNtr9PwkfLFbhtRaVJnpwUXyifvGVBsebX9JA2GNOLZcTUIB0UdLFvvaShUAA9159cIpf5L5bd/QPMQ4LlzUolKYl1IKSJJkgGxsOXtqx7jlYKopoSZiWAnWFMkiORcFvRRhvhuZDVKcKArRSeJsHHnPWwKiegY88LcTpaKeXLKCQtRL7AoYM9Tf0wU/wDIDmSqkDLIJhhUeZ2ErT5RedINsM8IXw6FStYEQqGTGrkRG+kEnnhXMoWpWBlCSbbhiqib7yY7g9sXOMZbQq5VLmmgYD8TEFmBHcRb1xabpJef0GkQuHuz1pO7JVnufDfHRcK4iGzDIv8ApJl6iUx2Cgkk9Tp+WJmQyoRy5bSERhJvBKGDHPdj7HDnB8uwrhJnWGlifMSUdojlKwDPXE9SnfobcU4zTCU6arINIQr9izT78/fCfDE1ZWsATK1KLDb+sW732wzxQsClIJLWg82EadI7SGt2GBjLslKqttLqpUnezo2/OxPph4/6fv8Ac1lr7PhSAkhtXwdAfPYz1BjsYna0jitEIpzGo66rFUEQQFsx9dl+eC8BYzlpE669jexAUC/UmRfvgmYGqcuSC1NVAbqwueUxJ0nnhF8s2wbDXAB5BVJGlaWknbTBYEn0SBbrg+RVc5SETrSaT6t9LWRj3kKCe2NcjUpLlalEXqNQqu3b8I9SBMemIv2N4l4OcQ/caUeT908/YgH2wIxb4pLfkZLmW8rmAlOrVpqR5w19ysMFMfdupgHCDeItF2qebwjcG+pn06STzEQfc4s57JmnmM0kAqzUGUC1vOsfXf3xKFV2oZqjoWAEgA7eHpkSdyFH074RJXjy/gDSJnD67rWpVdWolhqHZrH2iB2x0PGc41PTSpKCoWSNIO5GmOlxiPw3h4XQzkEjV5Q3MR6iOfqAMPcVqEU8tUBFmOsnmV1tHXY2/wB2DqVKao27Qt9kssdGbk+UoKU92aBiVWpirUDAEBmI9QDM+umLdsVsvXNHKNYjxa5IHUBCB/7MD6jBTTXLUqbTI/nNtcF1VUtysfnh+KpN9X9hiLSyyMQXaILBtPUWmfcfPHseohFUvBiQrSeUSLCxuN+2MYduXKxW5LYrcDfWxCoFoorB6kRJsQ21oiQOQ33wtxHJV6lUoKbikhhS0wBNzq2YnrcnDme4pGXVUHhUw5CBTDVALcv6rlvbnh7h1JkoPWfzVbADmJNlkzeSJPftiLk43JLy/wCjPGxirWo0aRppV0t5QzXJ+S3MCxYRHIjmlWXLJFUO7u4JACjeInSTMA33mRF4OF8nw/U7F/iYxtMBfMwjnqXY/wB8K8Ty5evTpiyOECdApIAFuakmfXBhFJ1fmBLIzmHpU/Du4WNUcpmQAFsOUzhfI5zwa/iUxDTcNfc3U8vN8J7T1xrxp/FcgGwqFKfpZR9FB9zgtXLqtAuTNSo2peyloHuZnFFiOeYzVDebRUdny8CmoVh3BaSJ/pAI774zxaqqPEakrBoFvxSpk7cvywlXMtURoVWeFjmUhQPQix7kHlhniOXaqMsUXZWF7adLG5m4AAJvyGF4aq+8CtUH4dl2SlnVgMjUqTCfvFGptt2DGfbHmyzvQoAMScvV0kdCR4lvfy32g98UeCeWqyAKatOmyXNm1IGTbq0A74kcOzrTVo1CSxCtt8LIy8jz+Iz/AGwnFKV+VP7ewE2x/Muz06cINRQoQkTENAi4jVHzGAZygKVCnSPOGIk216gBO+y723wCozJQRif5h1La+5WBba4APe2B/aCPE0aohkpk90QIT85wYx5crAilLHIqyrpJqmABazltumn8sM0qwepV1JFE0AXYciHLKL2JiTHXBeK5er4OVoIYqMilukkSxNuk/LE/+KptWpCkymiraTaz1D5JIO4IYEHoGxPdP1ff4GRjiGf/AIemtVVCvVBFGmY/l0zuxH42nn3xLzGZ1UghugNWPWUO8dj9cLVWq5ltb3LGDNgLqAB00gz6YZFQMyrSEg6gAecgKTHKQNX/ACx0KCivMasYG/sfT8V2pi/lpD0AqoXj2J98L1+ITnq1Q3HiWIPJW0CP+OHfsjVCZp3WyImlecywaCesBj7Yi8EybVKtImPO+5i5EkjGdXJvp37AK/FMvprVUAmQsA85A2jkLwOpIwXhDFa1Oo3lNlWRYqoVNX1OH3yzOaFRDLIKlKOrL8E+x1T27YWpDU2bYyQlOlpEQRqIc23B3+eIJ3GvL/gIK8m9JAc1RrGdNMHcWktA9PM4Mdm6YW1ApSWoYVqlWmfmwA7Dzg+wwXg9Tx6TAHzGtKA2NgrhfYgj/keuB5Eq9HVW3XNGxsBFPn1skeu+CrWHyCzHBToXL6o0UtVU/wBTs+lPoyn59MRuC1Vap/MLR53BF2LaWgW/EY+QwzxKs38qnzdlYr0AJ0j1JLsfUdML8Ty38NWVQwLJpZiJsTB+lsWisPq77+pqsdzKwyZlY01AVcSLEgrt0KkG34TjTgHCnqs6mAolXqG8coneTIiN498WKeSFRmWqAlKvBQahqkC2kEbEA+aOYHWJlbijuoJXRTTUFpgxDi1+bMSV8x6HbE1JtUu+n4AtjqOIcQFUa1H+nUUEzcrII+oIg7WxJyFVQ9e8KArEj8TqQR8iB64NwDMTrpG8HfmeUnqJG/YdcDZKYUuvldkqlkEmdDaQw7jSJHv1xzK1cRCTw+gtNXI//M6WnmWVr/Mx7YaUoaTiJVKwUMNywSJ6W5HsMTqtUrTYXnVNT0Dtp9zMewxcyOURKRJ+FvEqgcpBpoO43a39sX1OrGYjnnU1qigBkpgKqG4ZpkewJM32UD0R4lWLU6VIOWQgsXA+JlBUiOYAW3qTjTNMC1dlYKNZA9AeUdmPrfGOIVAtGgAL3a29yAQD3JOKwjXD3yKcqEKlLSljJJFhtAXcjcTNvQ49g6I3hwFNtjBJ0tBA23kbxsfTGMXsZFcAM3jlY0nyqF7kBQD03jqZOKnByXzi0wx0U5Jm4JJQP35kD1xNUikjMNRZbKDzZvhtubz6gHD3B6RoHUbuabqzc/EdlgewBP8AxOOCb+R16LvvcqtL50Azc5V3YyXRoHcGqz/WmuFM9Rdc01IEWqeJTbaA8G3oIPqpw59saeupQ2iqiljz1ICp/frhvOcNNZco63qFFRmBv5fKT6DcnthuNJJvn3+RFp5JVPhhr1CRZEJAEbkCT2G4Hq2EuIZjxBmHZSL01W1hBPP6++Ol41UWiaVGksrJUzz0j8y1z/txhOGJUTS2o69wGgQgEQAjGfNy6DD6MnNpJf0sv2H09CWq20c7SpB9TVBJfyKBuxHmLC3WDJtBPoaXiMaSgJch1YAk+XVJ9S0C/PSeuMHg+quUTUVAAbXbSTJgEqrHywRpH0M4r8Ky9UBdYQAHSTqUKwEMpBm9tQtzBwdXiStK+2aehNrCOa4fndFWk8mXKT7aVHtILfLFXjLK2Z10/K2kK5ixYnSp91Kt6e+NeI/Z6o7MbIB8J1CyjY9r9Y/PB8hlKzsAyhYVVMsLlAVNp2ACidpFjjSja40hP0+phtP+DevlwlQSJRXo01nmQQzH1kgep7Yl8cyjtU0hTqqMIHdnM/3Pri/mMkajrcHTVRxcQYljEGSSGBt9MNVwA9AyC7MAhsRBs5kc9IKjux5jEYzlGm133uL8GSSbVAvtVUI8VU+I0wg7AC/z/Q44vJJ4TEMRFixH3WBGkz2a/pIx3Wdywq1qpBbVqZYLqCBGkkJpuLzveNxjmeG8CIqFqgD01DSNQHiQTG5sCfvGBIxfT05QtNZefMo/C6kOXmJ53LiidJhXZICmSFG0zeSwA35Yn5cFaqHYaww6RI59hIx0WS4fWqVHqMqSS2kagCPMV0hCZXaJ5R0wLN/Z+oZKBIJgjUBB6QTc39Rt0GGi3dND/p5OHFRMo1BR1JcTVAb0VG6/7/pg32XX/wD0UNyFL1I/4Lb6ROHuIfZoETRPmLNOt1uSENrA3lhz23xvwPhVVajPAVTQciWFiyiJEytm54bUT4H1a79xZeH1Fuh6nWCHMLsVHjLeIKyv1WflhTMVIyuarEf64ogemmPmJafTFoZWVJcoCUCvJE/eVh8w1/XEocOdcolJmE09ZKqw2KtBmYIL/wD1yxyQg6unuvp/SEhozy3F16E/7NZoQUVfhPiAgbHUT15qo+WKvE8nqWq6A6KppVBcRLJUBHSzCT/uxI4dw5lolxYajNwDpQ6n0gm50gAe+HspWZsqKROoisRPIqxLesET/wCWH1lT4l33ROcKVsV4VTV6prMAERvK2oAMQLCY+EWvyA+SOtFLbPX1zLCVBPQN8cdWtfY74ucR4fQCJRdyoUkCHCAtYtujCxIEsQJONcxw0VwhpsuqkwXVNqigK+oET5lHlYgkbXvivDJU3z5c0uRZ+G1EvPpzE6WeatSCFj4wd/DdrmRDaZPUMQB1tghyqOqrs9RyZU21qCYPIbz3t0w7S4chqOxVgwqvo0vaCoYOPI0kjaPzxTqcOpinTaCv8xpmRBeb6mQQBf7vPC/DnjhW+23fIMfCzkljcgZBTl28QgFNRDgTsd/zJ6WF8b/aI1KVUGmAdE6TvZtTbcwZM+2H8zlfApyrSOXmDeWBJkAArO4IsTvex81SSvSVuSrIKuARYnSRpba4lgB5gI54ioy+NlLpuiK8PP4nBi/VEPiWXmlVcCFanTIUcmeogYT1GkD0g4t8YKii4UQBUZCeoLGp+ZPyxjLcJGjwWZmBZKlzp28qqw0tcxDcgQMJ8XaMtmQLz4TraPiIBJ7yThp6ckkn179mPPw+pBJyRztKmabsZXynzHffy/qT3xvmteoIF06V0kACYkmFY7SOn12wOhXYKWcqFeNQO+1jE39PQ4t1tNVVdS3nVC0i9jpkTzlSfcYpObi7YZQVpo5qnWZWOuNLG8SII2FrjHsPcTp3DjSyCzEC4Jnfp6d8exRPiVjOGS1RSak/dpmB3dh//Cn5thivkCaWhSRDagY2MmI+ce+NsrligCFiHA1MORL+Y3HTb2xpnMwFUld+W4uxifrjz5N8SSOqMUk31NeGUjUyykjz06jrJ3hoqH/2BxZ4YjU0JP3QVpk/1GT8vrftiVwjVR8VCAykK6wfwkK24H4pxc1zTdRHliLcwb/OcJqt2+hJxtV5nK57zZlATsCY264uFk02IUgNpsCPMFhhPT03xIzDzmkI5Lv6Tiyr2w71ZadOOHXudOm6uhL+LpqmuqTckMVHOFTl8NlWIBtiguZU0mqTamS8xuSHNhNrkRebYSrUbydjYj/H0xtQyw8Jgtg7CY6CT+eGXi5KKV95/LDqTnGNL07/AJC8Iz4rUQCxGqncRs0FWO95Jm5tynDVJFfS4LEQBARj8JDfdNjqmxkEcsTOH5MrSZQTOrSPRWPPuI+WMDKsI0tYk2YTB3G0WxReIcXS26dp9+ZtOckqexUoOJpr95V0wCfMSokSOYK7QZ9sBqOv8SrKBppqC0TcxUabmdyN+eAUahVXpEQZAY28+reBeBMW9Z3xitRdRqENqpgaZjkOtj+mF1Nec8N9u392T1Zy1FTMjPpXUtJgEx5RbzA2O1tg0ixMg2jbPZtA0vqBcgCFJAJVqfI38rbGL8+WJfCKgANMCGGoeoDdsWaC+ItwBfpP764aXi9SEqWy5Y8vwisNWbSaFauZnWKbFainSPLaNbOBM3kRMbmcUKtKNJvaorE6WCgAux858pEkwYEyMTl0K7g3WBy2AEA/OfkMatmkPlInblve1z/3gw8VqJ3vhe3p5jx1GnkHX4pTEEtUAOosNOxU0txqvGlrj8WCJxmidQDN/MAQQkkeUbX2MCeYmO+JlbSWLMZ0aoF7liBf1Aj3x5svoZaigAVPhE/DsL9SflbnvisfETXP28vwiL15x79PwdKtVRSq1GJ8yn7twrO7g79DBHVThWpmqb0TDN/psi25gIvW3mU2vv3wXjFMutQA+Wn4cDqZn62BxNCLQhYlgNRJ5sSIAjYAhfcTiC15tb/1VexCGtqShT5+1HqecSmpyzgxDKsatLSgm+qB55FwfLGFuFpoy7oAwAZnWTJC3X5Srf5nG+ap1XSQo1IQwYED5+sfPFTMoFZ02UoFEekewsT6k4SU7jXe5PVXyxQhmsxRlGrDz3cShI1GA0XgyVBAbmOdwcZPitNX0lfDUf6elfKwVlb7ogNqWSAIIaARY4n1al/DqixsGIDSLQCJ3HW+NERy4pqqkUy7CLSGFxc7COvLrjrWtKvm6eW2xeWtKrxZdr11RL6vKCF8oNyrQSJgeYzztHTBuD5/VS8z+YVGFwNtKysiIuRfeTifnSwJA3+9G3wgn13wfhkGmHN4qMWHXyqsHrIgHEZa85K55r75+4ktaeJPk39w+Zzfha9CkarkQy/CPu6SCZIubTa2NUzKoykjz1JYqUJBeP8AeJj4Vm3uZwpkKykujEgi5A6QQGB6/uMNV6xpKmgkxyMbG4HqCDfG/U6inb3/AOfivydD1JN8SY7l87TCBlC6QNQZgTJeCTck/FMqeguMRabJV8YTCGkiif6Hmfe1v+8O5bLEU6ijzBWZl1c1JMqf798C/h9alk0orgBYB6z5t4uItOJfFfC43i+/dnLHUlNcEuTOVHDvFLaSdQPmWJtuD+duxxZ4I0mCR5AFIv8ACQevQx9ca8NqKjywjlr/ALRf3x7P5gaiadiVADX3swkHlbFZylJcJRQSyOUnRCxIBVrHaCQdyOtox7C+UzqzdQJ5R9fXHsc0oO82HbFH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4035" name="Picture 3" descr="D:\AH\cofs 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93913" y="685801"/>
            <a:ext cx="5145087" cy="329464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01358" y="0"/>
            <a:ext cx="1643399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/>
            <a:r>
              <a:rPr lang="en-IN" sz="4800" b="1" dirty="0" err="1" smtClean="0">
                <a:solidFill>
                  <a:srgbClr val="007400"/>
                </a:solidFill>
              </a:rPr>
              <a:t>बाजरी</a:t>
            </a:r>
            <a:endParaRPr lang="en-IN" sz="4800" b="1" dirty="0" smtClean="0">
              <a:solidFill>
                <a:srgbClr val="007400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6200" y="4114800"/>
          <a:ext cx="8915401" cy="2527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/>
                <a:gridCol w="1143000"/>
                <a:gridCol w="1371600"/>
                <a:gridCol w="1219200"/>
                <a:gridCol w="1219200"/>
                <a:gridCol w="1139953"/>
                <a:gridCol w="1069848"/>
              </a:tblGrid>
              <a:tr h="102362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प्रगत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जाती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एकरी</a:t>
                      </a:r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बियाणे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पाण्याच्या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पाळया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कापणीसाठी</a:t>
                      </a:r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दिवस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कापण्या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एकरी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चारा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उत्पादन</a:t>
                      </a:r>
                      <a:endParaRPr lang="en-IN" sz="2400" dirty="0" smtClean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पेरणी</a:t>
                      </a:r>
                      <a:endParaRPr lang="en-IN" sz="2400" dirty="0" smtClean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</a:tr>
              <a:tr h="133858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जायंट</a:t>
                      </a:r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बाजरा</a:t>
                      </a:r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,</a:t>
                      </a:r>
                    </a:p>
                    <a:p>
                      <a:pPr algn="ctr"/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जि</a:t>
                      </a:r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एफ</a:t>
                      </a:r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बि</a:t>
                      </a:r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-१,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३ </a:t>
                      </a: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कीलो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२०दिवस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६०दिवस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२ </a:t>
                      </a: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ते</a:t>
                      </a:r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 ५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२०० </a:t>
                      </a: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ते</a:t>
                      </a:r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 ३०० </a:t>
                      </a: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क्वींटल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खरीप</a:t>
                      </a:r>
                      <a:endParaRPr lang="en-IN" sz="2400" dirty="0" smtClean="0">
                        <a:solidFill>
                          <a:srgbClr val="007400"/>
                        </a:solidFill>
                      </a:endParaRPr>
                    </a:p>
                    <a:p>
                      <a:pPr algn="ctr"/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4034" name="AutoShape 2" descr="data:image/jpeg;base64,/9j/4AAQSkZJRgABAQAAAQABAAD/2wCEAAkGBxMTEhUTExMWFhUXGRobGBgYGB0gIBsiHRsaGyEgIRobHSggHiIlHyIfITEhJikrLi4uHSAzODMtNygtLisBCgoKDg0OGxAQGy0lICYtLS83Ly0tLS0vLS0yLS0tNS81Ly8tLS0vLTAvLS0tLS0tLS0tLS0vLS0tLS0tLS0tLf/AABEIAL8BBwMBIgACEQEDEQH/xAAbAAADAAMBAQAAAAAAAAAAAAADBAUBAgYAB//EADwQAAIBAgQEBAMGBQQDAQEBAAECEQMhAAQSMQVBUWETInGBMpGhBkJSscHwFCNi0eEzcoLxkqKyQ8Ik/8QAGQEAAwEBAQAAAAAAAAAAAAAAAQIDAAQF/8QALxEAAgIBAgQEBQQDAQAAAAAAAAECESEDMRJBUfAEYXGxEyKhwdEUgZHxIzLhM//aAAwDAQACEQMRAD8Ah5hRCneVUz0K+X8t8eZBGmLnmeUf9R74wqnwwV5N3jzDvPNT8/fGlFtxeLmfnPrttjwORP40+oWpkmCi+5vP/WMDLNHL+wHttjapVLASRaJJ7C//AFjM6QG0jUZO3afzxuLqdEPFdTRKZBAuLmY+g/fLDIpKGMNuPlseuN6ekjVAI3Fv3zn540y+XPmJuQLc5mD+/TCuYk/ENv5TVUgSAZWSNh7HqMZqIhDNef8AE/3GNVVixG1hHeBAn3wRiZgAwRPyIgYHGT+PO7GKuWBMjsN+kD9BgApjbcz/AIwbKmFneTAHpEn6fTG9KmCxk7m3tN/mPocLxsaPiJ9QNCleCoI/ftggVR5Qo3H5/v543emBtboY2gW9cBXqRybb0J+t/wBjGeo2NPxM2PEXibdxzxoak9IkbD9+l8auk+afYCevy/6wKnmQTHbmd5g2+uNxs36mfMO9ZhEAE25dZv35YxTqkiDG07Am/wD3hV/jUz5QTfuLjDiAGqLG8z8jbttjOTF+PO7PU3JItbfbpH6Y0q19M+3LmdsYFiuphfoed5vtcCMeFKTe4G5HKIP9/rgcbC9eZ6lUYrI2jbnYbd8DokqJN2mWMDcwPkLDBUYydPW30wOC+pdMQOlwZH1P77lSYq1ZBPG3O+k8u1sKeLqllMAC+3MgbDfkJwzSqADSJJv+Qnvv/wBYBXCr5l6Hbe0/ST6412aerxCudrtrU01DepgDyyeR9dumNa6VjBNTTYCEC23JuwPPpHLDWVoSqr/UZ94vt029ceyel2IM6dv7DGUmtiSZLzOSLaV8SqSQ0kuRCi5MLA3tfme2Hf4QBQDqUTaGIgfQn93xsSyksRGva17qdPtz9WOCsCFgvcWvECU9Oo+nfDS1GZSd2C8Miyuw7NDe0m/TngyEARE9J9uXb88YrrEMJNzHqJt++2NCS3lANvpNvzMn0wjmynxpLZm1IW+skDr6Y3K+bTHOLbmJ6+59sYoKGOsi4O87Ab4VaoarineJJbadO57dvfDKTbG/USNfDvYyAYEkQSLnaxA69t8DzOYIYrziwEAX9LYYHMfACLW+Hmf1xlBCwQNJEoZEW2gjeZiOuGUwfFkKJU1XNx9bi35HHsZy6EoxHlAggczcCSfc49jXXMC1ZrmeyGY8rAh+REj8JE39CfrjSuGSbDnqWRJ3EgT7xbblhpYWqoNiCRHWRpNjymMez6TpO5mZ7cvSLD/x6nBtXsQ3RqSjiVMzFwPa3qpJ7XGCeAwWIAPLtvf0i/phGrV8N9YvSJE8hzFuh3tz54oZmsN1M9OW9iOl956T0wHijDKQtBGJHNST1F/cXON0A06gZkH36fl+ePcCzAqKy7qYPOAQbjaNiDvjXNUgtydMMoJA6CJI59cTazTGMUANMXkNeef+P843VpN+nz5/r9MLFmYSDBty5Cbd9tj1PIYLlgdem23Pt+s/Q9sZrmYwCSxpx8BAvzHX5T8sMUk0RJ1PBA9R277YFmp8WoTsyqBHTUR+sn3xs9kBkQDJ5RzsfXA5hibZuj8RS8WMdYOFqNGTvsATHImAPb++CZptDMZOmSIjfr+R/YMK5evpYNyb97c7RjJGbzQzQfZZ3sPXcfPb64xmdKIG2LSCee9vblhc11ElbHkZtHKOvT9zjetVVxSvM6bARJJJiNhJGHUaBZvXlTDQqiwkW26c+Rn/ABhzhbjUgBgNOoHqWtP19z3wq761JIBKRYc1JAPyM/PA8krAgmxsyX3Ctt6/nIwORtjUZqGEzE2kXgE9fn6YKtYiYkW/O4v6Tg1CmjMVO06Ss/ECOR6g39QPTCiVP5mmLaluOYsd/n88Gk0Bs3q5wBwIuoJnlu1rcztHedsMpVnXMk6ai+oIIU+xG/cYj5hYqSPvNYct/wDH7nDGbdlLQJBDFhtAkR9AJHfDqPQzYRs0JYkjbl7C3UgHAmrBlA6SWIvyEjpAIA98ByyeUqw+BC0FRFydz6x3vbBKS0i4SGKXcgC7TEL72+RxuHIt2Ho1jrSLa5i+ymI23jp64HmqyqyLtLww7z2G2wvcY24itTUKwjSFjSOQgWgc7k+nPAfFUMHkNqQASBfv2YkDmdvbAcaMw1Wvrr1KYHlRGnnLWNunL5HBqQEDzWJuTubD9TPscLcCQlKj7uzR1idf6iMBFU6gljqCkHfe0DabkDsB2xnHka6yMpVEFSSIJMc7fptfAspVAYHUZgkzzExB6W5/ljHFHDCVg3CtFt4PyIj64TVhqK6rwCTHIki0ewjv6zowTNxFDM1v5cDYsZ/42A/X3GNuGFStQrYkEE7RI/WfywhmXnw6Y2Aj5yTHtGGqVJdIIAOpwBYbC9re3WJ741VgyeTSpmiagGkaG6nkOZvYY1y9QlyWH8sklViNLhYU26/2wvRqE5io29hEbTGog+4ONatQQQDA1XN+0AfT5jDNVhByPVqlyqnkQOcDVqv35egGPYS8bpZQP+v33x7E3F8gOQ/naX8yo34Xnc9jjNdxqZQCBIO3SBPeRbvbGisGHnPme/QHyTftIPyxtyWpPkdVANjcQD9Rh3YbNGVaiERJDEWHoRvy5R2OMZQAN4YmAsKPaBvtBvjNUiQ19Tc9je1wP3cYNXBB1LCgMdx8QtIgX2PzjC3yAxzhzCnUHl0r5QwHuuoD8xyGC8ReHBG4eCJ3kGP09xiUVcjcspgledp2bkRex6b4pUqmpbTIIljyAMifYke2BWbGTBLSuCtu34hv+pONqgIKVFmWYgg95B+sXwKpmwgYoPhCCQfxkCO0CO+DiqxHUyDeOjQbbjb/ALwtGsBmqkMYJOkLNpi4P9sequCQJgBojl8QBkfKPpzx7POuupYnUAZH9MMTbfpGCVYIbUVDBmM7/wBVjHPv2wYrFgTCZlQzsOduVlnymCfSTgNNVEapAKrvyIH3iN7iOW+NK8OCyyDBkDqAD84/TBapZmKnYKJBG41E+1ib8ow4WxQIU1K1xYGLgTJN/wB2+jFcnQlXSVOvUb9jA+REiPrhfOV/OFOxClY3Oq035729sEz9QNk6bCQrVDYnvtOKKNoBo1UKAAdx5rdPpve364AubPkBskkAATF5A6kCY9BPTGaqncoGRgSWvI2G/WDI5XmMas1M1EAMecMg7KZI9NN/WeuNGKBbHabmWtDAxI/4wfYb9g3KxNVtY8w2/Lykb/PEvNZpvEWppOrzDfcSpF/WJttg1DOlqbMB5kLLvYgVDI9dI+pwJQeAhcyp1tsGAsvM8v364C9jpqCTUktb4QIgA77DfvhfNVFdVZSWqyweeRggf8YiI/PfapmAVI3CrNt4LAfnywyjSFYCnm2AYA3qCFkiYBn/AORHrjOXLDUwBvKpbmBb6sf2MYySh6hQ84APL4h8jEj3bqMZMLSVUJ1GdY+RIA5xJk737YZqkKh/J5uU0Ey8iZ2I5mYsL8+3pgfEa0MpIIIFzHr3kDnJ79IwnSypWrRctKVDAK/dPmkGOnljscb8YrzWAMmAWgAxLSwDX2Ii3ecCs0PyGOGZgI1RBOmp5VI5HzHed7thhcmbMLnXaBt8LMO1xt3xCbNFdTmF5gd4BFhbn9cN5LONLVPEACy2kTsxAnqRMDbAcHuBO3QXNuA+0eTUfUCPpce4xKSoVqGWIJTYDmW2Hz36nFDPU/EkqyljpJiY2BJEi14tPIYBmsstIamBYoLNyvMRG9+f+MbTa2F3eAOXaxYwNINpsJMAe+3eO+HMtmQ3hn4bkqAZvJCmO5J9hhOlxFKhakFA1mFZF2jYlZAMHp0O+NDlQpKmBAJBmRAIAE/O554dw3sKwblTqLX/ANRj3JJNo537csUcoFFOoGWfEXSlrlrNfpE/U9MDyFKmaOsnzUjJtyLXmdxc+nvgi1Gc6zOkAqI3E7x3J8vvOEcshWKYrllUGWJ8O3qTHKOhx7A/4iVE+VTIBIB0wdpI2MEjHsbh6h2KIpqfiqEsxEQDNhERubSbYbFNHoKgINtKkSLrz2gR0xzuRYnSWY+K99I5KDAAPOIuBeeuH6OfJhSwYsWBuBJYKoJO5OoG4k+2DPTdmD5euNQRhHnIYMIg7/pI23HadTUYQSYmIE92/wAfIYHQBKEONb07gmSWsTBJ73Hb54Vr5ovdhpkE6QdQtY7W5RheG3jYA3SrFSV1mGMExvbeeVpG3Lvh3JEpO38xYKm0kbH3vfuTywhk2FRdVrCI2Gpov12BjpjTNMUcM7REETdp2gekG885wUrdGT5nsm5ZWuRFRUYRbeb95vvhnJZty7Mt2aHUMbG0mD7kXty2wlxmuUAo6ydJEnvq3PPYx/xGC1mFMKQLHkLDa5sDEX57xguH1C1RTas4qagIp2kPAKwLkNub+0Y2qMhDAgxvA6mIg25W5WwpUJqL4tMS2lVqo1wQJ0uOcyI+vPE/L5gldL3W5sNwDAH59DY+uFWmDYo18yihR11SZIuPKRaxvywfMZo+IQdyYuJ+6DB/LEDUzKwJIZWExGxBaw3JkAGMPcQdgyBgSwkNBMSByv0EYaWkgXgxVqmpWpk6QZMcgNOor/7k/linnl00E3hFeAI6gbxaAOQ+fODVqAhmYSpUewO5PviuzP4FNAfPLRB2vo94M/LDZGi9zVMz4dNQEUyLh7zyAImDYduW2HaOaqOqikwQvq0+VAQReNoiA3mHy6R87UQFmLJpXyH8QO1uQ5knl+TGTRhUp6dekNTI0r5SGiTqAsfMd+hxlHFhHF4rXL6NZB62iSDBFtiRbfphDK8dqt5amlgXhiUWwjoFvuMe4tTaiSyltAdp1DzWYREATEEg2m284mFfMzyDTLAyOszERad4tY4okmjOxypxSmgcPSEi6tTJEmy7MSNiOm3pg+U4ejUpptFU3Zfu87Ry3tci+IGYXUyiA150hgegJgGZ2+WHK3EzSdEIlqTNBWI0kifmb+h74ZwxgHqUDmdLeakVKiDa7E85HRbCOZwLiNSmz/yQYJ1AbfERAk9xPtG2KlfMU3QBifCqEDUN6bGZvyGwja55HELM8MZazUnBRQwuLA3AWDHPryk4lBp+RmVeDglW1p4bF9YDAhdQlS1xKyOfP64kcRk1ShVgwDCZgsoLAGPkw7Aeoxw3jA/iFpldNIDSQFI0mOXcHrOK9DP06pZat9JYI8eZQZsQPiW3SRaRucFqUZuTQXTOezL+QRJ+K/WBM33G2C5alGoQDCoJJkWA2HMzO9hfng+a4M66FYAASSUvbcm9zEb+mFssGV2UFV1q0TvzgCOYjFLTWGJRtxCoQSpMgKLWIMqGJM7kcvUY3ymaiEWQSBqBNhYhSOW1iI2kHDubzOoOFrhU1EFdMAhSVi4gm3PoMAd6Cw7AnaBcD2H9z1wrlSqv4M8YQlwuiwqsyxsII2E335QJvBOD5muo1LJCQIJ3B63sNRuRtbsMFHG4IFNdIJvaPUmP74AOIs7AMQRaxUETaRef39d87dtUvUxvlcyq2uORDXvtyi837Ww4nESGA+FJ+LcHc+99h6euE+KKjU0rUxpD61dZsrAi4nqJ+YxjOV4CCdLeGsiLLNrDqIn0OFcFKsGZYy2eM+GxBkap0nrEeW8i874xiLWrAkEDR8QhDcyQ3rPXrO2PYPw11Y6nHnY3w+kfDZSQaiMwBnkdLC/c8+2NsvUWQxP+mQXHMm7CSREHme84krnGK6UAhoO0TeLXkX5T0wxw5PLUEwdMCbncbf8AqPla+GlB5bA0VDnXV6kkHw1nbrG0bbQbcvXE5nUnxIgQ5kHmZGn/AMp9vfGzux1yRC0l1RBBhgvLrEn0M4NVCBWpimrMsNpDECQB8POwF7YVJRADyFVf5KM3md2MgTICje45g9f7DzKlgCGhIEC8wYgEfT1wfK1KYAJ1JokrqII30MR5Q07D3wvlWUmoCyHSfKotIa8HULzYyNiO+HrLZmg/EvOwOmdVJGJP4lRQVPTY98G4XFXUlQCFgTOzREAwJJ3jt7YBQYuGdzakkaQSCWlmP5Ge09MTeLMSELMfxBQADc7xyUbC14J5yWUb+UdKzpsnnaIIQEqzKQQgJUiNUFnh52IMjYWGFOKZoLTTSCXW5MRqsAdpCNuSJ7+gaVSmfDrAkjUoZl2NyCCGiJt2HyBCkIChNv8A9FAmQdovYgwP0uMJwK8ig8zXJqB5Bkgk/wDKCLbxI35H0w/xTN6lWttsDHbUD+f5YhU63lZfiFyp9tJ95g+i4o5asjkiIpsy26FQSfZgIPfDThVPoCSBVCRTLAMAwHxe4N+e3LrhqjxDV4QIuCJi3KwBNgLST1OJ2azTOSGnUW80DaCQI7AWA7YLkOH1Zo610rUJhgwMqLmYJAIA9b4ZwVOwpFnJEUqfiZhdTVCNFM3sLAkHYTywhX4/UaS9QxpMp8IG5hYPpFuWAcUzwrvKgm/kCj7toEE3O3TmO5U4nQFDyM1M1CIdAgPhyNtUiD6D/JjC9xqLv2mzGpWuATWNyeRWVNhYRaOgnErLHWAfMalPSCBedwJB30sAQDvMWxmq4dJAPmp0STciQugmItABvfCXDa2hzAkmYMb+VgLev64PBwxaRmjHGKRVzplZVXA20TuL9DaecDHs9rdAIJYAEEdDEgmLmb9sO8VBrUVrE+ZZp1D1IBZXttMEeoGNMvwzUvig6QigtquCNRBWeRgTz+L0w6fypsahvKZgIi0KqytXUGI+5BAVvmJ9+2Om8I1EpFi4NMtRqEcxp1oxBBBBAiSDc4+e5nMywjdViTeABsAep5+mPoP2UzQq5ZjEMFAIG0qdQsT0kD1xza0eBcQEjnBm6L1gtSmUcPC1KZi8x5lHpuPpgWapmlUUOtjBWol0eNwfrN5PfHuOZbwqniI0w2o7ghWJk+7AjsQR3wWrmCtWoopFsuZLKN9RMyk7MB0taDh0rrh6A4RnhWddyKdZgCAdLkgb/DpJ3MSO4ABuJwsUNWpIjxFEkiBr0+ZoiwcC5HMBo7pCiKACOHakxcrUUEMPh0sB1Ukyp3uOYOPUs5Up10II1hTIWACVU6fQMoUzbc4K06baDRJ1s5LEi0gMdvX9fU4yKjatDSQtvSN9/Tb1x0fFuGU3qr4Q0Fl1qhA0sZuk/dYNboe2OZqgXUowqLyJiw5EEb78+RGLwkpbDDlJFaFUtqPxAi9km3WYIjr9PUq2pSYVItF5EdSdzgOlmbxFFoMkGwsQAZ53jvynG5p2VVABa+8ATG5P7ucBrFE5IufxS1qdYCANSMBHNvjMdmP0tiRUz3mqlROswAeQOw78sNUqcIYK+dWBCkbxYFRdTI+vbE6lREMZ828dZ3v12xKEErNWA1KWbzEqvb93xnG2UWwnkLmPYW549gSdOkSococStFOjQIClj5CT15sNV4742ynFqjs2gBtVNiFgGIII3HoIM/THqrpTtTp6CYEGCx6SSSOWwPpyxnK0WWk9WsqKskiLeIYAQDTyUkyRtGDUauv5OgHw7N1Hcmp4Saw2plC3Ai06ov164DWqorlwXDM2oQQYJJPpvbcze3XfQdLVFjz01UAxGrtPMEbX3B5jEoGafl1qwEECd+dh+/rh4xTdmq8nSaop6vDIUtccv5liFJEHzaWjeSMJU6dIOPO1NjHxXERHxQItHxC3W2N8nnDTdpIgAaxpsdgdrFgfMOfxbYncQyraVER5oWSZhpIt0FxbCQjmhUslF9VOmyFSfMF08ydLTIgzyPeRBwvxfIVTWnSZIRfMY2VRzuZ39cUsrX8i0U1KFpDVW2tEt5xJKwdl22m+JedrIKpYIzMUABY7MUH3fqZPX1w8FTY22DfK5eplwyNRrGm6+aZCGO4m9t5nbFDNslyCdFYEzAI/CTbpqPaCd+SNPPVaQDLq1GC2kBVRoBOorEnsTF+e2B1OIs6g1KaupLMSLG3O1rWEEdJ5YEoybsElZs6toepU0qukAwt2cgiFgjkCxY8uV8CylRdDKov8TNeRcCfYx8zjHFMq7U6IpXUBmCj4vMS0wPihdIteAMB4XlmV9TVEWfIZME6hpIAAv19sPScbG4U0N5gnx9XNqZqR6A7+rDbvh3hmaI4dXlpK1LA7jWhk+/mwjSyjaKbm66SQxJ+AGTaNhB5TcYN9noY1KVPUPEgCYYWBUsNtg0wRy7YRxXB6V9GCKPcEbwMu2YYAuxNOgCLHq0dv07458M+omTJMszX3IuRcbnFP7W50PWCUzFOkAlMDnG5t3/LGQETLvVHmdiEho0hvK5IXoB1+UYrDC4nzHRoc4r0lJHmUsDaARDkCQQdz9cByOZ0XMyCBB/5fX264xkfNpmNJqpuTB+6TfsR6Xxk5FSmtzo+9EMWYSYMBbCOZ6YalsZpDFeqzNUU28shRsSGDG07b4rZCkyZGoSdOuooEiYOkG499u2JuaraPDrI16moBova172ixiOfrhriOdapkqICkjW7RtGkkLMctJ+mJSVpdL9v6F6EoopQxFyY2+EX9zEfTtjsfsLWYPUQrZl1TyJUgRPv9DjmuEZJSv86FSAQdRBmRaLgiOvMQMdVwyaGZpU1pKEYGX1lmaxIa0LBI5DEvENNNAe5vn8sHqEW+F02nUtQaVPYhgJ9TjkM9wyo5Apq15Jna28tsI33EY7GvRqF2VGAZGOn139wdiMSOKZSp4uhU0K51GbqxaAQ4O4nZlMAbiNp+Hm1gy8yZk8gr0jl/FQsPONJYgXIMEC+4mJtPQYxTzD0SIdWpsJRiQyyLkENZYNuRuMZ4fQCZvTEMAwhbrvpYe1x7Y14V4b0KysGprTdC3mn4tSEwRfkNPMxcRfp5vp+RqsJ5a+VilNOqNRFKZDAEM3hnflOgkneJwTjC+NlxXZlavl9NOsB0f4W7sLqY5+mJ+dU02SrSYNTWQrjdXufMDdTJkbgwIJxSrjxKVTMKAvj0ytZBYLVRpmOQcBm7HVjVw58+/p9QpcyJwtmsirrAl6gHQED/ANdx3OGmooHbUdKLsxBJY7jy2AtHoCJmcPcG4U6U3aGIK6dmWZ6Ej4QSLxe/LC/F8odRUrqgyDqBGmYmAJ5ATO3TGc1KbQrywOUC0nUnzMpAnkSx39v17YJlKQVXHlLFQBNxOoNeTawj1npgSEBkJcnfVA5Hymxt1jnjQ1CYPUgb7/2F/wDOA02IrGuIUWTTqXQN9UiOgAOxtj2Kf2VzgqM1CoQykkpI2i53x7HPLV+G+GSF4VzJWWqE1VY+afMoAHxdSRcROxPpE4pZmu1WkYDSra4UydB8jRp35NHXUeeJ1So5l6RQVGM2g2MmF1DnY+2PZQZtTM6HXzeZlHSLNy3MDocXkrd4LVZrR8zvRJMVF1KXBEN3nadjHUHlj1PKQqqDpsWrvfyfhExOr53btjGfVh52YoJsoOrUd/KsmAObTHTpipophW8VCxEKVXdoANj6AH2wZScaYG6OdYgsdMtcyxtHWx5HvHoMd1wPK03oZd2XUzuVktMATbpELEDEQ5GjXV2irSSIViF0LBkgkkXkSSPWb4t/Z9wMmadKoGamakaZ30yBe5ueXTEfEzbgqtO+8glk5v7TColatUZDpZomQQAJHLY2AIOF1jV5QNaqpW9ntbtqBt3vzF6efDVv5y+UlYrowOkMvO45gD3HfE/PLT0agxtIOhRyMzJNweVvunFdN4SNjYSy2QeSxLaD5rE6jcgDsWv+eHckyuajVHKCkZLpAVZIEDmxN7zMAm+GTxNXKKHKrouSL3EAmCYKj15d8a1MsVyiUtKqxdWqaiVUFgyqxMyfKAdPLVcXjDuV7j77m2cyjIVWmAQtLWtTcaTsQfh2AHUXxFVkMBhpZtmbbuDtEn73bvIvcOSaP8NrBZRrYqCfIWFl6iSGIA54KeEU1FZK2YpLqCgKKhOiD94hSFkwIub4WM6tMCF8y5HD11LBV3RgeUtq69Yt274W+y+SqAVaiyGK6KRNgS03v0AP/kMVsvV10TSSrSUAgBlZiTEgwWvswg22iw2o5+l4NNaYLeKQSqiC20szM5imoAEk3kGIAOF4nTiubNfI5E8MoBwhrnWPwr8/OTt0JUYpUeHg0lYDTSpl3MgsWnSogTzCx06DB/s9wKnTVs3XJ8IXQbliTe4+ITYdZwLinGKtadI8O8IgMGJiW0nfsRA5Tc4Mpycqi/377QWmIeMmnxPBUqoshvHKZBHP1thJ28fVopaTMs2vy9fMD07G2G62Uqv4aSpJkErBm8Wjccrc4w1xjhC5ekA5kkkmkhEkAC7nlBIsOvvh1JJ1zMsClBEKikn81hdSxIUSYOkDc+pgxtbFTi9GmqeIkAJpCowmXNzPoFPb54nfZzMNUzFJVARZMqvOPNc7nl8sPfarJPrcG2kqwPZ5Xr1A+XfCS/8ARRbBWSZWrsVqsxJ8VUKMYmNRP5gr2jpjpvszmT4a0yVLUiHQmT5FK+KswYsSQB+WOYOXJpksQgRlUDl5jqOnrcMewJGH8rWOXqqQ5/lqtY73DOqOnpB27HG1IqSpGq2dJx2rNSotMxUUqROzSDa3WBbta+Gsi6Z3LsjkCouzb6T1MRImzC3I2JtO4vmF15pQFnw0IY9i4AJ9RIOFeGZpqbrUKw8AuoNqiTDW2JG/qAZgnHKlce+gvMxxnLVlqs2mXEliCCRqudhIUmY1SIPykogpuWZh4b/GhHmN5so7qpDG1t8Uftaj06njU2K1aVtQ+/T3U9yARPUE9MA+0HDFdaVdQENUDWVNkcrq0kfhaCVI6MIOOnTeFb3wMupJzWaio7Ul/lhYZCIDLqFze8/iFwYI2BxU+z9FnKX1U3RlM8tN1n+oMSvWGMWOFatAtlGYgaqTAgg/dj6XLW7HFHg2fWhk6ewevW+QBUEx8h/ywdSVwqO919PwHkBXjtXM+LqAFELCgyAIYHUTziJPy54kZasC6uB8L2ItaJj5/wD0cbcUUUkemCOexFgXLAHnMAH5Dlgf2ey2rxm06hTplt4vBC+t8MoxjBtbAccMzxWqjPIBVWkOAI0sCRMdCIMdyOWFGy8tEk3IsNzitxGgphmJBlS5nYKYMdd/oMTDmi1TWvlDTAn4ZkRP698Ppu44MtsDnDGh1dd5In2/tjGH8rl0FCk2x1vPsAOvXHsc055wc89w/h0qUl6t2v8ADsO0EAbxecFrPRbz+AFUkAVGMknbSBfbtHLC2UpisyhKZDEeZnA8kQGJHU2I6k+sF4rTZj4aL4dKl5dbEAHymbkcjzHMnAf+1N55+n7F7AcLzoOtisCAoYgNG4UgG8XO++G6PDgh8XMuuimSxHNyxkX3EkASRMA7Yn8Iy6UwaodqkEU0ABI1bzETC/ng1TiGkotRVIcl6gYzadIMxFlBO2KNfN8pt3g9m8y1dx/LAJYGCJ0jciGsB6CfWce4ZV1UqqMy6QfMVCj7rExa5OnnjbiGUq5dHqg61fT4bLHwHdjAjYBZ7nE3Jsf4aoqqT5qbbXJYupH/AIkfXBUU448jKIvX427EEgFfwtcD53254fyC0HUq50sYmZgGQRb9iMSK2RiB4igmBpvMi2yz9YxVbhf8PTWtWqDxTpNOkBdgCPi7R++WKTjBJJY9BnFcg9LgeitSlkdXYCBsQ3lMEgA79TtglWjUzdd9AIIc+IzHyogBWQTyI1D274r8b4SuVqLWRwuWco6r0YHUqxu17iIgTO11s1xenpbLgikTBqbbmxEiPOtieUiOV5ccrvf7Atk9s2tNxTpU/wCXUbTUqtYvNoB3RFsYF7CemJNJNFKoGgs6WURb+ZTINv3EYSzWtanmmxtJ5b/L6Y6DhHDFfMhSCdNmn+mG+XL1jri7qKv9/wCAnSfZbh4oUfGqgFxZR/UTIHrJF/7YTy2lWrZusjMazmnRWfj85JtBhAFUTeQGEXuXj0GkiK0NRrUy9/vOtR49ZgdsI8bzQWNLE1Cp0AX0hokiNpUCPQdTHKrb82BdRf7TccY1QviHUm0KAFMT37QBYDckycScpSBIdWIqg6jOlhB52vINvQjbClWk4IiSal1PW/fn646L7LUjT116jA6RYtJHlm9rmBJjmdIx0NKEKQzeA9TL1KeXVqJ01G1+aOjGUXmhI2+Ui2ObFYEUmJJJLatr6rNPtpvjoePZ9jQ1AghmcrJWbMIgc4VmQnqe+IWUqeJsFLa4BZZu6m8CxbyQJtLTHTaKqLb8zJUslP7OcOdM1S1kKfM4A/2n8xf5dcO+MMzlGfUWNLWrciyn+Yu8xFwN4jCXDqnh5tnJl4qHedHkc6T37coxU+zRqNRzNV281Wk/hrYA6FmQBsJJGJajd8T8vdm3OX1gUKmxJqUwAeVnJM99/linlqXi0/FVCW8NhFyGs1o53H5dsTqlEU6KEy5rOxX0Glb9TBIHr2w/wqv4WXRwSWXMaCBtDrI+TID3vOLS2tdTVeStmKa1crWdb1Go0u1gJ2vz1c+WOf4DXLBU1MCG8hHIx9Ztbnpx1tDiNNFpZjTFGqpDLHw3OoegJN+mOG0NRzBRJlawCjrBMfmPniOgrjJCpWmjs+NVPETLsQIZCrFTKyCy/JgoIJ5Ab3xtw2igoAVjbT4aqbeJpOpTv92ANXdhzsDKKuvwviptKabXV2cq09FJi33WMYj8ZRqdTzyPCI0wBe4KmNt5BuOXXE1C3wp0as4KVDNjwqrMigGnTYqJMguynsBc7e+I3EcuF0AswOk6BbSFXzG/Um2H1ra4C+f+WVKHoGpsqk9It88b8byILIajfy6YZmiOULpE82I29cNFqM/XtAW9HPZrKuzVHPNp9SWj9cdR9mURaRsPM0EdQoM/I/XESoGzE1NMALAX8IA3Ufet+xY4fVD/AA2qbsAobadVz6Ww2t80eEMnyJvGM0KoZkBhXPrpt8oIn3xNoMCyjq22+5HacXOD0g5zAIOlUlzIPI6jO29x6YjZ3Kmi7L0Jv1AIAPUYvptZguQy6FXiSaLINS3Av+F9Mn1uffGcS6ubJZZBAURbfqfXHsZQpCuKfI6zhdQ0NVBSG0Kzu7CzERKgg2CiSSZNojHLCu9eoNbaiTzmwntyvjoslWD02I06/DFNgpUgeYLqJvqlSN5urdcKLTRdJpMCFs5Uxe5A2Nt+vqMQg1FvGQ2kxTPR4dJEI0qCfig3YiQsibKMWMzwpa5aCQyqqliDsVBDAeoYGJwvRy9Y1Ip6JABLTOhVLQxvHOR/ix+JZ6nTZ0py9RwQxJJJIkgdgCAAoIIkHfGleFHcD8hvhLoF/g2rTV1MaTQwFNr2LA7HpPrviZxREpM6FwAqoCoN51qx8q9RbcfXEzJ0nqFSPIpdRFMQNxc35dCZxU4rQNbXUgNmKSqHTm6EQHgbkSAR6dsMoVO2/wCw1k1+yvC6RrayRUpqGLEqQFsbeb979MbZ2rTqV3zD1gCDCrfyAbDVpPvA52N8C4RrKZhXqAt4ekKpBgEjUBHlBIERNsI57RzDAL8WxYkkxy0iYLE/1c7Ybh4pu35B5ne16iVeGUazMreDUBDeaLMyDeSTB52JAO2OPrfZ0UzqqWH4W1aoY+U2UiZ9j74p8NzitwfOIIUJUpsFJmA7U7H1IIxvx91D5bNBAaJorrgCST5oE31CQZ3ADdMS+eMqT3b9rM7IHGMvqgL5zOgNedRvp7zPTed98V+DVxSr5hmYSqwY5Mx83y09fu4n0Mp4fmNXShLMkbj7qsY2MGLREbjGn8LUFCpdfMUpq2wOxJ22gjFHUlQt3go8Fr+IaxYFtfgteY1SZ+hIwh9pFLZhKgkEixNtr9PwkfLFbhtRaVJnpwUXyifvGVBsebX9JA2GNOLZcTUIB0UdLFvvaShUAA9159cIpf5L5bd/QPMQ4LlzUolKYl1IKSJJkgGxsOXtqx7jlYKopoSZiWAnWFMkiORcFvRRhvhuZDVKcKArRSeJsHHnPWwKiegY88LcTpaKeXLKCQtRL7AoYM9Tf0wU/wDIDmSqkDLIJhhUeZ2ErT5RedINsM8IXw6FStYEQqGTGrkRG+kEnnhXMoWpWBlCSbbhiqib7yY7g9sXOMZbQq5VLmmgYD8TEFmBHcRb1xabpJef0GkQuHuz1pO7JVnufDfHRcK4iGzDIv8ApJl6iUx2Cgkk9Tp+WJmQyoRy5bSERhJvBKGDHPdj7HDnB8uwrhJnWGlifMSUdojlKwDPXE9SnfobcU4zTCU6arINIQr9izT78/fCfDE1ZWsATK1KLDb+sW732wzxQsClIJLWg82EadI7SGt2GBjLslKqttLqpUnezo2/OxPph4/6fv8Ac1lr7PhSAkhtXwdAfPYz1BjsYna0jitEIpzGo66rFUEQQFsx9dl+eC8BYzlpE669jexAUC/UmRfvgmYGqcuSC1NVAbqwueUxJ0nnhF8s2wbDXAB5BVJGlaWknbTBYEn0SBbrg+RVc5SETrSaT6t9LWRj3kKCe2NcjUpLlalEXqNQqu3b8I9SBMemIv2N4l4OcQ/caUeT908/YgH2wIxb4pLfkZLmW8rmAlOrVpqR5w19ysMFMfdupgHCDeItF2qebwjcG+pn06STzEQfc4s57JmnmM0kAqzUGUC1vOsfXf3xKFV2oZqjoWAEgA7eHpkSdyFH074RJXjy/gDSJnD67rWpVdWolhqHZrH2iB2x0PGc41PTSpKCoWSNIO5GmOlxiPw3h4XQzkEjV5Q3MR6iOfqAMPcVqEU8tUBFmOsnmV1tHXY2/wB2DqVKao27Qt9kssdGbk+UoKU92aBiVWpirUDAEBmI9QDM+umLdsVsvXNHKNYjxa5IHUBCB/7MD6jBTTXLUqbTI/nNtcF1VUtysfnh+KpN9X9hiLSyyMQXaILBtPUWmfcfPHseohFUvBiQrSeUSLCxuN+2MYduXKxW5LYrcDfWxCoFoorB6kRJsQ21oiQOQ33wtxHJV6lUoKbikhhS0wBNzq2YnrcnDme4pGXVUHhUw5CBTDVALcv6rlvbnh7h1JkoPWfzVbADmJNlkzeSJPftiLk43JLy/wCjPGxirWo0aRppV0t5QzXJ+S3MCxYRHIjmlWXLJFUO7u4JACjeInSTMA33mRF4OF8nw/U7F/iYxtMBfMwjnqXY/wB8K8Ty5evTpiyOECdApIAFuakmfXBhFJ1fmBLIzmHpU/Du4WNUcpmQAFsOUzhfI5zwa/iUxDTcNfc3U8vN8J7T1xrxp/FcgGwqFKfpZR9FB9zgtXLqtAuTNSo2peyloHuZnFFiOeYzVDebRUdny8CmoVh3BaSJ/pAI774zxaqqPEakrBoFvxSpk7cvywlXMtURoVWeFjmUhQPQix7kHlhniOXaqMsUXZWF7adLG5m4AAJvyGF4aq+8CtUH4dl2SlnVgMjUqTCfvFGptt2DGfbHmyzvQoAMScvV0kdCR4lvfy32g98UeCeWqyAKatOmyXNm1IGTbq0A74kcOzrTVo1CSxCtt8LIy8jz+Iz/AGwnFKV+VP7ewE2x/Muz06cINRQoQkTENAi4jVHzGAZygKVCnSPOGIk216gBO+y723wCozJQRif5h1La+5WBba4APe2B/aCPE0aohkpk90QIT85wYx5crAilLHIqyrpJqmABazltumn8sM0qwepV1JFE0AXYciHLKL2JiTHXBeK5er4OVoIYqMilukkSxNuk/LE/+KptWpCkymiraTaz1D5JIO4IYEHoGxPdP1ff4GRjiGf/AIemtVVCvVBFGmY/l0zuxH42nn3xLzGZ1UghugNWPWUO8dj9cLVWq5ltb3LGDNgLqAB00gz6YZFQMyrSEg6gAecgKTHKQNX/ACx0KCivMasYG/sfT8V2pi/lpD0AqoXj2J98L1+ITnq1Q3HiWIPJW0CP+OHfsjVCZp3WyImlecywaCesBj7Yi8EybVKtImPO+5i5EkjGdXJvp37AK/FMvprVUAmQsA85A2jkLwOpIwXhDFa1Oo3lNlWRYqoVNX1OH3yzOaFRDLIKlKOrL8E+x1T27YWpDU2bYyQlOlpEQRqIc23B3+eIJ3GvL/gIK8m9JAc1RrGdNMHcWktA9PM4Mdm6YW1ApSWoYVqlWmfmwA7Dzg+wwXg9Tx6TAHzGtKA2NgrhfYgj/keuB5Eq9HVW3XNGxsBFPn1skeu+CrWHyCzHBToXL6o0UtVU/wBTs+lPoyn59MRuC1Vap/MLR53BF2LaWgW/EY+QwzxKs38qnzdlYr0AJ0j1JLsfUdML8Ty38NWVQwLJpZiJsTB+lsWisPq77+pqsdzKwyZlY01AVcSLEgrt0KkG34TjTgHCnqs6mAolXqG8coneTIiN498WKeSFRmWqAlKvBQahqkC2kEbEA+aOYHWJlbijuoJXRTTUFpgxDi1+bMSV8x6HbE1JtUu+n4AtjqOIcQFUa1H+nUUEzcrII+oIg7WxJyFVQ9e8KArEj8TqQR8iB64NwDMTrpG8HfmeUnqJG/YdcDZKYUuvldkqlkEmdDaQw7jSJHv1xzK1cRCTw+gtNXI//M6WnmWVr/Mx7YaUoaTiJVKwUMNywSJ6W5HsMTqtUrTYXnVNT0Dtp9zMewxcyOURKRJ+FvEqgcpBpoO43a39sX1OrGYjnnU1qigBkpgKqG4ZpkewJM32UD0R4lWLU6VIOWQgsXA+JlBUiOYAW3qTjTNMC1dlYKNZA9AeUdmPrfGOIVAtGgAL3a29yAQD3JOKwjXD3yKcqEKlLSljJJFhtAXcjcTNvQ49g6I3hwFNtjBJ0tBA23kbxsfTGMXsZFcAM3jlY0nyqF7kBQD03jqZOKnByXzi0wx0U5Jm4JJQP35kD1xNUikjMNRZbKDzZvhtubz6gHD3B6RoHUbuabqzc/EdlgewBP8AxOOCb+R16LvvcqtL50Azc5V3YyXRoHcGqz/WmuFM9Rdc01IEWqeJTbaA8G3oIPqpw59saeupQ2iqiljz1ICp/frhvOcNNZco63qFFRmBv5fKT6DcnthuNJJvn3+RFp5JVPhhr1CRZEJAEbkCT2G4Hq2EuIZjxBmHZSL01W1hBPP6++Ol41UWiaVGksrJUzz0j8y1z/txhOGJUTS2o69wGgQgEQAjGfNy6DD6MnNpJf0sv2H09CWq20c7SpB9TVBJfyKBuxHmLC3WDJtBPoaXiMaSgJch1YAk+XVJ9S0C/PSeuMHg+quUTUVAAbXbSTJgEqrHywRpH0M4r8Ky9UBdYQAHSTqUKwEMpBm9tQtzBwdXiStK+2aehNrCOa4fndFWk8mXKT7aVHtILfLFXjLK2Z10/K2kK5ixYnSp91Kt6e+NeI/Z6o7MbIB8J1CyjY9r9Y/PB8hlKzsAyhYVVMsLlAVNp2ACidpFjjSja40hP0+phtP+DevlwlQSJRXo01nmQQzH1kgep7Yl8cyjtU0hTqqMIHdnM/3Pri/mMkajrcHTVRxcQYljEGSSGBt9MNVwA9AyC7MAhsRBs5kc9IKjux5jEYzlGm133uL8GSSbVAvtVUI8VU+I0wg7AC/z/Q44vJJ4TEMRFixH3WBGkz2a/pIx3Wdywq1qpBbVqZYLqCBGkkJpuLzveNxjmeG8CIqFqgD01DSNQHiQTG5sCfvGBIxfT05QtNZefMo/C6kOXmJ53LiidJhXZICmSFG0zeSwA35Yn5cFaqHYaww6RI59hIx0WS4fWqVHqMqSS2kagCPMV0hCZXaJ5R0wLN/Z+oZKBIJgjUBB6QTc39Rt0GGi3dND/p5OHFRMo1BR1JcTVAb0VG6/7/pg32XX/wD0UNyFL1I/4Lb6ROHuIfZoETRPmLNOt1uSENrA3lhz23xvwPhVVajPAVTQciWFiyiJEytm54bUT4H1a79xZeH1Fuh6nWCHMLsVHjLeIKyv1WflhTMVIyuarEf64ogemmPmJafTFoZWVJcoCUCvJE/eVh8w1/XEocOdcolJmE09ZKqw2KtBmYIL/wD1yxyQg6unuvp/SEhozy3F16E/7NZoQUVfhPiAgbHUT15qo+WKvE8nqWq6A6KppVBcRLJUBHSzCT/uxI4dw5lolxYajNwDpQ6n0gm50gAe+HspWZsqKROoisRPIqxLesET/wCWH1lT4l33ROcKVsV4VTV6prMAERvK2oAMQLCY+EWvyA+SOtFLbPX1zLCVBPQN8cdWtfY74ucR4fQCJRdyoUkCHCAtYtujCxIEsQJONcxw0VwhpsuqkwXVNqigK+oET5lHlYgkbXvivDJU3z5c0uRZ+G1EvPpzE6WeatSCFj4wd/DdrmRDaZPUMQB1tghyqOqrs9RyZU21qCYPIbz3t0w7S4chqOxVgwqvo0vaCoYOPI0kjaPzxTqcOpinTaCv8xpmRBeb6mQQBf7vPC/DnjhW+23fIMfCzkljcgZBTl28QgFNRDgTsd/zJ6WF8b/aI1KVUGmAdE6TvZtTbcwZM+2H8zlfApyrSOXmDeWBJkAArO4IsTvex81SSvSVuSrIKuARYnSRpba4lgB5gI54ioy+NlLpuiK8PP4nBi/VEPiWXmlVcCFanTIUcmeogYT1GkD0g4t8YKii4UQBUZCeoLGp+ZPyxjLcJGjwWZmBZKlzp28qqw0tcxDcgQMJ8XaMtmQLz4TraPiIBJ7yThp6ckkn179mPPw+pBJyRztKmabsZXynzHffy/qT3xvmteoIF06V0kACYkmFY7SOn12wOhXYKWcqFeNQO+1jE39PQ4t1tNVVdS3nVC0i9jpkTzlSfcYpObi7YZQVpo5qnWZWOuNLG8SII2FrjHsPcTp3DjSyCzEC4Jnfp6d8exRPiVjOGS1RSak/dpmB3dh//Cn5thivkCaWhSRDagY2MmI+ce+NsrligCFiHA1MORL+Y3HTb2xpnMwFUld+W4uxifrjz5N8SSOqMUk31NeGUjUyykjz06jrJ3hoqH/2BxZ4YjU0JP3QVpk/1GT8vrftiVwjVR8VCAykK6wfwkK24H4pxc1zTdRHliLcwb/OcJqt2+hJxtV5nK57zZlATsCY264uFk02IUgNpsCPMFhhPT03xIzDzmkI5Lv6Tiyr2w71ZadOOHXudOm6uhL+LpqmuqTckMVHOFTl8NlWIBtiguZU0mqTamS8xuSHNhNrkRebYSrUbydjYj/H0xtQyw8Jgtg7CY6CT+eGXi5KKV95/LDqTnGNL07/AJC8Iz4rUQCxGqncRs0FWO95Jm5tynDVJFfS4LEQBARj8JDfdNjqmxkEcsTOH5MrSZQTOrSPRWPPuI+WMDKsI0tYk2YTB3G0WxReIcXS26dp9+ZtOckqexUoOJpr95V0wCfMSokSOYK7QZ9sBqOv8SrKBppqC0TcxUabmdyN+eAUahVXpEQZAY28+reBeBMW9Z3xitRdRqENqpgaZjkOtj+mF1Nec8N9u392T1Zy1FTMjPpXUtJgEx5RbzA2O1tg0ixMg2jbPZtA0vqBcgCFJAJVqfI38rbGL8+WJfCKgANMCGGoeoDdsWaC+ItwBfpP764aXi9SEqWy5Y8vwisNWbSaFauZnWKbFainSPLaNbOBM3kRMbmcUKtKNJvaorE6WCgAux858pEkwYEyMTl0K7g3WBy2AEA/OfkMatmkPlInblve1z/3gw8VqJ3vhe3p5jx1GnkHX4pTEEtUAOosNOxU0txqvGlrj8WCJxmidQDN/MAQQkkeUbX2MCeYmO+JlbSWLMZ0aoF7liBf1Aj3x5svoZaigAVPhE/DsL9SflbnvisfETXP28vwiL15x79PwdKtVRSq1GJ8yn7twrO7g79DBHVThWpmqb0TDN/psi25gIvW3mU2vv3wXjFMutQA+Wn4cDqZn62BxNCLQhYlgNRJ5sSIAjYAhfcTiC15tb/1VexCGtqShT5+1HqecSmpyzgxDKsatLSgm+qB55FwfLGFuFpoy7oAwAZnWTJC3X5Srf5nG+ap1XSQo1IQwYED5+sfPFTMoFZ02UoFEekewsT6k4SU7jXe5PVXyxQhmsxRlGrDz3cShI1GA0XgyVBAbmOdwcZPitNX0lfDUf6elfKwVlb7ogNqWSAIIaARY4n1al/DqixsGIDSLQCJ3HW+NERy4pqqkUy7CLSGFxc7COvLrjrWtKvm6eW2xeWtKrxZdr11RL6vKCF8oNyrQSJgeYzztHTBuD5/VS8z+YVGFwNtKysiIuRfeTifnSwJA3+9G3wgn13wfhkGmHN4qMWHXyqsHrIgHEZa85K55r75+4ktaeJPk39w+Zzfha9CkarkQy/CPu6SCZIubTa2NUzKoykjz1JYqUJBeP8AeJj4Vm3uZwpkKykujEgi5A6QQGB6/uMNV6xpKmgkxyMbG4HqCDfG/U6inb3/AOfivydD1JN8SY7l87TCBlC6QNQZgTJeCTck/FMqeguMRabJV8YTCGkiif6Hmfe1v+8O5bLEU6ijzBWZl1c1JMqf798C/h9alk0orgBYB6z5t4uItOJfFfC43i+/dnLHUlNcEuTOVHDvFLaSdQPmWJtuD+duxxZ4I0mCR5AFIv8ACQevQx9ca8NqKjywjlr/ALRf3x7P5gaiadiVADX3swkHlbFZylJcJRQSyOUnRCxIBVrHaCQdyOtox7C+UzqzdQJ5R9fXHsc0oO82HbFH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6082" name="Picture 2" descr="http://www.nutrifeed.in/data1/images/slide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" y="1295400"/>
            <a:ext cx="8915400" cy="227433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67000" y="0"/>
            <a:ext cx="3818674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/>
            <a:r>
              <a:rPr lang="en-IN" sz="4800" b="1" dirty="0" err="1" smtClean="0">
                <a:solidFill>
                  <a:srgbClr val="007400"/>
                </a:solidFill>
              </a:rPr>
              <a:t>हायब्रिड</a:t>
            </a:r>
            <a:r>
              <a:rPr lang="en-IN" sz="4800" b="1" dirty="0" smtClean="0">
                <a:solidFill>
                  <a:srgbClr val="007400"/>
                </a:solidFill>
              </a:rPr>
              <a:t> </a:t>
            </a:r>
            <a:r>
              <a:rPr lang="en-IN" sz="4800" b="1" dirty="0" err="1" smtClean="0">
                <a:solidFill>
                  <a:srgbClr val="007400"/>
                </a:solidFill>
              </a:rPr>
              <a:t>नेपीयर</a:t>
            </a:r>
            <a:endParaRPr lang="en-IN" sz="4800" b="1" dirty="0" smtClean="0">
              <a:solidFill>
                <a:srgbClr val="007400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6200" y="4114800"/>
          <a:ext cx="8915401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066800"/>
                <a:gridCol w="1295400"/>
                <a:gridCol w="1219200"/>
                <a:gridCol w="1219200"/>
                <a:gridCol w="1139953"/>
                <a:gridCol w="1069848"/>
              </a:tblGrid>
              <a:tr h="102362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प्रगत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जाती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एकरी</a:t>
                      </a:r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बेणे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पाण्याच्या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पाळया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कापणीसाठी</a:t>
                      </a:r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दिवस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कापण्या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एकरी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चारा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उत्पादन</a:t>
                      </a:r>
                      <a:endParaRPr lang="en-IN" sz="2400" dirty="0" smtClean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पेरणी</a:t>
                      </a:r>
                      <a:endParaRPr lang="en-IN" sz="2400" dirty="0" smtClean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</a:tr>
              <a:tr h="133858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सि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ओ – ४,</a:t>
                      </a:r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</a:p>
                    <a:p>
                      <a:pPr algn="ctr"/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सि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ओ – ५,</a:t>
                      </a:r>
                    </a:p>
                    <a:p>
                      <a:pPr algn="ctr"/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डी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एच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एन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-६</a:t>
                      </a:r>
                    </a:p>
                    <a:p>
                      <a:pPr algn="ctr"/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बि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एन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एच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-१०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६००० </a:t>
                      </a: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ते</a:t>
                      </a:r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</a:p>
                    <a:p>
                      <a:pPr algn="ctr"/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८०००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८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दिवस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प्रथम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६०दिवस</a:t>
                      </a:r>
                      <a:endParaRPr lang="en-IN" sz="2400" baseline="0" dirty="0" smtClean="0">
                        <a:solidFill>
                          <a:srgbClr val="007400"/>
                        </a:solidFill>
                      </a:endParaRPr>
                    </a:p>
                    <a:p>
                      <a:pPr algn="ctr"/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त्यांनंतर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४०दिवस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वर्षात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७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६०० </a:t>
                      </a: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ते</a:t>
                      </a:r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 ८०० </a:t>
                      </a: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क्वींटल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खरीप</a:t>
                      </a:r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/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000" baseline="0" dirty="0" err="1" smtClean="0">
                          <a:solidFill>
                            <a:srgbClr val="007400"/>
                          </a:solidFill>
                        </a:rPr>
                        <a:t>उन्हाळी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4034" name="AutoShape 2" descr="data:image/jpeg;base64,/9j/4AAQSkZJRgABAQAAAQABAAD/2wCEAAkGBxMTEhUTExMWFhUXGRobGBgYGB0gIBsiHRsaGyEgIRobHSggHiIlHyIfITEhJikrLi4uHSAzODMtNygtLisBCgoKDg0OGxAQGy0lICYtLS83Ly0tLS0vLS0yLS0tNS81Ly8tLS0vLTAvLS0tLS0tLS0tLS0vLS0tLS0tLS0tLf/AABEIAL8BBwMBIgACEQEDEQH/xAAbAAADAAMBAQAAAAAAAAAAAAADBAUBAgYAB//EADwQAAIBAgQEBAMGBQQDAQEBAAECEQMhAAQSMQVBUWETInGBMpGhBkJSscHwFCNi0eEzcoLxkqKyQ8Ik/8QAGQEAAwEBAQAAAAAAAAAAAAAAAQIDAAQF/8QALxEAAgIBAgQEBQQDAQAAAAAAAAECESEDMRJBUfAEYXGxEyKhwdEUgZHxIzLhM//aAAwDAQACEQMRAD8Ah5hRCneVUz0K+X8t8eZBGmLnmeUf9R74wqnwwV5N3jzDvPNT8/fGlFtxeLmfnPrttjwORP40+oWpkmCi+5vP/WMDLNHL+wHttjapVLASRaJJ7C//AFjM6QG0jUZO3afzxuLqdEPFdTRKZBAuLmY+g/fLDIpKGMNuPlseuN6ekjVAI3Fv3zn540y+XPmJuQLc5mD+/TCuYk/ENv5TVUgSAZWSNh7HqMZqIhDNef8AE/3GNVVixG1hHeBAn3wRiZgAwRPyIgYHGT+PO7GKuWBMjsN+kD9BgApjbcz/AIwbKmFneTAHpEn6fTG9KmCxk7m3tN/mPocLxsaPiJ9QNCleCoI/ftggVR5Qo3H5/v543emBtboY2gW9cBXqRybb0J+t/wBjGeo2NPxM2PEXibdxzxoak9IkbD9+l8auk+afYCevy/6wKnmQTHbmd5g2+uNxs36mfMO9ZhEAE25dZv35YxTqkiDG07Am/wD3hV/jUz5QTfuLjDiAGqLG8z8jbttjOTF+PO7PU3JItbfbpH6Y0q19M+3LmdsYFiuphfoed5vtcCMeFKTe4G5HKIP9/rgcbC9eZ6lUYrI2jbnYbd8DokqJN2mWMDcwPkLDBUYydPW30wOC+pdMQOlwZH1P77lSYq1ZBPG3O+k8u1sKeLqllMAC+3MgbDfkJwzSqADSJJv+Qnvv/wBYBXCr5l6Hbe0/ST6412aerxCudrtrU01DepgDyyeR9dumNa6VjBNTTYCEC23JuwPPpHLDWVoSqr/UZ94vt029ceyel2IM6dv7DGUmtiSZLzOSLaV8SqSQ0kuRCi5MLA3tfme2Hf4QBQDqUTaGIgfQn93xsSyksRGva17qdPtz9WOCsCFgvcWvECU9Oo+nfDS1GZSd2C8Miyuw7NDe0m/TngyEARE9J9uXb88YrrEMJNzHqJt++2NCS3lANvpNvzMn0wjmynxpLZm1IW+skDr6Y3K+bTHOLbmJ6+59sYoKGOsi4O87Ab4VaoarineJJbadO57dvfDKTbG/USNfDvYyAYEkQSLnaxA69t8DzOYIYrziwEAX9LYYHMfACLW+Hmf1xlBCwQNJEoZEW2gjeZiOuGUwfFkKJU1XNx9bi35HHsZy6EoxHlAggczcCSfc49jXXMC1ZrmeyGY8rAh+REj8JE39CfrjSuGSbDnqWRJ3EgT7xbblhpYWqoNiCRHWRpNjymMez6TpO5mZ7cvSLD/x6nBtXsQ3RqSjiVMzFwPa3qpJ7XGCeAwWIAPLtvf0i/phGrV8N9YvSJE8hzFuh3tz54oZmsN1M9OW9iOl956T0wHijDKQtBGJHNST1F/cXON0A06gZkH36fl+ePcCzAqKy7qYPOAQbjaNiDvjXNUgtydMMoJA6CJI59cTazTGMUANMXkNeef+P843VpN+nz5/r9MLFmYSDBty5Cbd9tj1PIYLlgdem23Pt+s/Q9sZrmYwCSxpx8BAvzHX5T8sMUk0RJ1PBA9R277YFmp8WoTsyqBHTUR+sn3xs9kBkQDJ5RzsfXA5hibZuj8RS8WMdYOFqNGTvsATHImAPb++CZptDMZOmSIjfr+R/YMK5evpYNyb97c7RjJGbzQzQfZZ3sPXcfPb64xmdKIG2LSCee9vblhc11ElbHkZtHKOvT9zjetVVxSvM6bARJJJiNhJGHUaBZvXlTDQqiwkW26c+Rn/ABhzhbjUgBgNOoHqWtP19z3wq761JIBKRYc1JAPyM/PA8krAgmxsyX3Ctt6/nIwORtjUZqGEzE2kXgE9fn6YKtYiYkW/O4v6Tg1CmjMVO06Ss/ECOR6g39QPTCiVP5mmLaluOYsd/n88Gk0Bs3q5wBwIuoJnlu1rcztHedsMpVnXMk6ai+oIIU+xG/cYj5hYqSPvNYct/wDH7nDGbdlLQJBDFhtAkR9AJHfDqPQzYRs0JYkjbl7C3UgHAmrBlA6SWIvyEjpAIA98ByyeUqw+BC0FRFydz6x3vbBKS0i4SGKXcgC7TEL72+RxuHIt2Ho1jrSLa5i+ymI23jp64HmqyqyLtLww7z2G2wvcY24itTUKwjSFjSOQgWgc7k+nPAfFUMHkNqQASBfv2YkDmdvbAcaMw1Wvrr1KYHlRGnnLWNunL5HBqQEDzWJuTubD9TPscLcCQlKj7uzR1idf6iMBFU6gljqCkHfe0DabkDsB2xnHka6yMpVEFSSIJMc7fptfAspVAYHUZgkzzExB6W5/ljHFHDCVg3CtFt4PyIj64TVhqK6rwCTHIki0ewjv6zowTNxFDM1v5cDYsZ/42A/X3GNuGFStQrYkEE7RI/WfywhmXnw6Y2Aj5yTHtGGqVJdIIAOpwBYbC9re3WJ741VgyeTSpmiagGkaG6nkOZvYY1y9QlyWH8sklViNLhYU26/2wvRqE5io29hEbTGog+4ONatQQQDA1XN+0AfT5jDNVhByPVqlyqnkQOcDVqv35egGPYS8bpZQP+v33x7E3F8gOQ/naX8yo34Xnc9jjNdxqZQCBIO3SBPeRbvbGisGHnPme/QHyTftIPyxtyWpPkdVANjcQD9Rh3YbNGVaiERJDEWHoRvy5R2OMZQAN4YmAsKPaBvtBvjNUiQ19Tc9je1wP3cYNXBB1LCgMdx8QtIgX2PzjC3yAxzhzCnUHl0r5QwHuuoD8xyGC8ReHBG4eCJ3kGP09xiUVcjcspgledp2bkRex6b4pUqmpbTIIljyAMifYke2BWbGTBLSuCtu34hv+pONqgIKVFmWYgg95B+sXwKpmwgYoPhCCQfxkCO0CO+DiqxHUyDeOjQbbjb/ALwtGsBmqkMYJOkLNpi4P9sequCQJgBojl8QBkfKPpzx7POuupYnUAZH9MMTbfpGCVYIbUVDBmM7/wBVjHPv2wYrFgTCZlQzsOduVlnymCfSTgNNVEapAKrvyIH3iN7iOW+NK8OCyyDBkDqAD84/TBapZmKnYKJBG41E+1ib8ow4WxQIU1K1xYGLgTJN/wB2+jFcnQlXSVOvUb9jA+REiPrhfOV/OFOxClY3Oq035729sEz9QNk6bCQrVDYnvtOKKNoBo1UKAAdx5rdPpve364AubPkBskkAATF5A6kCY9BPTGaqncoGRgSWvI2G/WDI5XmMas1M1EAMecMg7KZI9NN/WeuNGKBbHabmWtDAxI/4wfYb9g3KxNVtY8w2/Lykb/PEvNZpvEWppOrzDfcSpF/WJttg1DOlqbMB5kLLvYgVDI9dI+pwJQeAhcyp1tsGAsvM8v364C9jpqCTUktb4QIgA77DfvhfNVFdVZSWqyweeRggf8YiI/PfapmAVI3CrNt4LAfnywyjSFYCnm2AYA3qCFkiYBn/AORHrjOXLDUwBvKpbmBb6sf2MYySh6hQ84APL4h8jEj3bqMZMLSVUJ1GdY+RIA5xJk737YZqkKh/J5uU0Ey8iZ2I5mYsL8+3pgfEa0MpIIIFzHr3kDnJ79IwnSypWrRctKVDAK/dPmkGOnljscb8YrzWAMmAWgAxLSwDX2Ii3ecCs0PyGOGZgI1RBOmp5VI5HzHed7thhcmbMLnXaBt8LMO1xt3xCbNFdTmF5gd4BFhbn9cN5LONLVPEACy2kTsxAnqRMDbAcHuBO3QXNuA+0eTUfUCPpce4xKSoVqGWIJTYDmW2Hz36nFDPU/EkqyljpJiY2BJEi14tPIYBmsstIamBYoLNyvMRG9+f+MbTa2F3eAOXaxYwNINpsJMAe+3eO+HMtmQ3hn4bkqAZvJCmO5J9hhOlxFKhakFA1mFZF2jYlZAMHp0O+NDlQpKmBAJBmRAIAE/O554dw3sKwblTqLX/ANRj3JJNo537csUcoFFOoGWfEXSlrlrNfpE/U9MDyFKmaOsnzUjJtyLXmdxc+nvgi1Gc6zOkAqI3E7x3J8vvOEcshWKYrllUGWJ8O3qTHKOhx7A/4iVE+VTIBIB0wdpI2MEjHsbh6h2KIpqfiqEsxEQDNhERubSbYbFNHoKgINtKkSLrz2gR0xzuRYnSWY+K99I5KDAAPOIuBeeuH6OfJhSwYsWBuBJYKoJO5OoG4k+2DPTdmD5euNQRhHnIYMIg7/pI23HadTUYQSYmIE92/wAfIYHQBKEONb07gmSWsTBJ73Hb54Vr5ovdhpkE6QdQtY7W5RheG3jYA3SrFSV1mGMExvbeeVpG3Lvh3JEpO38xYKm0kbH3vfuTywhk2FRdVrCI2Gpov12BjpjTNMUcM7REETdp2gekG885wUrdGT5nsm5ZWuRFRUYRbeb95vvhnJZty7Mt2aHUMbG0mD7kXty2wlxmuUAo6ydJEnvq3PPYx/xGC1mFMKQLHkLDa5sDEX57xguH1C1RTas4qagIp2kPAKwLkNub+0Y2qMhDAgxvA6mIg25W5WwpUJqL4tMS2lVqo1wQJ0uOcyI+vPE/L5gldL3W5sNwDAH59DY+uFWmDYo18yihR11SZIuPKRaxvywfMZo+IQdyYuJ+6DB/LEDUzKwJIZWExGxBaw3JkAGMPcQdgyBgSwkNBMSByv0EYaWkgXgxVqmpWpk6QZMcgNOor/7k/linnl00E3hFeAI6gbxaAOQ+fODVqAhmYSpUewO5PviuzP4FNAfPLRB2vo94M/LDZGi9zVMz4dNQEUyLh7zyAImDYduW2HaOaqOqikwQvq0+VAQReNoiA3mHy6R87UQFmLJpXyH8QO1uQ5knl+TGTRhUp6dekNTI0r5SGiTqAsfMd+hxlHFhHF4rXL6NZB62iSDBFtiRbfphDK8dqt5amlgXhiUWwjoFvuMe4tTaiSyltAdp1DzWYREATEEg2m284mFfMzyDTLAyOszERad4tY4okmjOxypxSmgcPSEi6tTJEmy7MSNiOm3pg+U4ejUpptFU3Zfu87Ry3tci+IGYXUyiA150hgegJgGZ2+WHK3EzSdEIlqTNBWI0kifmb+h74ZwxgHqUDmdLeakVKiDa7E85HRbCOZwLiNSmz/yQYJ1AbfERAk9xPtG2KlfMU3QBifCqEDUN6bGZvyGwja55HELM8MZazUnBRQwuLA3AWDHPryk4lBp+RmVeDglW1p4bF9YDAhdQlS1xKyOfP64kcRk1ShVgwDCZgsoLAGPkw7Aeoxw3jA/iFpldNIDSQFI0mOXcHrOK9DP06pZat9JYI8eZQZsQPiW3SRaRucFqUZuTQXTOezL+QRJ+K/WBM33G2C5alGoQDCoJJkWA2HMzO9hfng+a4M66FYAASSUvbcm9zEb+mFssGV2UFV1q0TvzgCOYjFLTWGJRtxCoQSpMgKLWIMqGJM7kcvUY3ymaiEWQSBqBNhYhSOW1iI2kHDubzOoOFrhU1EFdMAhSVi4gm3PoMAd6Cw7AnaBcD2H9z1wrlSqv4M8YQlwuiwqsyxsII2E335QJvBOD5muo1LJCQIJ3B63sNRuRtbsMFHG4IFNdIJvaPUmP74AOIs7AMQRaxUETaRef39d87dtUvUxvlcyq2uORDXvtyi837Ww4nESGA+FJ+LcHc+99h6euE+KKjU0rUxpD61dZsrAi4nqJ+YxjOV4CCdLeGsiLLNrDqIn0OFcFKsGZYy2eM+GxBkap0nrEeW8i874xiLWrAkEDR8QhDcyQ3rPXrO2PYPw11Y6nHnY3w+kfDZSQaiMwBnkdLC/c8+2NsvUWQxP+mQXHMm7CSREHme84krnGK6UAhoO0TeLXkX5T0wxw5PLUEwdMCbncbf8AqPla+GlB5bA0VDnXV6kkHw1nbrG0bbQbcvXE5nUnxIgQ5kHmZGn/AMp9vfGzux1yRC0l1RBBhgvLrEn0M4NVCBWpimrMsNpDECQB8POwF7YVJRADyFVf5KM3md2MgTICje45g9f7DzKlgCGhIEC8wYgEfT1wfK1KYAJ1JokrqII30MR5Q07D3wvlWUmoCyHSfKotIa8HULzYyNiO+HrLZmg/EvOwOmdVJGJP4lRQVPTY98G4XFXUlQCFgTOzREAwJJ3jt7YBQYuGdzakkaQSCWlmP5Ge09MTeLMSELMfxBQADc7xyUbC14J5yWUb+UdKzpsnnaIIQEqzKQQgJUiNUFnh52IMjYWGFOKZoLTTSCXW5MRqsAdpCNuSJ7+gaVSmfDrAkjUoZl2NyCCGiJt2HyBCkIChNv8A9FAmQdovYgwP0uMJwK8ig8zXJqB5Bkgk/wDKCLbxI35H0w/xTN6lWttsDHbUD+f5YhU63lZfiFyp9tJ95g+i4o5asjkiIpsy26FQSfZgIPfDThVPoCSBVCRTLAMAwHxe4N+e3LrhqjxDV4QIuCJi3KwBNgLST1OJ2azTOSGnUW80DaCQI7AWA7YLkOH1Zo610rUJhgwMqLmYJAIA9b4ZwVOwpFnJEUqfiZhdTVCNFM3sLAkHYTywhX4/UaS9QxpMp8IG5hYPpFuWAcUzwrvKgm/kCj7toEE3O3TmO5U4nQFDyM1M1CIdAgPhyNtUiD6D/JjC9xqLv2mzGpWuATWNyeRWVNhYRaOgnErLHWAfMalPSCBedwJB30sAQDvMWxmq4dJAPmp0STciQugmItABvfCXDa2hzAkmYMb+VgLev64PBwxaRmjHGKRVzplZVXA20TuL9DaecDHs9rdAIJYAEEdDEgmLmb9sO8VBrUVrE+ZZp1D1IBZXttMEeoGNMvwzUvig6QigtquCNRBWeRgTz+L0w6fypsahvKZgIi0KqytXUGI+5BAVvmJ9+2Om8I1EpFi4NMtRqEcxp1oxBBBBAiSDc4+e5nMywjdViTeABsAep5+mPoP2UzQq5ZjEMFAIG0qdQsT0kD1xza0eBcQEjnBm6L1gtSmUcPC1KZi8x5lHpuPpgWapmlUUOtjBWol0eNwfrN5PfHuOZbwqniI0w2o7ghWJk+7AjsQR3wWrmCtWoopFsuZLKN9RMyk7MB0taDh0rrh6A4RnhWddyKdZgCAdLkgb/DpJ3MSO4ABuJwsUNWpIjxFEkiBr0+ZoiwcC5HMBo7pCiKACOHakxcrUUEMPh0sB1Ukyp3uOYOPUs5Up10II1hTIWACVU6fQMoUzbc4K06baDRJ1s5LEi0gMdvX9fU4yKjatDSQtvSN9/Tb1x0fFuGU3qr4Q0Fl1qhA0sZuk/dYNboe2OZqgXUowqLyJiw5EEb78+RGLwkpbDDlJFaFUtqPxAi9km3WYIjr9PUq2pSYVItF5EdSdzgOlmbxFFoMkGwsQAZ53jvynG5p2VVABa+8ATG5P7ucBrFE5IufxS1qdYCANSMBHNvjMdmP0tiRUz3mqlROswAeQOw78sNUqcIYK+dWBCkbxYFRdTI+vbE6lREMZ828dZ3v12xKEErNWA1KWbzEqvb93xnG2UWwnkLmPYW549gSdOkSococStFOjQIClj5CT15sNV4742ynFqjs2gBtVNiFgGIII3HoIM/THqrpTtTp6CYEGCx6SSSOWwPpyxnK0WWk9WsqKskiLeIYAQDTyUkyRtGDUauv5OgHw7N1Hcmp4Saw2plC3Ai06ov164DWqorlwXDM2oQQYJJPpvbcze3XfQdLVFjz01UAxGrtPMEbX3B5jEoGafl1qwEECd+dh+/rh4xTdmq8nSaop6vDIUtccv5liFJEHzaWjeSMJU6dIOPO1NjHxXERHxQItHxC3W2N8nnDTdpIgAaxpsdgdrFgfMOfxbYncQyraVER5oWSZhpIt0FxbCQjmhUslF9VOmyFSfMF08ydLTIgzyPeRBwvxfIVTWnSZIRfMY2VRzuZ39cUsrX8i0U1KFpDVW2tEt5xJKwdl22m+JedrIKpYIzMUABY7MUH3fqZPX1w8FTY22DfK5eplwyNRrGm6+aZCGO4m9t5nbFDNslyCdFYEzAI/CTbpqPaCd+SNPPVaQDLq1GC2kBVRoBOorEnsTF+e2B1OIs6g1KaupLMSLG3O1rWEEdJ5YEoybsElZs6toepU0qukAwt2cgiFgjkCxY8uV8CylRdDKov8TNeRcCfYx8zjHFMq7U6IpXUBmCj4vMS0wPihdIteAMB4XlmV9TVEWfIZME6hpIAAv19sPScbG4U0N5gnx9XNqZqR6A7+rDbvh3hmaI4dXlpK1LA7jWhk+/mwjSyjaKbm66SQxJ+AGTaNhB5TcYN9noY1KVPUPEgCYYWBUsNtg0wRy7YRxXB6V9GCKPcEbwMu2YYAuxNOgCLHq0dv07458M+omTJMszX3IuRcbnFP7W50PWCUzFOkAlMDnG5t3/LGQETLvVHmdiEho0hvK5IXoB1+UYrDC4nzHRoc4r0lJHmUsDaARDkCQQdz9cByOZ0XMyCBB/5fX264xkfNpmNJqpuTB+6TfsR6Xxk5FSmtzo+9EMWYSYMBbCOZ6YalsZpDFeqzNUU28shRsSGDG07b4rZCkyZGoSdOuooEiYOkG499u2JuaraPDrI16moBova172ixiOfrhriOdapkqICkjW7RtGkkLMctJ+mJSVpdL9v6F6EoopQxFyY2+EX9zEfTtjsfsLWYPUQrZl1TyJUgRPv9DjmuEZJSv86FSAQdRBmRaLgiOvMQMdVwyaGZpU1pKEYGX1lmaxIa0LBI5DEvENNNAe5vn8sHqEW+F02nUtQaVPYhgJ9TjkM9wyo5Apq15Jna28tsI33EY7GvRqF2VGAZGOn139wdiMSOKZSp4uhU0K51GbqxaAQ4O4nZlMAbiNp+Hm1gy8yZk8gr0jl/FQsPONJYgXIMEC+4mJtPQYxTzD0SIdWpsJRiQyyLkENZYNuRuMZ4fQCZvTEMAwhbrvpYe1x7Y14V4b0KysGprTdC3mn4tSEwRfkNPMxcRfp5vp+RqsJ5a+VilNOqNRFKZDAEM3hnflOgkneJwTjC+NlxXZlavl9NOsB0f4W7sLqY5+mJ+dU02SrSYNTWQrjdXufMDdTJkbgwIJxSrjxKVTMKAvj0ytZBYLVRpmOQcBm7HVjVw58+/p9QpcyJwtmsirrAl6gHQED/ANdx3OGmooHbUdKLsxBJY7jy2AtHoCJmcPcG4U6U3aGIK6dmWZ6Ej4QSLxe/LC/F8odRUrqgyDqBGmYmAJ5ATO3TGc1KbQrywOUC0nUnzMpAnkSx39v17YJlKQVXHlLFQBNxOoNeTawj1npgSEBkJcnfVA5Hymxt1jnjQ1CYPUgb7/2F/wDOA02IrGuIUWTTqXQN9UiOgAOxtj2Kf2VzgqM1CoQykkpI2i53x7HPLV+G+GSF4VzJWWqE1VY+afMoAHxdSRcROxPpE4pZmu1WkYDSra4UydB8jRp35NHXUeeJ1So5l6RQVGM2g2MmF1DnY+2PZQZtTM6HXzeZlHSLNy3MDocXkrd4LVZrR8zvRJMVF1KXBEN3nadjHUHlj1PKQqqDpsWrvfyfhExOr53btjGfVh52YoJsoOrUd/KsmAObTHTpipophW8VCxEKVXdoANj6AH2wZScaYG6OdYgsdMtcyxtHWx5HvHoMd1wPK03oZd2XUzuVktMATbpELEDEQ5GjXV2irSSIViF0LBkgkkXkSSPWb4t/Z9wMmadKoGamakaZ30yBe5ueXTEfEzbgqtO+8glk5v7TColatUZDpZomQQAJHLY2AIOF1jV5QNaqpW9ntbtqBt3vzF6efDVv5y+UlYrowOkMvO45gD3HfE/PLT0agxtIOhRyMzJNweVvunFdN4SNjYSy2QeSxLaD5rE6jcgDsWv+eHckyuajVHKCkZLpAVZIEDmxN7zMAm+GTxNXKKHKrouSL3EAmCYKj15d8a1MsVyiUtKqxdWqaiVUFgyqxMyfKAdPLVcXjDuV7j77m2cyjIVWmAQtLWtTcaTsQfh2AHUXxFVkMBhpZtmbbuDtEn73bvIvcOSaP8NrBZRrYqCfIWFl6iSGIA54KeEU1FZK2YpLqCgKKhOiD94hSFkwIub4WM6tMCF8y5HD11LBV3RgeUtq69Yt274W+y+SqAVaiyGK6KRNgS03v0AP/kMVsvV10TSSrSUAgBlZiTEgwWvswg22iw2o5+l4NNaYLeKQSqiC20szM5imoAEk3kGIAOF4nTiubNfI5E8MoBwhrnWPwr8/OTt0JUYpUeHg0lYDTSpl3MgsWnSogTzCx06DB/s9wKnTVs3XJ8IXQbliTe4+ITYdZwLinGKtadI8O8IgMGJiW0nfsRA5Tc4Mpycqi/377QWmIeMmnxPBUqoshvHKZBHP1thJ28fVopaTMs2vy9fMD07G2G62Uqv4aSpJkErBm8Wjccrc4w1xjhC5ekA5kkkmkhEkAC7nlBIsOvvh1JJ1zMsClBEKikn81hdSxIUSYOkDc+pgxtbFTi9GmqeIkAJpCowmXNzPoFPb54nfZzMNUzFJVARZMqvOPNc7nl8sPfarJPrcG2kqwPZ5Xr1A+XfCS/8ARRbBWSZWrsVqsxJ8VUKMYmNRP5gr2jpjpvszmT4a0yVLUiHQmT5FK+KswYsSQB+WOYOXJpksQgRlUDl5jqOnrcMewJGH8rWOXqqQ5/lqtY73DOqOnpB27HG1IqSpGq2dJx2rNSotMxUUqROzSDa3WBbta+Gsi6Z3LsjkCouzb6T1MRImzC3I2JtO4vmF15pQFnw0IY9i4AJ9RIOFeGZpqbrUKw8AuoNqiTDW2JG/qAZgnHKlce+gvMxxnLVlqs2mXEliCCRqudhIUmY1SIPykogpuWZh4b/GhHmN5so7qpDG1t8Uftaj06njU2K1aVtQ+/T3U9yARPUE9MA+0HDFdaVdQENUDWVNkcrq0kfhaCVI6MIOOnTeFb3wMupJzWaio7Ul/lhYZCIDLqFze8/iFwYI2BxU+z9FnKX1U3RlM8tN1n+oMSvWGMWOFatAtlGYgaqTAgg/dj6XLW7HFHg2fWhk6ewevW+QBUEx8h/ywdSVwqO919PwHkBXjtXM+LqAFELCgyAIYHUTziJPy54kZasC6uB8L2ItaJj5/wD0cbcUUUkemCOexFgXLAHnMAH5Dlgf2ey2rxm06hTplt4vBC+t8MoxjBtbAccMzxWqjPIBVWkOAI0sCRMdCIMdyOWFGy8tEk3IsNzitxGgphmJBlS5nYKYMdd/oMTDmi1TWvlDTAn4ZkRP698Ppu44MtsDnDGh1dd5In2/tjGH8rl0FCk2x1vPsAOvXHsc055wc89w/h0qUl6t2v8ADsO0EAbxecFrPRbz+AFUkAVGMknbSBfbtHLC2UpisyhKZDEeZnA8kQGJHU2I6k+sF4rTZj4aL4dKl5dbEAHymbkcjzHMnAf+1N55+n7F7AcLzoOtisCAoYgNG4UgG8XO++G6PDgh8XMuuimSxHNyxkX3EkASRMA7Yn8Iy6UwaodqkEU0ABI1bzETC/ng1TiGkotRVIcl6gYzadIMxFlBO2KNfN8pt3g9m8y1dx/LAJYGCJ0jciGsB6CfWce4ZV1UqqMy6QfMVCj7rExa5OnnjbiGUq5dHqg61fT4bLHwHdjAjYBZ7nE3Jsf4aoqqT5qbbXJYupH/AIkfXBUU448jKIvX427EEgFfwtcD53254fyC0HUq50sYmZgGQRb9iMSK2RiB4igmBpvMi2yz9YxVbhf8PTWtWqDxTpNOkBdgCPi7R++WKTjBJJY9BnFcg9LgeitSlkdXYCBsQ3lMEgA79TtglWjUzdd9AIIc+IzHyogBWQTyI1D274r8b4SuVqLWRwuWco6r0YHUqxu17iIgTO11s1xenpbLgikTBqbbmxEiPOtieUiOV5ccrvf7Atk9s2tNxTpU/wCXUbTUqtYvNoB3RFsYF7CemJNJNFKoGgs6WURb+ZTINv3EYSzWtanmmxtJ5b/L6Y6DhHDFfMhSCdNmn+mG+XL1jri7qKv9/wCAnSfZbh4oUfGqgFxZR/UTIHrJF/7YTy2lWrZusjMazmnRWfj85JtBhAFUTeQGEXuXj0GkiK0NRrUy9/vOtR49ZgdsI8bzQWNLE1Cp0AX0hokiNpUCPQdTHKrb82BdRf7TccY1QviHUm0KAFMT37QBYDckycScpSBIdWIqg6jOlhB52vINvQjbClWk4IiSal1PW/fn646L7LUjT116jA6RYtJHlm9rmBJjmdIx0NKEKQzeA9TL1KeXVqJ01G1+aOjGUXmhI2+Ui2ObFYEUmJJJLatr6rNPtpvjoePZ9jQ1AghmcrJWbMIgc4VmQnqe+IWUqeJsFLa4BZZu6m8CxbyQJtLTHTaKqLb8zJUslP7OcOdM1S1kKfM4A/2n8xf5dcO+MMzlGfUWNLWrciyn+Yu8xFwN4jCXDqnh5tnJl4qHedHkc6T37coxU+zRqNRzNV281Wk/hrYA6FmQBsJJGJajd8T8vdm3OX1gUKmxJqUwAeVnJM99/linlqXi0/FVCW8NhFyGs1o53H5dsTqlEU6KEy5rOxX0Glb9TBIHr2w/wqv4WXRwSWXMaCBtDrI+TID3vOLS2tdTVeStmKa1crWdb1Go0u1gJ2vz1c+WOf4DXLBU1MCG8hHIx9Ztbnpx1tDiNNFpZjTFGqpDLHw3OoegJN+mOG0NRzBRJlawCjrBMfmPniOgrjJCpWmjs+NVPETLsQIZCrFTKyCy/JgoIJ5Ab3xtw2igoAVjbT4aqbeJpOpTv92ANXdhzsDKKuvwviptKabXV2cq09FJi33WMYj8ZRqdTzyPCI0wBe4KmNt5BuOXXE1C3wp0as4KVDNjwqrMigGnTYqJMguynsBc7e+I3EcuF0AswOk6BbSFXzG/Um2H1ra4C+f+WVKHoGpsqk9It88b8byILIajfy6YZmiOULpE82I29cNFqM/XtAW9HPZrKuzVHPNp9SWj9cdR9mURaRsPM0EdQoM/I/XESoGzE1NMALAX8IA3Ufet+xY4fVD/AA2qbsAobadVz6Ww2t80eEMnyJvGM0KoZkBhXPrpt8oIn3xNoMCyjq22+5HacXOD0g5zAIOlUlzIPI6jO29x6YjZ3Kmi7L0Jv1AIAPUYvptZguQy6FXiSaLINS3Av+F9Mn1uffGcS6ubJZZBAURbfqfXHsZQpCuKfI6zhdQ0NVBSG0Kzu7CzERKgg2CiSSZNojHLCu9eoNbaiTzmwntyvjoslWD02I06/DFNgpUgeYLqJvqlSN5urdcKLTRdJpMCFs5Uxe5A2Nt+vqMQg1FvGQ2kxTPR4dJEI0qCfig3YiQsibKMWMzwpa5aCQyqqliDsVBDAeoYGJwvRy9Y1Ip6JABLTOhVLQxvHOR/ix+JZ6nTZ0py9RwQxJJJIkgdgCAAoIIkHfGleFHcD8hvhLoF/g2rTV1MaTQwFNr2LA7HpPrviZxREpM6FwAqoCoN51qx8q9RbcfXEzJ0nqFSPIpdRFMQNxc35dCZxU4rQNbXUgNmKSqHTm6EQHgbkSAR6dsMoVO2/wCw1k1+yvC6RrayRUpqGLEqQFsbeb979MbZ2rTqV3zD1gCDCrfyAbDVpPvA52N8C4RrKZhXqAt4ekKpBgEjUBHlBIERNsI57RzDAL8WxYkkxy0iYLE/1c7Ybh4pu35B5ne16iVeGUazMreDUBDeaLMyDeSTB52JAO2OPrfZ0UzqqWH4W1aoY+U2UiZ9j74p8NzitwfOIIUJUpsFJmA7U7H1IIxvx91D5bNBAaJorrgCST5oE31CQZ3ADdMS+eMqT3b9rM7IHGMvqgL5zOgNedRvp7zPTed98V+DVxSr5hmYSqwY5Mx83y09fu4n0Mp4fmNXShLMkbj7qsY2MGLREbjGn8LUFCpdfMUpq2wOxJ22gjFHUlQt3go8Fr+IaxYFtfgteY1SZ+hIwh9pFLZhKgkEixNtr9PwkfLFbhtRaVJnpwUXyifvGVBsebX9JA2GNOLZcTUIB0UdLFvvaShUAA9159cIpf5L5bd/QPMQ4LlzUolKYl1IKSJJkgGxsOXtqx7jlYKopoSZiWAnWFMkiORcFvRRhvhuZDVKcKArRSeJsHHnPWwKiegY88LcTpaKeXLKCQtRL7AoYM9Tf0wU/wDIDmSqkDLIJhhUeZ2ErT5RedINsM8IXw6FStYEQqGTGrkRG+kEnnhXMoWpWBlCSbbhiqib7yY7g9sXOMZbQq5VLmmgYD8TEFmBHcRb1xabpJef0GkQuHuz1pO7JVnufDfHRcK4iGzDIv8ApJl6iUx2Cgkk9Tp+WJmQyoRy5bSERhJvBKGDHPdj7HDnB8uwrhJnWGlifMSUdojlKwDPXE9SnfobcU4zTCU6arINIQr9izT78/fCfDE1ZWsATK1KLDb+sW732wzxQsClIJLWg82EadI7SGt2GBjLslKqttLqpUnezo2/OxPph4/6fv8Ac1lr7PhSAkhtXwdAfPYz1BjsYna0jitEIpzGo66rFUEQQFsx9dl+eC8BYzlpE669jexAUC/UmRfvgmYGqcuSC1NVAbqwueUxJ0nnhF8s2wbDXAB5BVJGlaWknbTBYEn0SBbrg+RVc5SETrSaT6t9LWRj3kKCe2NcjUpLlalEXqNQqu3b8I9SBMemIv2N4l4OcQ/caUeT908/YgH2wIxb4pLfkZLmW8rmAlOrVpqR5w19ysMFMfdupgHCDeItF2qebwjcG+pn06STzEQfc4s57JmnmM0kAqzUGUC1vOsfXf3xKFV2oZqjoWAEgA7eHpkSdyFH074RJXjy/gDSJnD67rWpVdWolhqHZrH2iB2x0PGc41PTSpKCoWSNIO5GmOlxiPw3h4XQzkEjV5Q3MR6iOfqAMPcVqEU8tUBFmOsnmV1tHXY2/wB2DqVKao27Qt9kssdGbk+UoKU92aBiVWpirUDAEBmI9QDM+umLdsVsvXNHKNYjxa5IHUBCB/7MD6jBTTXLUqbTI/nNtcF1VUtysfnh+KpN9X9hiLSyyMQXaILBtPUWmfcfPHseohFUvBiQrSeUSLCxuN+2MYduXKxW5LYrcDfWxCoFoorB6kRJsQ21oiQOQ33wtxHJV6lUoKbikhhS0wBNzq2YnrcnDme4pGXVUHhUw5CBTDVALcv6rlvbnh7h1JkoPWfzVbADmJNlkzeSJPftiLk43JLy/wCjPGxirWo0aRppV0t5QzXJ+S3MCxYRHIjmlWXLJFUO7u4JACjeInSTMA33mRF4OF8nw/U7F/iYxtMBfMwjnqXY/wB8K8Ty5evTpiyOECdApIAFuakmfXBhFJ1fmBLIzmHpU/Du4WNUcpmQAFsOUzhfI5zwa/iUxDTcNfc3U8vN8J7T1xrxp/FcgGwqFKfpZR9FB9zgtXLqtAuTNSo2peyloHuZnFFiOeYzVDebRUdny8CmoVh3BaSJ/pAI774zxaqqPEakrBoFvxSpk7cvywlXMtURoVWeFjmUhQPQix7kHlhniOXaqMsUXZWF7adLG5m4AAJvyGF4aq+8CtUH4dl2SlnVgMjUqTCfvFGptt2DGfbHmyzvQoAMScvV0kdCR4lvfy32g98UeCeWqyAKatOmyXNm1IGTbq0A74kcOzrTVo1CSxCtt8LIy8jz+Iz/AGwnFKV+VP7ewE2x/Muz06cINRQoQkTENAi4jVHzGAZygKVCnSPOGIk216gBO+y723wCozJQRif5h1La+5WBba4APe2B/aCPE0aohkpk90QIT85wYx5crAilLHIqyrpJqmABazltumn8sM0qwepV1JFE0AXYciHLKL2JiTHXBeK5er4OVoIYqMilukkSxNuk/LE/+KptWpCkymiraTaz1D5JIO4IYEHoGxPdP1ff4GRjiGf/AIemtVVCvVBFGmY/l0zuxH42nn3xLzGZ1UghugNWPWUO8dj9cLVWq5ltb3LGDNgLqAB00gz6YZFQMyrSEg6gAecgKTHKQNX/ACx0KCivMasYG/sfT8V2pi/lpD0AqoXj2J98L1+ITnq1Q3HiWIPJW0CP+OHfsjVCZp3WyImlecywaCesBj7Yi8EybVKtImPO+5i5EkjGdXJvp37AK/FMvprVUAmQsA85A2jkLwOpIwXhDFa1Oo3lNlWRYqoVNX1OH3yzOaFRDLIKlKOrL8E+x1T27YWpDU2bYyQlOlpEQRqIc23B3+eIJ3GvL/gIK8m9JAc1RrGdNMHcWktA9PM4Mdm6YW1ApSWoYVqlWmfmwA7Dzg+wwXg9Tx6TAHzGtKA2NgrhfYgj/keuB5Eq9HVW3XNGxsBFPn1skeu+CrWHyCzHBToXL6o0UtVU/wBTs+lPoyn59MRuC1Vap/MLR53BF2LaWgW/EY+QwzxKs38qnzdlYr0AJ0j1JLsfUdML8Ty38NWVQwLJpZiJsTB+lsWisPq77+pqsdzKwyZlY01AVcSLEgrt0KkG34TjTgHCnqs6mAolXqG8coneTIiN498WKeSFRmWqAlKvBQahqkC2kEbEA+aOYHWJlbijuoJXRTTUFpgxDi1+bMSV8x6HbE1JtUu+n4AtjqOIcQFUa1H+nUUEzcrII+oIg7WxJyFVQ9e8KArEj8TqQR8iB64NwDMTrpG8HfmeUnqJG/YdcDZKYUuvldkqlkEmdDaQw7jSJHv1xzK1cRCTw+gtNXI//M6WnmWVr/Mx7YaUoaTiJVKwUMNywSJ6W5HsMTqtUrTYXnVNT0Dtp9zMewxcyOURKRJ+FvEqgcpBpoO43a39sX1OrGYjnnU1qigBkpgKqG4ZpkewJM32UD0R4lWLU6VIOWQgsXA+JlBUiOYAW3qTjTNMC1dlYKNZA9AeUdmPrfGOIVAtGgAL3a29yAQD3JOKwjXD3yKcqEKlLSljJJFhtAXcjcTNvQ49g6I3hwFNtjBJ0tBA23kbxsfTGMXsZFcAM3jlY0nyqF7kBQD03jqZOKnByXzi0wx0U5Jm4JJQP35kD1xNUikjMNRZbKDzZvhtubz6gHD3B6RoHUbuabqzc/EdlgewBP8AxOOCb+R16LvvcqtL50Azc5V3YyXRoHcGqz/WmuFM9Rdc01IEWqeJTbaA8G3oIPqpw59saeupQ2iqiljz1ICp/frhvOcNNZco63qFFRmBv5fKT6DcnthuNJJvn3+RFp5JVPhhr1CRZEJAEbkCT2G4Hq2EuIZjxBmHZSL01W1hBPP6++Ol41UWiaVGksrJUzz0j8y1z/txhOGJUTS2o69wGgQgEQAjGfNy6DD6MnNpJf0sv2H09CWq20c7SpB9TVBJfyKBuxHmLC3WDJtBPoaXiMaSgJch1YAk+XVJ9S0C/PSeuMHg+quUTUVAAbXbSTJgEqrHywRpH0M4r8Ky9UBdYQAHSTqUKwEMpBm9tQtzBwdXiStK+2aehNrCOa4fndFWk8mXKT7aVHtILfLFXjLK2Z10/K2kK5ixYnSp91Kt6e+NeI/Z6o7MbIB8J1CyjY9r9Y/PB8hlKzsAyhYVVMsLlAVNp2ACidpFjjSja40hP0+phtP+DevlwlQSJRXo01nmQQzH1kgep7Yl8cyjtU0hTqqMIHdnM/3Pri/mMkajrcHTVRxcQYljEGSSGBt9MNVwA9AyC7MAhsRBs5kc9IKjux5jEYzlGm133uL8GSSbVAvtVUI8VU+I0wg7AC/z/Q44vJJ4TEMRFixH3WBGkz2a/pIx3Wdywq1qpBbVqZYLqCBGkkJpuLzveNxjmeG8CIqFqgD01DSNQHiQTG5sCfvGBIxfT05QtNZefMo/C6kOXmJ53LiidJhXZICmSFG0zeSwA35Yn5cFaqHYaww6RI59hIx0WS4fWqVHqMqSS2kagCPMV0hCZXaJ5R0wLN/Z+oZKBIJgjUBB6QTc39Rt0GGi3dND/p5OHFRMo1BR1JcTVAb0VG6/7/pg32XX/wD0UNyFL1I/4Lb6ROHuIfZoETRPmLNOt1uSENrA3lhz23xvwPhVVajPAVTQciWFiyiJEytm54bUT4H1a79xZeH1Fuh6nWCHMLsVHjLeIKyv1WflhTMVIyuarEf64ogemmPmJafTFoZWVJcoCUCvJE/eVh8w1/XEocOdcolJmE09ZKqw2KtBmYIL/wD1yxyQg6unuvp/SEhozy3F16E/7NZoQUVfhPiAgbHUT15qo+WKvE8nqWq6A6KppVBcRLJUBHSzCT/uxI4dw5lolxYajNwDpQ6n0gm50gAe+HspWZsqKROoisRPIqxLesET/wCWH1lT4l33ROcKVsV4VTV6prMAERvK2oAMQLCY+EWvyA+SOtFLbPX1zLCVBPQN8cdWtfY74ucR4fQCJRdyoUkCHCAtYtujCxIEsQJONcxw0VwhpsuqkwXVNqigK+oET5lHlYgkbXvivDJU3z5c0uRZ+G1EvPpzE6WeatSCFj4wd/DdrmRDaZPUMQB1tghyqOqrs9RyZU21qCYPIbz3t0w7S4chqOxVgwqvo0vaCoYOPI0kjaPzxTqcOpinTaCv8xpmRBeb6mQQBf7vPC/DnjhW+23fIMfCzkljcgZBTl28QgFNRDgTsd/zJ6WF8b/aI1KVUGmAdE6TvZtTbcwZM+2H8zlfApyrSOXmDeWBJkAArO4IsTvex81SSvSVuSrIKuARYnSRpba4lgB5gI54ioy+NlLpuiK8PP4nBi/VEPiWXmlVcCFanTIUcmeogYT1GkD0g4t8YKii4UQBUZCeoLGp+ZPyxjLcJGjwWZmBZKlzp28qqw0tcxDcgQMJ8XaMtmQLz4TraPiIBJ7yThp6ckkn179mPPw+pBJyRztKmabsZXynzHffy/qT3xvmteoIF06V0kACYkmFY7SOn12wOhXYKWcqFeNQO+1jE39PQ4t1tNVVdS3nVC0i9jpkTzlSfcYpObi7YZQVpo5qnWZWOuNLG8SII2FrjHsPcTp3DjSyCzEC4Jnfp6d8exRPiVjOGS1RSak/dpmB3dh//Cn5thivkCaWhSRDagY2MmI+ce+NsrligCFiHA1MORL+Y3HTb2xpnMwFUld+W4uxifrjz5N8SSOqMUk31NeGUjUyykjz06jrJ3hoqH/2BxZ4YjU0JP3QVpk/1GT8vrftiVwjVR8VCAykK6wfwkK24H4pxc1zTdRHliLcwb/OcJqt2+hJxtV5nK57zZlATsCY264uFk02IUgNpsCPMFhhPT03xIzDzmkI5Lv6Tiyr2w71ZadOOHXudOm6uhL+LpqmuqTckMVHOFTl8NlWIBtiguZU0mqTamS8xuSHNhNrkRebYSrUbydjYj/H0xtQyw8Jgtg7CY6CT+eGXi5KKV95/LDqTnGNL07/AJC8Iz4rUQCxGqncRs0FWO95Jm5tynDVJFfS4LEQBARj8JDfdNjqmxkEcsTOH5MrSZQTOrSPRWPPuI+WMDKsI0tYk2YTB3G0WxReIcXS26dp9+ZtOckqexUoOJpr95V0wCfMSokSOYK7QZ9sBqOv8SrKBppqC0TcxUabmdyN+eAUahVXpEQZAY28+reBeBMW9Z3xitRdRqENqpgaZjkOtj+mF1Nec8N9u392T1Zy1FTMjPpXUtJgEx5RbzA2O1tg0ixMg2jbPZtA0vqBcgCFJAJVqfI38rbGL8+WJfCKgANMCGGoeoDdsWaC+ItwBfpP764aXi9SEqWy5Y8vwisNWbSaFauZnWKbFainSPLaNbOBM3kRMbmcUKtKNJvaorE6WCgAux858pEkwYEyMTl0K7g3WBy2AEA/OfkMatmkPlInblve1z/3gw8VqJ3vhe3p5jx1GnkHX4pTEEtUAOosNOxU0txqvGlrj8WCJxmidQDN/MAQQkkeUbX2MCeYmO+JlbSWLMZ0aoF7liBf1Aj3x5svoZaigAVPhE/DsL9SflbnvisfETXP28vwiL15x79PwdKtVRSq1GJ8yn7twrO7g79DBHVThWpmqb0TDN/psi25gIvW3mU2vv3wXjFMutQA+Wn4cDqZn62BxNCLQhYlgNRJ5sSIAjYAhfcTiC15tb/1VexCGtqShT5+1HqecSmpyzgxDKsatLSgm+qB55FwfLGFuFpoy7oAwAZnWTJC3X5Srf5nG+ap1XSQo1IQwYED5+sfPFTMoFZ02UoFEekewsT6k4SU7jXe5PVXyxQhmsxRlGrDz3cShI1GA0XgyVBAbmOdwcZPitNX0lfDUf6elfKwVlb7ogNqWSAIIaARY4n1al/DqixsGIDSLQCJ3HW+NERy4pqqkUy7CLSGFxc7COvLrjrWtKvm6eW2xeWtKrxZdr11RL6vKCF8oNyrQSJgeYzztHTBuD5/VS8z+YVGFwNtKysiIuRfeTifnSwJA3+9G3wgn13wfhkGmHN4qMWHXyqsHrIgHEZa85K55r75+4ktaeJPk39w+Zzfha9CkarkQy/CPu6SCZIubTa2NUzKoykjz1JYqUJBeP8AeJj4Vm3uZwpkKykujEgi5A6QQGB6/uMNV6xpKmgkxyMbG4HqCDfG/U6inb3/AOfivydD1JN8SY7l87TCBlC6QNQZgTJeCTck/FMqeguMRabJV8YTCGkiif6Hmfe1v+8O5bLEU6ijzBWZl1c1JMqf798C/h9alk0orgBYB6z5t4uItOJfFfC43i+/dnLHUlNcEuTOVHDvFLaSdQPmWJtuD+duxxZ4I0mCR5AFIv8ACQevQx9ca8NqKjywjlr/ALRf3x7P5gaiadiVADX3swkHlbFZylJcJRQSyOUnRCxIBVrHaCQdyOtox7C+UzqzdQJ5R9fXHsc0oO82HbFH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7106" name="Picture 2" descr="http://agritech.tnau.ac.in/agriculture/CropProduction/Forage%20Crops/forage-images/cumbu%20napier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28800" y="914400"/>
            <a:ext cx="5181600" cy="308997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67000" y="0"/>
            <a:ext cx="2762295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/>
            <a:r>
              <a:rPr lang="en-IN" sz="4800" b="1" dirty="0" err="1" smtClean="0">
                <a:solidFill>
                  <a:srgbClr val="007400"/>
                </a:solidFill>
              </a:rPr>
              <a:t>गिनी</a:t>
            </a:r>
            <a:r>
              <a:rPr lang="en-IN" sz="4800" b="1" dirty="0" smtClean="0">
                <a:solidFill>
                  <a:srgbClr val="007400"/>
                </a:solidFill>
              </a:rPr>
              <a:t> </a:t>
            </a:r>
            <a:r>
              <a:rPr lang="en-IN" sz="4800" b="1" dirty="0" err="1" smtClean="0">
                <a:solidFill>
                  <a:srgbClr val="007400"/>
                </a:solidFill>
              </a:rPr>
              <a:t>गवत</a:t>
            </a:r>
            <a:endParaRPr lang="en-IN" sz="4800" b="1" dirty="0" smtClean="0">
              <a:solidFill>
                <a:srgbClr val="007400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6200" y="4114800"/>
          <a:ext cx="8915401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/>
                <a:gridCol w="990600"/>
                <a:gridCol w="1295400"/>
                <a:gridCol w="1219200"/>
                <a:gridCol w="1219200"/>
                <a:gridCol w="1139953"/>
                <a:gridCol w="1069848"/>
              </a:tblGrid>
              <a:tr h="102362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प्रगत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जाती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एकरी</a:t>
                      </a:r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रोप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पाण्याच्या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पाळया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कापणीसाठी</a:t>
                      </a:r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दिवस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कापण्या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एकरी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चारा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उत्पादन</a:t>
                      </a:r>
                      <a:endParaRPr lang="en-IN" sz="2400" dirty="0" smtClean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पेरणी</a:t>
                      </a:r>
                      <a:endParaRPr lang="en-IN" sz="2400" dirty="0" smtClean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</a:tr>
              <a:tr h="1338580">
                <a:tc>
                  <a:txBody>
                    <a:bodyPr/>
                    <a:lstStyle/>
                    <a:p>
                      <a:pPr algn="ctr"/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बुंदेल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गिनी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-१,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बुंदेल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गिनी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-२</a:t>
                      </a:r>
                    </a:p>
                    <a:p>
                      <a:pPr algn="ctr"/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रिवर्सडेल</a:t>
                      </a:r>
                      <a:endParaRPr lang="en-IN" sz="2400" baseline="0" dirty="0" smtClean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१००००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ते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१२०००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१०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दिवस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प्रथम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६०दिवस</a:t>
                      </a:r>
                      <a:endParaRPr lang="en-IN" sz="2400" baseline="0" dirty="0" smtClean="0">
                        <a:solidFill>
                          <a:srgbClr val="007400"/>
                        </a:solidFill>
                      </a:endParaRPr>
                    </a:p>
                    <a:p>
                      <a:pPr algn="ctr"/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त्यांनंतर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५०दिवस</a:t>
                      </a:r>
                      <a:endParaRPr lang="en-IN" sz="2400" dirty="0" smtClean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वर्षात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६</a:t>
                      </a:r>
                      <a:endParaRPr lang="en-IN" sz="2400" dirty="0" smtClean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३०० </a:t>
                      </a: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क्वींटल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dirty="0" err="1" smtClean="0">
                          <a:solidFill>
                            <a:srgbClr val="007400"/>
                          </a:solidFill>
                        </a:rPr>
                        <a:t>खरीप</a:t>
                      </a:r>
                      <a:r>
                        <a:rPr lang="en-IN" sz="2800" dirty="0" smtClean="0">
                          <a:solidFill>
                            <a:srgbClr val="007400"/>
                          </a:solidFill>
                        </a:rPr>
                        <a:t>/</a:t>
                      </a:r>
                      <a:r>
                        <a:rPr lang="en-IN" sz="28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000" baseline="0" dirty="0" err="1" smtClean="0">
                          <a:solidFill>
                            <a:srgbClr val="007400"/>
                          </a:solidFill>
                        </a:rPr>
                        <a:t>उन्हाळी</a:t>
                      </a:r>
                      <a:endParaRPr lang="en-IN" sz="2800" dirty="0" smtClean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4034" name="AutoShape 2" descr="data:image/jpeg;base64,/9j/4AAQSkZJRgABAQAAAQABAAD/2wCEAAkGBxMTEhUTExMWFhUXGRobGBgYGB0gIBsiHRsaGyEgIRobHSggHiIlHyIfITEhJikrLi4uHSAzODMtNygtLisBCgoKDg0OGxAQGy0lICYtLS83Ly0tLS0vLS0yLS0tNS81Ly8tLS0vLTAvLS0tLS0tLS0tLS0vLS0tLS0tLS0tLf/AABEIAL8BBwMBIgACEQEDEQH/xAAbAAADAAMBAQAAAAAAAAAAAAADBAUBAgYAB//EADwQAAIBAgQEBAMGBQQDAQEBAAECEQMhAAQSMQVBUWETInGBMpGhBkJSscHwFCNi0eEzcoLxkqKyQ8Ik/8QAGQEAAwEBAQAAAAAAAAAAAAAAAQIDAAQF/8QALxEAAgIBAgQEBQQDAQAAAAAAAAECESEDMRJBUfAEYXGxEyKhwdEUgZHxIzLhM//aAAwDAQACEQMRAD8Ah5hRCneVUz0K+X8t8eZBGmLnmeUf9R74wqnwwV5N3jzDvPNT8/fGlFtxeLmfnPrttjwORP40+oWpkmCi+5vP/WMDLNHL+wHttjapVLASRaJJ7C//AFjM6QG0jUZO3afzxuLqdEPFdTRKZBAuLmY+g/fLDIpKGMNuPlseuN6ekjVAI3Fv3zn540y+XPmJuQLc5mD+/TCuYk/ENv5TVUgSAZWSNh7HqMZqIhDNef8AE/3GNVVixG1hHeBAn3wRiZgAwRPyIgYHGT+PO7GKuWBMjsN+kD9BgApjbcz/AIwbKmFneTAHpEn6fTG9KmCxk7m3tN/mPocLxsaPiJ9QNCleCoI/ftggVR5Qo3H5/v543emBtboY2gW9cBXqRybb0J+t/wBjGeo2NPxM2PEXibdxzxoak9IkbD9+l8auk+afYCevy/6wKnmQTHbmd5g2+uNxs36mfMO9ZhEAE25dZv35YxTqkiDG07Am/wD3hV/jUz5QTfuLjDiAGqLG8z8jbttjOTF+PO7PU3JItbfbpH6Y0q19M+3LmdsYFiuphfoed5vtcCMeFKTe4G5HKIP9/rgcbC9eZ6lUYrI2jbnYbd8DokqJN2mWMDcwPkLDBUYydPW30wOC+pdMQOlwZH1P77lSYq1ZBPG3O+k8u1sKeLqllMAC+3MgbDfkJwzSqADSJJv+Qnvv/wBYBXCr5l6Hbe0/ST6412aerxCudrtrU01DepgDyyeR9dumNa6VjBNTTYCEC23JuwPPpHLDWVoSqr/UZ94vt029ceyel2IM6dv7DGUmtiSZLzOSLaV8SqSQ0kuRCi5MLA3tfme2Hf4QBQDqUTaGIgfQn93xsSyksRGva17qdPtz9WOCsCFgvcWvECU9Oo+nfDS1GZSd2C8Miyuw7NDe0m/TngyEARE9J9uXb88YrrEMJNzHqJt++2NCS3lANvpNvzMn0wjmynxpLZm1IW+skDr6Y3K+bTHOLbmJ6+59sYoKGOsi4O87Ab4VaoarineJJbadO57dvfDKTbG/USNfDvYyAYEkQSLnaxA69t8DzOYIYrziwEAX9LYYHMfACLW+Hmf1xlBCwQNJEoZEW2gjeZiOuGUwfFkKJU1XNx9bi35HHsZy6EoxHlAggczcCSfc49jXXMC1ZrmeyGY8rAh+REj8JE39CfrjSuGSbDnqWRJ3EgT7xbblhpYWqoNiCRHWRpNjymMez6TpO5mZ7cvSLD/x6nBtXsQ3RqSjiVMzFwPa3qpJ7XGCeAwWIAPLtvf0i/phGrV8N9YvSJE8hzFuh3tz54oZmsN1M9OW9iOl956T0wHijDKQtBGJHNST1F/cXON0A06gZkH36fl+ePcCzAqKy7qYPOAQbjaNiDvjXNUgtydMMoJA6CJI59cTazTGMUANMXkNeef+P843VpN+nz5/r9MLFmYSDBty5Cbd9tj1PIYLlgdem23Pt+s/Q9sZrmYwCSxpx8BAvzHX5T8sMUk0RJ1PBA9R277YFmp8WoTsyqBHTUR+sn3xs9kBkQDJ5RzsfXA5hibZuj8RS8WMdYOFqNGTvsATHImAPb++CZptDMZOmSIjfr+R/YMK5evpYNyb97c7RjJGbzQzQfZZ3sPXcfPb64xmdKIG2LSCee9vblhc11ElbHkZtHKOvT9zjetVVxSvM6bARJJJiNhJGHUaBZvXlTDQqiwkW26c+Rn/ABhzhbjUgBgNOoHqWtP19z3wq761JIBKRYc1JAPyM/PA8krAgmxsyX3Ctt6/nIwORtjUZqGEzE2kXgE9fn6YKtYiYkW/O4v6Tg1CmjMVO06Ss/ECOR6g39QPTCiVP5mmLaluOYsd/n88Gk0Bs3q5wBwIuoJnlu1rcztHedsMpVnXMk6ai+oIIU+xG/cYj5hYqSPvNYct/wDH7nDGbdlLQJBDFhtAkR9AJHfDqPQzYRs0JYkjbl7C3UgHAmrBlA6SWIvyEjpAIA98ByyeUqw+BC0FRFydz6x3vbBKS0i4SGKXcgC7TEL72+RxuHIt2Ho1jrSLa5i+ymI23jp64HmqyqyLtLww7z2G2wvcY24itTUKwjSFjSOQgWgc7k+nPAfFUMHkNqQASBfv2YkDmdvbAcaMw1Wvrr1KYHlRGnnLWNunL5HBqQEDzWJuTubD9TPscLcCQlKj7uzR1idf6iMBFU6gljqCkHfe0DabkDsB2xnHka6yMpVEFSSIJMc7fptfAspVAYHUZgkzzExB6W5/ljHFHDCVg3CtFt4PyIj64TVhqK6rwCTHIki0ewjv6zowTNxFDM1v5cDYsZ/42A/X3GNuGFStQrYkEE7RI/WfywhmXnw6Y2Aj5yTHtGGqVJdIIAOpwBYbC9re3WJ741VgyeTSpmiagGkaG6nkOZvYY1y9QlyWH8sklViNLhYU26/2wvRqE5io29hEbTGog+4ONatQQQDA1XN+0AfT5jDNVhByPVqlyqnkQOcDVqv35egGPYS8bpZQP+v33x7E3F8gOQ/naX8yo34Xnc9jjNdxqZQCBIO3SBPeRbvbGisGHnPme/QHyTftIPyxtyWpPkdVANjcQD9Rh3YbNGVaiERJDEWHoRvy5R2OMZQAN4YmAsKPaBvtBvjNUiQ19Tc9je1wP3cYNXBB1LCgMdx8QtIgX2PzjC3yAxzhzCnUHl0r5QwHuuoD8xyGC8ReHBG4eCJ3kGP09xiUVcjcspgledp2bkRex6b4pUqmpbTIIljyAMifYke2BWbGTBLSuCtu34hv+pONqgIKVFmWYgg95B+sXwKpmwgYoPhCCQfxkCO0CO+DiqxHUyDeOjQbbjb/ALwtGsBmqkMYJOkLNpi4P9sequCQJgBojl8QBkfKPpzx7POuupYnUAZH9MMTbfpGCVYIbUVDBmM7/wBVjHPv2wYrFgTCZlQzsOduVlnymCfSTgNNVEapAKrvyIH3iN7iOW+NK8OCyyDBkDqAD84/TBapZmKnYKJBG41E+1ib8ow4WxQIU1K1xYGLgTJN/wB2+jFcnQlXSVOvUb9jA+REiPrhfOV/OFOxClY3Oq035729sEz9QNk6bCQrVDYnvtOKKNoBo1UKAAdx5rdPpve364AubPkBskkAATF5A6kCY9BPTGaqncoGRgSWvI2G/WDI5XmMas1M1EAMecMg7KZI9NN/WeuNGKBbHabmWtDAxI/4wfYb9g3KxNVtY8w2/Lykb/PEvNZpvEWppOrzDfcSpF/WJttg1DOlqbMB5kLLvYgVDI9dI+pwJQeAhcyp1tsGAsvM8v364C9jpqCTUktb4QIgA77DfvhfNVFdVZSWqyweeRggf8YiI/PfapmAVI3CrNt4LAfnywyjSFYCnm2AYA3qCFkiYBn/AORHrjOXLDUwBvKpbmBb6sf2MYySh6hQ84APL4h8jEj3bqMZMLSVUJ1GdY+RIA5xJk737YZqkKh/J5uU0Ey8iZ2I5mYsL8+3pgfEa0MpIIIFzHr3kDnJ79IwnSypWrRctKVDAK/dPmkGOnljscb8YrzWAMmAWgAxLSwDX2Ii3ecCs0PyGOGZgI1RBOmp5VI5HzHed7thhcmbMLnXaBt8LMO1xt3xCbNFdTmF5gd4BFhbn9cN5LONLVPEACy2kTsxAnqRMDbAcHuBO3QXNuA+0eTUfUCPpce4xKSoVqGWIJTYDmW2Hz36nFDPU/EkqyljpJiY2BJEi14tPIYBmsstIamBYoLNyvMRG9+f+MbTa2F3eAOXaxYwNINpsJMAe+3eO+HMtmQ3hn4bkqAZvJCmO5J9hhOlxFKhakFA1mFZF2jYlZAMHp0O+NDlQpKmBAJBmRAIAE/O554dw3sKwblTqLX/ANRj3JJNo537csUcoFFOoGWfEXSlrlrNfpE/U9MDyFKmaOsnzUjJtyLXmdxc+nvgi1Gc6zOkAqI3E7x3J8vvOEcshWKYrllUGWJ8O3qTHKOhx7A/4iVE+VTIBIB0wdpI2MEjHsbh6h2KIpqfiqEsxEQDNhERubSbYbFNHoKgINtKkSLrz2gR0xzuRYnSWY+K99I5KDAAPOIuBeeuH6OfJhSwYsWBuBJYKoJO5OoG4k+2DPTdmD5euNQRhHnIYMIg7/pI23HadTUYQSYmIE92/wAfIYHQBKEONb07gmSWsTBJ73Hb54Vr5ovdhpkE6QdQtY7W5RheG3jYA3SrFSV1mGMExvbeeVpG3Lvh3JEpO38xYKm0kbH3vfuTywhk2FRdVrCI2Gpov12BjpjTNMUcM7REETdp2gekG885wUrdGT5nsm5ZWuRFRUYRbeb95vvhnJZty7Mt2aHUMbG0mD7kXty2wlxmuUAo6ydJEnvq3PPYx/xGC1mFMKQLHkLDa5sDEX57xguH1C1RTas4qagIp2kPAKwLkNub+0Y2qMhDAgxvA6mIg25W5WwpUJqL4tMS2lVqo1wQJ0uOcyI+vPE/L5gldL3W5sNwDAH59DY+uFWmDYo18yihR11SZIuPKRaxvywfMZo+IQdyYuJ+6DB/LEDUzKwJIZWExGxBaw3JkAGMPcQdgyBgSwkNBMSByv0EYaWkgXgxVqmpWpk6QZMcgNOor/7k/linnl00E3hFeAI6gbxaAOQ+fODVqAhmYSpUewO5PviuzP4FNAfPLRB2vo94M/LDZGi9zVMz4dNQEUyLh7zyAImDYduW2HaOaqOqikwQvq0+VAQReNoiA3mHy6R87UQFmLJpXyH8QO1uQ5knl+TGTRhUp6dekNTI0r5SGiTqAsfMd+hxlHFhHF4rXL6NZB62iSDBFtiRbfphDK8dqt5amlgXhiUWwjoFvuMe4tTaiSyltAdp1DzWYREATEEg2m284mFfMzyDTLAyOszERad4tY4okmjOxypxSmgcPSEi6tTJEmy7MSNiOm3pg+U4ejUpptFU3Zfu87Ry3tci+IGYXUyiA150hgegJgGZ2+WHK3EzSdEIlqTNBWI0kifmb+h74ZwxgHqUDmdLeakVKiDa7E85HRbCOZwLiNSmz/yQYJ1AbfERAk9xPtG2KlfMU3QBifCqEDUN6bGZvyGwja55HELM8MZazUnBRQwuLA3AWDHPryk4lBp+RmVeDglW1p4bF9YDAhdQlS1xKyOfP64kcRk1ShVgwDCZgsoLAGPkw7Aeoxw3jA/iFpldNIDSQFI0mOXcHrOK9DP06pZat9JYI8eZQZsQPiW3SRaRucFqUZuTQXTOezL+QRJ+K/WBM33G2C5alGoQDCoJJkWA2HMzO9hfng+a4M66FYAASSUvbcm9zEb+mFssGV2UFV1q0TvzgCOYjFLTWGJRtxCoQSpMgKLWIMqGJM7kcvUY3ymaiEWQSBqBNhYhSOW1iI2kHDubzOoOFrhU1EFdMAhSVi4gm3PoMAd6Cw7AnaBcD2H9z1wrlSqv4M8YQlwuiwqsyxsII2E335QJvBOD5muo1LJCQIJ3B63sNRuRtbsMFHG4IFNdIJvaPUmP74AOIs7AMQRaxUETaRef39d87dtUvUxvlcyq2uORDXvtyi837Ww4nESGA+FJ+LcHc+99h6euE+KKjU0rUxpD61dZsrAi4nqJ+YxjOV4CCdLeGsiLLNrDqIn0OFcFKsGZYy2eM+GxBkap0nrEeW8i874xiLWrAkEDR8QhDcyQ3rPXrO2PYPw11Y6nHnY3w+kfDZSQaiMwBnkdLC/c8+2NsvUWQxP+mQXHMm7CSREHme84krnGK6UAhoO0TeLXkX5T0wxw5PLUEwdMCbncbf8AqPla+GlB5bA0VDnXV6kkHw1nbrG0bbQbcvXE5nUnxIgQ5kHmZGn/AMp9vfGzux1yRC0l1RBBhgvLrEn0M4NVCBWpimrMsNpDECQB8POwF7YVJRADyFVf5KM3md2MgTICje45g9f7DzKlgCGhIEC8wYgEfT1wfK1KYAJ1JokrqII30MR5Q07D3wvlWUmoCyHSfKotIa8HULzYyNiO+HrLZmg/EvOwOmdVJGJP4lRQVPTY98G4XFXUlQCFgTOzREAwJJ3jt7YBQYuGdzakkaQSCWlmP5Ge09MTeLMSELMfxBQADc7xyUbC14J5yWUb+UdKzpsnnaIIQEqzKQQgJUiNUFnh52IMjYWGFOKZoLTTSCXW5MRqsAdpCNuSJ7+gaVSmfDrAkjUoZl2NyCCGiJt2HyBCkIChNv8A9FAmQdovYgwP0uMJwK8ig8zXJqB5Bkgk/wDKCLbxI35H0w/xTN6lWttsDHbUD+f5YhU63lZfiFyp9tJ95g+i4o5asjkiIpsy26FQSfZgIPfDThVPoCSBVCRTLAMAwHxe4N+e3LrhqjxDV4QIuCJi3KwBNgLST1OJ2azTOSGnUW80DaCQI7AWA7YLkOH1Zo610rUJhgwMqLmYJAIA9b4ZwVOwpFnJEUqfiZhdTVCNFM3sLAkHYTywhX4/UaS9QxpMp8IG5hYPpFuWAcUzwrvKgm/kCj7toEE3O3TmO5U4nQFDyM1M1CIdAgPhyNtUiD6D/JjC9xqLv2mzGpWuATWNyeRWVNhYRaOgnErLHWAfMalPSCBedwJB30sAQDvMWxmq4dJAPmp0STciQugmItABvfCXDa2hzAkmYMb+VgLev64PBwxaRmjHGKRVzplZVXA20TuL9DaecDHs9rdAIJYAEEdDEgmLmb9sO8VBrUVrE+ZZp1D1IBZXttMEeoGNMvwzUvig6QigtquCNRBWeRgTz+L0w6fypsahvKZgIi0KqytXUGI+5BAVvmJ9+2Om8I1EpFi4NMtRqEcxp1oxBBBBAiSDc4+e5nMywjdViTeABsAep5+mPoP2UzQq5ZjEMFAIG0qdQsT0kD1xza0eBcQEjnBm6L1gtSmUcPC1KZi8x5lHpuPpgWapmlUUOtjBWol0eNwfrN5PfHuOZbwqniI0w2o7ghWJk+7AjsQR3wWrmCtWoopFsuZLKN9RMyk7MB0taDh0rrh6A4RnhWddyKdZgCAdLkgb/DpJ3MSO4ABuJwsUNWpIjxFEkiBr0+ZoiwcC5HMBo7pCiKACOHakxcrUUEMPh0sB1Ukyp3uOYOPUs5Up10II1hTIWACVU6fQMoUzbc4K06baDRJ1s5LEi0gMdvX9fU4yKjatDSQtvSN9/Tb1x0fFuGU3qr4Q0Fl1qhA0sZuk/dYNboe2OZqgXUowqLyJiw5EEb78+RGLwkpbDDlJFaFUtqPxAi9km3WYIjr9PUq2pSYVItF5EdSdzgOlmbxFFoMkGwsQAZ53jvynG5p2VVABa+8ATG5P7ucBrFE5IufxS1qdYCANSMBHNvjMdmP0tiRUz3mqlROswAeQOw78sNUqcIYK+dWBCkbxYFRdTI+vbE6lREMZ828dZ3v12xKEErNWA1KWbzEqvb93xnG2UWwnkLmPYW549gSdOkSococStFOjQIClj5CT15sNV4742ynFqjs2gBtVNiFgGIII3HoIM/THqrpTtTp6CYEGCx6SSSOWwPpyxnK0WWk9WsqKskiLeIYAQDTyUkyRtGDUauv5OgHw7N1Hcmp4Saw2plC3Ai06ov164DWqorlwXDM2oQQYJJPpvbcze3XfQdLVFjz01UAxGrtPMEbX3B5jEoGafl1qwEECd+dh+/rh4xTdmq8nSaop6vDIUtccv5liFJEHzaWjeSMJU6dIOPO1NjHxXERHxQItHxC3W2N8nnDTdpIgAaxpsdgdrFgfMOfxbYncQyraVER5oWSZhpIt0FxbCQjmhUslF9VOmyFSfMF08ydLTIgzyPeRBwvxfIVTWnSZIRfMY2VRzuZ39cUsrX8i0U1KFpDVW2tEt5xJKwdl22m+JedrIKpYIzMUABY7MUH3fqZPX1w8FTY22DfK5eplwyNRrGm6+aZCGO4m9t5nbFDNslyCdFYEzAI/CTbpqPaCd+SNPPVaQDLq1GC2kBVRoBOorEnsTF+e2B1OIs6g1KaupLMSLG3O1rWEEdJ5YEoybsElZs6toepU0qukAwt2cgiFgjkCxY8uV8CylRdDKov8TNeRcCfYx8zjHFMq7U6IpXUBmCj4vMS0wPihdIteAMB4XlmV9TVEWfIZME6hpIAAv19sPScbG4U0N5gnx9XNqZqR6A7+rDbvh3hmaI4dXlpK1LA7jWhk+/mwjSyjaKbm66SQxJ+AGTaNhB5TcYN9noY1KVPUPEgCYYWBUsNtg0wRy7YRxXB6V9GCKPcEbwMu2YYAuxNOgCLHq0dv07458M+omTJMszX3IuRcbnFP7W50PWCUzFOkAlMDnG5t3/LGQETLvVHmdiEho0hvK5IXoB1+UYrDC4nzHRoc4r0lJHmUsDaARDkCQQdz9cByOZ0XMyCBB/5fX264xkfNpmNJqpuTB+6TfsR6Xxk5FSmtzo+9EMWYSYMBbCOZ6YalsZpDFeqzNUU28shRsSGDG07b4rZCkyZGoSdOuooEiYOkG499u2JuaraPDrI16moBova172ixiOfrhriOdapkqICkjW7RtGkkLMctJ+mJSVpdL9v6F6EoopQxFyY2+EX9zEfTtjsfsLWYPUQrZl1TyJUgRPv9DjmuEZJSv86FSAQdRBmRaLgiOvMQMdVwyaGZpU1pKEYGX1lmaxIa0LBI5DEvENNNAe5vn8sHqEW+F02nUtQaVPYhgJ9TjkM9wyo5Apq15Jna28tsI33EY7GvRqF2VGAZGOn139wdiMSOKZSp4uhU0K51GbqxaAQ4O4nZlMAbiNp+Hm1gy8yZk8gr0jl/FQsPONJYgXIMEC+4mJtPQYxTzD0SIdWpsJRiQyyLkENZYNuRuMZ4fQCZvTEMAwhbrvpYe1x7Y14V4b0KysGprTdC3mn4tSEwRfkNPMxcRfp5vp+RqsJ5a+VilNOqNRFKZDAEM3hnflOgkneJwTjC+NlxXZlavl9NOsB0f4W7sLqY5+mJ+dU02SrSYNTWQrjdXufMDdTJkbgwIJxSrjxKVTMKAvj0ytZBYLVRpmOQcBm7HVjVw58+/p9QpcyJwtmsirrAl6gHQED/ANdx3OGmooHbUdKLsxBJY7jy2AtHoCJmcPcG4U6U3aGIK6dmWZ6Ej4QSLxe/LC/F8odRUrqgyDqBGmYmAJ5ATO3TGc1KbQrywOUC0nUnzMpAnkSx39v17YJlKQVXHlLFQBNxOoNeTawj1npgSEBkJcnfVA5Hymxt1jnjQ1CYPUgb7/2F/wDOA02IrGuIUWTTqXQN9UiOgAOxtj2Kf2VzgqM1CoQykkpI2i53x7HPLV+G+GSF4VzJWWqE1VY+afMoAHxdSRcROxPpE4pZmu1WkYDSra4UydB8jRp35NHXUeeJ1So5l6RQVGM2g2MmF1DnY+2PZQZtTM6HXzeZlHSLNy3MDocXkrd4LVZrR8zvRJMVF1KXBEN3nadjHUHlj1PKQqqDpsWrvfyfhExOr53btjGfVh52YoJsoOrUd/KsmAObTHTpipophW8VCxEKVXdoANj6AH2wZScaYG6OdYgsdMtcyxtHWx5HvHoMd1wPK03oZd2XUzuVktMATbpELEDEQ5GjXV2irSSIViF0LBkgkkXkSSPWb4t/Z9wMmadKoGamakaZ30yBe5ueXTEfEzbgqtO+8glk5v7TColatUZDpZomQQAJHLY2AIOF1jV5QNaqpW9ntbtqBt3vzF6efDVv5y+UlYrowOkMvO45gD3HfE/PLT0agxtIOhRyMzJNweVvunFdN4SNjYSy2QeSxLaD5rE6jcgDsWv+eHckyuajVHKCkZLpAVZIEDmxN7zMAm+GTxNXKKHKrouSL3EAmCYKj15d8a1MsVyiUtKqxdWqaiVUFgyqxMyfKAdPLVcXjDuV7j77m2cyjIVWmAQtLWtTcaTsQfh2AHUXxFVkMBhpZtmbbuDtEn73bvIvcOSaP8NrBZRrYqCfIWFl6iSGIA54KeEU1FZK2YpLqCgKKhOiD94hSFkwIub4WM6tMCF8y5HD11LBV3RgeUtq69Yt274W+y+SqAVaiyGK6KRNgS03v0AP/kMVsvV10TSSrSUAgBlZiTEgwWvswg22iw2o5+l4NNaYLeKQSqiC20szM5imoAEk3kGIAOF4nTiubNfI5E8MoBwhrnWPwr8/OTt0JUYpUeHg0lYDTSpl3MgsWnSogTzCx06DB/s9wKnTVs3XJ8IXQbliTe4+ITYdZwLinGKtadI8O8IgMGJiW0nfsRA5Tc4Mpycqi/377QWmIeMmnxPBUqoshvHKZBHP1thJ28fVopaTMs2vy9fMD07G2G62Uqv4aSpJkErBm8Wjccrc4w1xjhC5ekA5kkkmkhEkAC7nlBIsOvvh1JJ1zMsClBEKikn81hdSxIUSYOkDc+pgxtbFTi9GmqeIkAJpCowmXNzPoFPb54nfZzMNUzFJVARZMqvOPNc7nl8sPfarJPrcG2kqwPZ5Xr1A+XfCS/8ARRbBWSZWrsVqsxJ8VUKMYmNRP5gr2jpjpvszmT4a0yVLUiHQmT5FK+KswYsSQB+WOYOXJpksQgRlUDl5jqOnrcMewJGH8rWOXqqQ5/lqtY73DOqOnpB27HG1IqSpGq2dJx2rNSotMxUUqROzSDa3WBbta+Gsi6Z3LsjkCouzb6T1MRImzC3I2JtO4vmF15pQFnw0IY9i4AJ9RIOFeGZpqbrUKw8AuoNqiTDW2JG/qAZgnHKlce+gvMxxnLVlqs2mXEliCCRqudhIUmY1SIPykogpuWZh4b/GhHmN5so7qpDG1t8Uftaj06njU2K1aVtQ+/T3U9yARPUE9MA+0HDFdaVdQENUDWVNkcrq0kfhaCVI6MIOOnTeFb3wMupJzWaio7Ul/lhYZCIDLqFze8/iFwYI2BxU+z9FnKX1U3RlM8tN1n+oMSvWGMWOFatAtlGYgaqTAgg/dj6XLW7HFHg2fWhk6ewevW+QBUEx8h/ywdSVwqO919PwHkBXjtXM+LqAFELCgyAIYHUTziJPy54kZasC6uB8L2ItaJj5/wD0cbcUUUkemCOexFgXLAHnMAH5Dlgf2ey2rxm06hTplt4vBC+t8MoxjBtbAccMzxWqjPIBVWkOAI0sCRMdCIMdyOWFGy8tEk3IsNzitxGgphmJBlS5nYKYMdd/oMTDmi1TWvlDTAn4ZkRP698Ppu44MtsDnDGh1dd5In2/tjGH8rl0FCk2x1vPsAOvXHsc055wc89w/h0qUl6t2v8ADsO0EAbxecFrPRbz+AFUkAVGMknbSBfbtHLC2UpisyhKZDEeZnA8kQGJHU2I6k+sF4rTZj4aL4dKl5dbEAHymbkcjzHMnAf+1N55+n7F7AcLzoOtisCAoYgNG4UgG8XO++G6PDgh8XMuuimSxHNyxkX3EkASRMA7Yn8Iy6UwaodqkEU0ABI1bzETC/ng1TiGkotRVIcl6gYzadIMxFlBO2KNfN8pt3g9m8y1dx/LAJYGCJ0jciGsB6CfWce4ZV1UqqMy6QfMVCj7rExa5OnnjbiGUq5dHqg61fT4bLHwHdjAjYBZ7nE3Jsf4aoqqT5qbbXJYupH/AIkfXBUU448jKIvX427EEgFfwtcD53254fyC0HUq50sYmZgGQRb9iMSK2RiB4igmBpvMi2yz9YxVbhf8PTWtWqDxTpNOkBdgCPi7R++WKTjBJJY9BnFcg9LgeitSlkdXYCBsQ3lMEgA79TtglWjUzdd9AIIc+IzHyogBWQTyI1D274r8b4SuVqLWRwuWco6r0YHUqxu17iIgTO11s1xenpbLgikTBqbbmxEiPOtieUiOV5ccrvf7Atk9s2tNxTpU/wCXUbTUqtYvNoB3RFsYF7CemJNJNFKoGgs6WURb+ZTINv3EYSzWtanmmxtJ5b/L6Y6DhHDFfMhSCdNmn+mG+XL1jri7qKv9/wCAnSfZbh4oUfGqgFxZR/UTIHrJF/7YTy2lWrZusjMazmnRWfj85JtBhAFUTeQGEXuXj0GkiK0NRrUy9/vOtR49ZgdsI8bzQWNLE1Cp0AX0hokiNpUCPQdTHKrb82BdRf7TccY1QviHUm0KAFMT37QBYDckycScpSBIdWIqg6jOlhB52vINvQjbClWk4IiSal1PW/fn646L7LUjT116jA6RYtJHlm9rmBJjmdIx0NKEKQzeA9TL1KeXVqJ01G1+aOjGUXmhI2+Ui2ObFYEUmJJJLatr6rNPtpvjoePZ9jQ1AghmcrJWbMIgc4VmQnqe+IWUqeJsFLa4BZZu6m8CxbyQJtLTHTaKqLb8zJUslP7OcOdM1S1kKfM4A/2n8xf5dcO+MMzlGfUWNLWrciyn+Yu8xFwN4jCXDqnh5tnJl4qHedHkc6T37coxU+zRqNRzNV281Wk/hrYA6FmQBsJJGJajd8T8vdm3OX1gUKmxJqUwAeVnJM99/linlqXi0/FVCW8NhFyGs1o53H5dsTqlEU6KEy5rOxX0Glb9TBIHr2w/wqv4WXRwSWXMaCBtDrI+TID3vOLS2tdTVeStmKa1crWdb1Go0u1gJ2vz1c+WOf4DXLBU1MCG8hHIx9Ztbnpx1tDiNNFpZjTFGqpDLHw3OoegJN+mOG0NRzBRJlawCjrBMfmPniOgrjJCpWmjs+NVPETLsQIZCrFTKyCy/JgoIJ5Ab3xtw2igoAVjbT4aqbeJpOpTv92ANXdhzsDKKuvwviptKabXV2cq09FJi33WMYj8ZRqdTzyPCI0wBe4KmNt5BuOXXE1C3wp0as4KVDNjwqrMigGnTYqJMguynsBc7e+I3EcuF0AswOk6BbSFXzG/Um2H1ra4C+f+WVKHoGpsqk9It88b8byILIajfy6YZmiOULpE82I29cNFqM/XtAW9HPZrKuzVHPNp9SWj9cdR9mURaRsPM0EdQoM/I/XESoGzE1NMALAX8IA3Ufet+xY4fVD/AA2qbsAobadVz6Ww2t80eEMnyJvGM0KoZkBhXPrpt8oIn3xNoMCyjq22+5HacXOD0g5zAIOlUlzIPI6jO29x6YjZ3Kmi7L0Jv1AIAPUYvptZguQy6FXiSaLINS3Av+F9Mn1uffGcS6ubJZZBAURbfqfXHsZQpCuKfI6zhdQ0NVBSG0Kzu7CzERKgg2CiSSZNojHLCu9eoNbaiTzmwntyvjoslWD02I06/DFNgpUgeYLqJvqlSN5urdcKLTRdJpMCFs5Uxe5A2Nt+vqMQg1FvGQ2kxTPR4dJEI0qCfig3YiQsibKMWMzwpa5aCQyqqliDsVBDAeoYGJwvRy9Y1Ip6JABLTOhVLQxvHOR/ix+JZ6nTZ0py9RwQxJJJIkgdgCAAoIIkHfGleFHcD8hvhLoF/g2rTV1MaTQwFNr2LA7HpPrviZxREpM6FwAqoCoN51qx8q9RbcfXEzJ0nqFSPIpdRFMQNxc35dCZxU4rQNbXUgNmKSqHTm6EQHgbkSAR6dsMoVO2/wCw1k1+yvC6RrayRUpqGLEqQFsbeb979MbZ2rTqV3zD1gCDCrfyAbDVpPvA52N8C4RrKZhXqAt4ekKpBgEjUBHlBIERNsI57RzDAL8WxYkkxy0iYLE/1c7Ybh4pu35B5ne16iVeGUazMreDUBDeaLMyDeSTB52JAO2OPrfZ0UzqqWH4W1aoY+U2UiZ9j74p8NzitwfOIIUJUpsFJmA7U7H1IIxvx91D5bNBAaJorrgCST5oE31CQZ3ADdMS+eMqT3b9rM7IHGMvqgL5zOgNedRvp7zPTed98V+DVxSr5hmYSqwY5Mx83y09fu4n0Mp4fmNXShLMkbj7qsY2MGLREbjGn8LUFCpdfMUpq2wOxJ22gjFHUlQt3go8Fr+IaxYFtfgteY1SZ+hIwh9pFLZhKgkEixNtr9PwkfLFbhtRaVJnpwUXyifvGVBsebX9JA2GNOLZcTUIB0UdLFvvaShUAA9159cIpf5L5bd/QPMQ4LlzUolKYl1IKSJJkgGxsOXtqx7jlYKopoSZiWAnWFMkiORcFvRRhvhuZDVKcKArRSeJsHHnPWwKiegY88LcTpaKeXLKCQtRL7AoYM9Tf0wU/wDIDmSqkDLIJhhUeZ2ErT5RedINsM8IXw6FStYEQqGTGrkRG+kEnnhXMoWpWBlCSbbhiqib7yY7g9sXOMZbQq5VLmmgYD8TEFmBHcRb1xabpJef0GkQuHuz1pO7JVnufDfHRcK4iGzDIv8ApJl6iUx2Cgkk9Tp+WJmQyoRy5bSERhJvBKGDHPdj7HDnB8uwrhJnWGlifMSUdojlKwDPXE9SnfobcU4zTCU6arINIQr9izT78/fCfDE1ZWsATK1KLDb+sW732wzxQsClIJLWg82EadI7SGt2GBjLslKqttLqpUnezo2/OxPph4/6fv8Ac1lr7PhSAkhtXwdAfPYz1BjsYna0jitEIpzGo66rFUEQQFsx9dl+eC8BYzlpE669jexAUC/UmRfvgmYGqcuSC1NVAbqwueUxJ0nnhF8s2wbDXAB5BVJGlaWknbTBYEn0SBbrg+RVc5SETrSaT6t9LWRj3kKCe2NcjUpLlalEXqNQqu3b8I9SBMemIv2N4l4OcQ/caUeT908/YgH2wIxb4pLfkZLmW8rmAlOrVpqR5w19ysMFMfdupgHCDeItF2qebwjcG+pn06STzEQfc4s57JmnmM0kAqzUGUC1vOsfXf3xKFV2oZqjoWAEgA7eHpkSdyFH074RJXjy/gDSJnD67rWpVdWolhqHZrH2iB2x0PGc41PTSpKCoWSNIO5GmOlxiPw3h4XQzkEjV5Q3MR6iOfqAMPcVqEU8tUBFmOsnmV1tHXY2/wB2DqVKao27Qt9kssdGbk+UoKU92aBiVWpirUDAEBmI9QDM+umLdsVsvXNHKNYjxa5IHUBCB/7MD6jBTTXLUqbTI/nNtcF1VUtysfnh+KpN9X9hiLSyyMQXaILBtPUWmfcfPHseohFUvBiQrSeUSLCxuN+2MYduXKxW5LYrcDfWxCoFoorB6kRJsQ21oiQOQ33wtxHJV6lUoKbikhhS0wBNzq2YnrcnDme4pGXVUHhUw5CBTDVALcv6rlvbnh7h1JkoPWfzVbADmJNlkzeSJPftiLk43JLy/wCjPGxirWo0aRppV0t5QzXJ+S3MCxYRHIjmlWXLJFUO7u4JACjeInSTMA33mRF4OF8nw/U7F/iYxtMBfMwjnqXY/wB8K8Ty5evTpiyOECdApIAFuakmfXBhFJ1fmBLIzmHpU/Du4WNUcpmQAFsOUzhfI5zwa/iUxDTcNfc3U8vN8J7T1xrxp/FcgGwqFKfpZR9FB9zgtXLqtAuTNSo2peyloHuZnFFiOeYzVDebRUdny8CmoVh3BaSJ/pAI774zxaqqPEakrBoFvxSpk7cvywlXMtURoVWeFjmUhQPQix7kHlhniOXaqMsUXZWF7adLG5m4AAJvyGF4aq+8CtUH4dl2SlnVgMjUqTCfvFGptt2DGfbHmyzvQoAMScvV0kdCR4lvfy32g98UeCeWqyAKatOmyXNm1IGTbq0A74kcOzrTVo1CSxCtt8LIy8jz+Iz/AGwnFKV+VP7ewE2x/Muz06cINRQoQkTENAi4jVHzGAZygKVCnSPOGIk216gBO+y723wCozJQRif5h1La+5WBba4APe2B/aCPE0aohkpk90QIT85wYx5crAilLHIqyrpJqmABazltumn8sM0qwepV1JFE0AXYciHLKL2JiTHXBeK5er4OVoIYqMilukkSxNuk/LE/+KptWpCkymiraTaz1D5JIO4IYEHoGxPdP1ff4GRjiGf/AIemtVVCvVBFGmY/l0zuxH42nn3xLzGZ1UghugNWPWUO8dj9cLVWq5ltb3LGDNgLqAB00gz6YZFQMyrSEg6gAecgKTHKQNX/ACx0KCivMasYG/sfT8V2pi/lpD0AqoXj2J98L1+ITnq1Q3HiWIPJW0CP+OHfsjVCZp3WyImlecywaCesBj7Yi8EybVKtImPO+5i5EkjGdXJvp37AK/FMvprVUAmQsA85A2jkLwOpIwXhDFa1Oo3lNlWRYqoVNX1OH3yzOaFRDLIKlKOrL8E+x1T27YWpDU2bYyQlOlpEQRqIc23B3+eIJ3GvL/gIK8m9JAc1RrGdNMHcWktA9PM4Mdm6YW1ApSWoYVqlWmfmwA7Dzg+wwXg9Tx6TAHzGtKA2NgrhfYgj/keuB5Eq9HVW3XNGxsBFPn1skeu+CrWHyCzHBToXL6o0UtVU/wBTs+lPoyn59MRuC1Vap/MLR53BF2LaWgW/EY+QwzxKs38qnzdlYr0AJ0j1JLsfUdML8Ty38NWVQwLJpZiJsTB+lsWisPq77+pqsdzKwyZlY01AVcSLEgrt0KkG34TjTgHCnqs6mAolXqG8coneTIiN498WKeSFRmWqAlKvBQahqkC2kEbEA+aOYHWJlbijuoJXRTTUFpgxDi1+bMSV8x6HbE1JtUu+n4AtjqOIcQFUa1H+nUUEzcrII+oIg7WxJyFVQ9e8KArEj8TqQR8iB64NwDMTrpG8HfmeUnqJG/YdcDZKYUuvldkqlkEmdDaQw7jSJHv1xzK1cRCTw+gtNXI//M6WnmWVr/Mx7YaUoaTiJVKwUMNywSJ6W5HsMTqtUrTYXnVNT0Dtp9zMewxcyOURKRJ+FvEqgcpBpoO43a39sX1OrGYjnnU1qigBkpgKqG4ZpkewJM32UD0R4lWLU6VIOWQgsXA+JlBUiOYAW3qTjTNMC1dlYKNZA9AeUdmPrfGOIVAtGgAL3a29yAQD3JOKwjXD3yKcqEKlLSljJJFhtAXcjcTNvQ49g6I3hwFNtjBJ0tBA23kbxsfTGMXsZFcAM3jlY0nyqF7kBQD03jqZOKnByXzi0wx0U5Jm4JJQP35kD1xNUikjMNRZbKDzZvhtubz6gHD3B6RoHUbuabqzc/EdlgewBP8AxOOCb+R16LvvcqtL50Azc5V3YyXRoHcGqz/WmuFM9Rdc01IEWqeJTbaA8G3oIPqpw59saeupQ2iqiljz1ICp/frhvOcNNZco63qFFRmBv5fKT6DcnthuNJJvn3+RFp5JVPhhr1CRZEJAEbkCT2G4Hq2EuIZjxBmHZSL01W1hBPP6++Ol41UWiaVGksrJUzz0j8y1z/txhOGJUTS2o69wGgQgEQAjGfNy6DD6MnNpJf0sv2H09CWq20c7SpB9TVBJfyKBuxHmLC3WDJtBPoaXiMaSgJch1YAk+XVJ9S0C/PSeuMHg+quUTUVAAbXbSTJgEqrHywRpH0M4r8Ky9UBdYQAHSTqUKwEMpBm9tQtzBwdXiStK+2aehNrCOa4fndFWk8mXKT7aVHtILfLFXjLK2Z10/K2kK5ixYnSp91Kt6e+NeI/Z6o7MbIB8J1CyjY9r9Y/PB8hlKzsAyhYVVMsLlAVNp2ACidpFjjSja40hP0+phtP+DevlwlQSJRXo01nmQQzH1kgep7Yl8cyjtU0hTqqMIHdnM/3Pri/mMkajrcHTVRxcQYljEGSSGBt9MNVwA9AyC7MAhsRBs5kc9IKjux5jEYzlGm133uL8GSSbVAvtVUI8VU+I0wg7AC/z/Q44vJJ4TEMRFixH3WBGkz2a/pIx3Wdywq1qpBbVqZYLqCBGkkJpuLzveNxjmeG8CIqFqgD01DSNQHiQTG5sCfvGBIxfT05QtNZefMo/C6kOXmJ53LiidJhXZICmSFG0zeSwA35Yn5cFaqHYaww6RI59hIx0WS4fWqVHqMqSS2kagCPMV0hCZXaJ5R0wLN/Z+oZKBIJgjUBB6QTc39Rt0GGi3dND/p5OHFRMo1BR1JcTVAb0VG6/7/pg32XX/wD0UNyFL1I/4Lb6ROHuIfZoETRPmLNOt1uSENrA3lhz23xvwPhVVajPAVTQciWFiyiJEytm54bUT4H1a79xZeH1Fuh6nWCHMLsVHjLeIKyv1WflhTMVIyuarEf64ogemmPmJafTFoZWVJcoCUCvJE/eVh8w1/XEocOdcolJmE09ZKqw2KtBmYIL/wD1yxyQg6unuvp/SEhozy3F16E/7NZoQUVfhPiAgbHUT15qo+WKvE8nqWq6A6KppVBcRLJUBHSzCT/uxI4dw5lolxYajNwDpQ6n0gm50gAe+HspWZsqKROoisRPIqxLesET/wCWH1lT4l33ROcKVsV4VTV6prMAERvK2oAMQLCY+EWvyA+SOtFLbPX1zLCVBPQN8cdWtfY74ucR4fQCJRdyoUkCHCAtYtujCxIEsQJONcxw0VwhpsuqkwXVNqigK+oET5lHlYgkbXvivDJU3z5c0uRZ+G1EvPpzE6WeatSCFj4wd/DdrmRDaZPUMQB1tghyqOqrs9RyZU21qCYPIbz3t0w7S4chqOxVgwqvo0vaCoYOPI0kjaPzxTqcOpinTaCv8xpmRBeb6mQQBf7vPC/DnjhW+23fIMfCzkljcgZBTl28QgFNRDgTsd/zJ6WF8b/aI1KVUGmAdE6TvZtTbcwZM+2H8zlfApyrSOXmDeWBJkAArO4IsTvex81SSvSVuSrIKuARYnSRpba4lgB5gI54ioy+NlLpuiK8PP4nBi/VEPiWXmlVcCFanTIUcmeogYT1GkD0g4t8YKii4UQBUZCeoLGp+ZPyxjLcJGjwWZmBZKlzp28qqw0tcxDcgQMJ8XaMtmQLz4TraPiIBJ7yThp6ckkn179mPPw+pBJyRztKmabsZXynzHffy/qT3xvmteoIF06V0kACYkmFY7SOn12wOhXYKWcqFeNQO+1jE39PQ4t1tNVVdS3nVC0i9jpkTzlSfcYpObi7YZQVpo5qnWZWOuNLG8SII2FrjHsPcTp3DjSyCzEC4Jnfp6d8exRPiVjOGS1RSak/dpmB3dh//Cn5thivkCaWhSRDagY2MmI+ce+NsrligCFiHA1MORL+Y3HTb2xpnMwFUld+W4uxifrjz5N8SSOqMUk31NeGUjUyykjz06jrJ3hoqH/2BxZ4YjU0JP3QVpk/1GT8vrftiVwjVR8VCAykK6wfwkK24H4pxc1zTdRHliLcwb/OcJqt2+hJxtV5nK57zZlATsCY264uFk02IUgNpsCPMFhhPT03xIzDzmkI5Lv6Tiyr2w71ZadOOHXudOm6uhL+LpqmuqTckMVHOFTl8NlWIBtiguZU0mqTamS8xuSHNhNrkRebYSrUbydjYj/H0xtQyw8Jgtg7CY6CT+eGXi5KKV95/LDqTnGNL07/AJC8Iz4rUQCxGqncRs0FWO95Jm5tynDVJFfS4LEQBARj8JDfdNjqmxkEcsTOH5MrSZQTOrSPRWPPuI+WMDKsI0tYk2YTB3G0WxReIcXS26dp9+ZtOckqexUoOJpr95V0wCfMSokSOYK7QZ9sBqOv8SrKBppqC0TcxUabmdyN+eAUahVXpEQZAY28+reBeBMW9Z3xitRdRqENqpgaZjkOtj+mF1Nec8N9u392T1Zy1FTMjPpXUtJgEx5RbzA2O1tg0ixMg2jbPZtA0vqBcgCFJAJVqfI38rbGL8+WJfCKgANMCGGoeoDdsWaC+ItwBfpP764aXi9SEqWy5Y8vwisNWbSaFauZnWKbFainSPLaNbOBM3kRMbmcUKtKNJvaorE6WCgAux858pEkwYEyMTl0K7g3WBy2AEA/OfkMatmkPlInblve1z/3gw8VqJ3vhe3p5jx1GnkHX4pTEEtUAOosNOxU0txqvGlrj8WCJxmidQDN/MAQQkkeUbX2MCeYmO+JlbSWLMZ0aoF7liBf1Aj3x5svoZaigAVPhE/DsL9SflbnvisfETXP28vwiL15x79PwdKtVRSq1GJ8yn7twrO7g79DBHVThWpmqb0TDN/psi25gIvW3mU2vv3wXjFMutQA+Wn4cDqZn62BxNCLQhYlgNRJ5sSIAjYAhfcTiC15tb/1VexCGtqShT5+1HqecSmpyzgxDKsatLSgm+qB55FwfLGFuFpoy7oAwAZnWTJC3X5Srf5nG+ap1XSQo1IQwYED5+sfPFTMoFZ02UoFEekewsT6k4SU7jXe5PVXyxQhmsxRlGrDz3cShI1GA0XgyVBAbmOdwcZPitNX0lfDUf6elfKwVlb7ogNqWSAIIaARY4n1al/DqixsGIDSLQCJ3HW+NERy4pqqkUy7CLSGFxc7COvLrjrWtKvm6eW2xeWtKrxZdr11RL6vKCF8oNyrQSJgeYzztHTBuD5/VS8z+YVGFwNtKysiIuRfeTifnSwJA3+9G3wgn13wfhkGmHN4qMWHXyqsHrIgHEZa85K55r75+4ktaeJPk39w+Zzfha9CkarkQy/CPu6SCZIubTa2NUzKoykjz1JYqUJBeP8AeJj4Vm3uZwpkKykujEgi5A6QQGB6/uMNV6xpKmgkxyMbG4HqCDfG/U6inb3/AOfivydD1JN8SY7l87TCBlC6QNQZgTJeCTck/FMqeguMRabJV8YTCGkiif6Hmfe1v+8O5bLEU6ijzBWZl1c1JMqf798C/h9alk0orgBYB6z5t4uItOJfFfC43i+/dnLHUlNcEuTOVHDvFLaSdQPmWJtuD+duxxZ4I0mCR5AFIv8ACQevQx9ca8NqKjywjlr/ALRf3x7P5gaiadiVADX3swkHlbFZylJcJRQSyOUnRCxIBVrHaCQdyOtox7C+UzqzdQJ5R9fXHsc0oO82HbFH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9154" name="Picture 2" descr="http://www.krishisewa.com/images/articles/2014/sept/Guinea_02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19400" y="685800"/>
            <a:ext cx="3200400" cy="344308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67000" y="0"/>
            <a:ext cx="2993127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/>
            <a:r>
              <a:rPr lang="en-IN" sz="4800" b="1" dirty="0" err="1" smtClean="0">
                <a:solidFill>
                  <a:srgbClr val="007400"/>
                </a:solidFill>
              </a:rPr>
              <a:t>मार्वल</a:t>
            </a:r>
            <a:r>
              <a:rPr lang="en-IN" sz="4800" b="1" dirty="0" smtClean="0">
                <a:solidFill>
                  <a:srgbClr val="007400"/>
                </a:solidFill>
              </a:rPr>
              <a:t> </a:t>
            </a:r>
            <a:r>
              <a:rPr lang="en-IN" sz="4800" b="1" dirty="0" err="1" smtClean="0">
                <a:solidFill>
                  <a:srgbClr val="007400"/>
                </a:solidFill>
              </a:rPr>
              <a:t>गवत</a:t>
            </a:r>
            <a:endParaRPr lang="en-IN" sz="4800" b="1" dirty="0" smtClean="0">
              <a:solidFill>
                <a:srgbClr val="007400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6200" y="4114800"/>
          <a:ext cx="8915401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/>
                <a:gridCol w="1143000"/>
                <a:gridCol w="1143000"/>
                <a:gridCol w="1219200"/>
                <a:gridCol w="1219200"/>
                <a:gridCol w="1139953"/>
                <a:gridCol w="1069848"/>
              </a:tblGrid>
              <a:tr h="102362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प्रगत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जाती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एकरी</a:t>
                      </a:r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बियाणे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पाण्याच्या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पाळया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कापणीसाठी</a:t>
                      </a:r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दिवस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कापण्या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एकरी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चारा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उत्पादन</a:t>
                      </a:r>
                      <a:endParaRPr lang="en-IN" sz="2400" dirty="0" smtClean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पेरणी</a:t>
                      </a:r>
                      <a:endParaRPr lang="en-IN" sz="2400" dirty="0" smtClean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</a:tr>
              <a:tr h="1338580">
                <a:tc>
                  <a:txBody>
                    <a:bodyPr/>
                    <a:lstStyle/>
                    <a:p>
                      <a:pPr algn="ctr"/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फुले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मार्वल</a:t>
                      </a:r>
                      <a:endParaRPr lang="en-IN" sz="2400" baseline="0" dirty="0" smtClean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१० </a:t>
                      </a: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ते</a:t>
                      </a:r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 १२ </a:t>
                      </a: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कीलो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३० </a:t>
                      </a: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दिवस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प्रथम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८०दिवस</a:t>
                      </a:r>
                      <a:endParaRPr lang="en-IN" sz="2400" baseline="0" dirty="0" smtClean="0">
                        <a:solidFill>
                          <a:srgbClr val="007400"/>
                        </a:solidFill>
                      </a:endParaRPr>
                    </a:p>
                    <a:p>
                      <a:pPr algn="ctr"/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त्यांनंतर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५०दिवस</a:t>
                      </a:r>
                      <a:endParaRPr lang="en-IN" sz="2400" dirty="0" smtClean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वर्षात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४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ते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५</a:t>
                      </a:r>
                      <a:endParaRPr lang="en-IN" sz="2400" dirty="0" smtClean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४०० </a:t>
                      </a: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क्वींटल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dirty="0" err="1" smtClean="0">
                          <a:solidFill>
                            <a:srgbClr val="007400"/>
                          </a:solidFill>
                        </a:rPr>
                        <a:t>खरीप</a:t>
                      </a:r>
                      <a:r>
                        <a:rPr lang="en-IN" sz="2800" dirty="0" smtClean="0">
                          <a:solidFill>
                            <a:srgbClr val="007400"/>
                          </a:solidFill>
                        </a:rPr>
                        <a:t>/</a:t>
                      </a:r>
                      <a:r>
                        <a:rPr lang="en-IN" sz="28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800" baseline="0" dirty="0" err="1" smtClean="0">
                          <a:solidFill>
                            <a:srgbClr val="007400"/>
                          </a:solidFill>
                        </a:rPr>
                        <a:t>रब्बी</a:t>
                      </a:r>
                      <a:endParaRPr lang="en-IN" sz="2800" dirty="0" smtClean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4034" name="AutoShape 2" descr="data:image/jpeg;base64,/9j/4AAQSkZJRgABAQAAAQABAAD/2wCEAAkGBxMTEhUTExMWFhUXGRobGBgYGB0gIBsiHRsaGyEgIRobHSggHiIlHyIfITEhJikrLi4uHSAzODMtNygtLisBCgoKDg0OGxAQGy0lICYtLS83Ly0tLS0vLS0yLS0tNS81Ly8tLS0vLTAvLS0tLS0tLS0tLS0vLS0tLS0tLS0tLf/AABEIAL8BBwMBIgACEQEDEQH/xAAbAAADAAMBAQAAAAAAAAAAAAADBAUBAgYAB//EADwQAAIBAgQEBAMGBQQDAQEBAAECEQMhAAQSMQVBUWETInGBMpGhBkJSscHwFCNi0eEzcoLxkqKyQ8Ik/8QAGQEAAwEBAQAAAAAAAAAAAAAAAQIDAAQF/8QALxEAAgIBAgQEBQQDAQAAAAAAAAECESEDMRJBUfAEYXGxEyKhwdEUgZHxIzLhM//aAAwDAQACEQMRAD8Ah5hRCneVUz0K+X8t8eZBGmLnmeUf9R74wqnwwV5N3jzDvPNT8/fGlFtxeLmfnPrttjwORP40+oWpkmCi+5vP/WMDLNHL+wHttjapVLASRaJJ7C//AFjM6QG0jUZO3afzxuLqdEPFdTRKZBAuLmY+g/fLDIpKGMNuPlseuN6ekjVAI3Fv3zn540y+XPmJuQLc5mD+/TCuYk/ENv5TVUgSAZWSNh7HqMZqIhDNef8AE/3GNVVixG1hHeBAn3wRiZgAwRPyIgYHGT+PO7GKuWBMjsN+kD9BgApjbcz/AIwbKmFneTAHpEn6fTG9KmCxk7m3tN/mPocLxsaPiJ9QNCleCoI/ftggVR5Qo3H5/v543emBtboY2gW9cBXqRybb0J+t/wBjGeo2NPxM2PEXibdxzxoak9IkbD9+l8auk+afYCevy/6wKnmQTHbmd5g2+uNxs36mfMO9ZhEAE25dZv35YxTqkiDG07Am/wD3hV/jUz5QTfuLjDiAGqLG8z8jbttjOTF+PO7PU3JItbfbpH6Y0q19M+3LmdsYFiuphfoed5vtcCMeFKTe4G5HKIP9/rgcbC9eZ6lUYrI2jbnYbd8DokqJN2mWMDcwPkLDBUYydPW30wOC+pdMQOlwZH1P77lSYq1ZBPG3O+k8u1sKeLqllMAC+3MgbDfkJwzSqADSJJv+Qnvv/wBYBXCr5l6Hbe0/ST6412aerxCudrtrU01DepgDyyeR9dumNa6VjBNTTYCEC23JuwPPpHLDWVoSqr/UZ94vt029ceyel2IM6dv7DGUmtiSZLzOSLaV8SqSQ0kuRCi5MLA3tfme2Hf4QBQDqUTaGIgfQn93xsSyksRGva17qdPtz9WOCsCFgvcWvECU9Oo+nfDS1GZSd2C8Miyuw7NDe0m/TngyEARE9J9uXb88YrrEMJNzHqJt++2NCS3lANvpNvzMn0wjmynxpLZm1IW+skDr6Y3K+bTHOLbmJ6+59sYoKGOsi4O87Ab4VaoarineJJbadO57dvfDKTbG/USNfDvYyAYEkQSLnaxA69t8DzOYIYrziwEAX9LYYHMfACLW+Hmf1xlBCwQNJEoZEW2gjeZiOuGUwfFkKJU1XNx9bi35HHsZy6EoxHlAggczcCSfc49jXXMC1ZrmeyGY8rAh+REj8JE39CfrjSuGSbDnqWRJ3EgT7xbblhpYWqoNiCRHWRpNjymMez6TpO5mZ7cvSLD/x6nBtXsQ3RqSjiVMzFwPa3qpJ7XGCeAwWIAPLtvf0i/phGrV8N9YvSJE8hzFuh3tz54oZmsN1M9OW9iOl956T0wHijDKQtBGJHNST1F/cXON0A06gZkH36fl+ePcCzAqKy7qYPOAQbjaNiDvjXNUgtydMMoJA6CJI59cTazTGMUANMXkNeef+P843VpN+nz5/r9MLFmYSDBty5Cbd9tj1PIYLlgdem23Pt+s/Q9sZrmYwCSxpx8BAvzHX5T8sMUk0RJ1PBA9R277YFmp8WoTsyqBHTUR+sn3xs9kBkQDJ5RzsfXA5hibZuj8RS8WMdYOFqNGTvsATHImAPb++CZptDMZOmSIjfr+R/YMK5evpYNyb97c7RjJGbzQzQfZZ3sPXcfPb64xmdKIG2LSCee9vblhc11ElbHkZtHKOvT9zjetVVxSvM6bARJJJiNhJGHUaBZvXlTDQqiwkW26c+Rn/ABhzhbjUgBgNOoHqWtP19z3wq761JIBKRYc1JAPyM/PA8krAgmxsyX3Ctt6/nIwORtjUZqGEzE2kXgE9fn6YKtYiYkW/O4v6Tg1CmjMVO06Ss/ECOR6g39QPTCiVP5mmLaluOYsd/n88Gk0Bs3q5wBwIuoJnlu1rcztHedsMpVnXMk6ai+oIIU+xG/cYj5hYqSPvNYct/wDH7nDGbdlLQJBDFhtAkR9AJHfDqPQzYRs0JYkjbl7C3UgHAmrBlA6SWIvyEjpAIA98ByyeUqw+BC0FRFydz6x3vbBKS0i4SGKXcgC7TEL72+RxuHIt2Ho1jrSLa5i+ymI23jp64HmqyqyLtLww7z2G2wvcY24itTUKwjSFjSOQgWgc7k+nPAfFUMHkNqQASBfv2YkDmdvbAcaMw1Wvrr1KYHlRGnnLWNunL5HBqQEDzWJuTubD9TPscLcCQlKj7uzR1idf6iMBFU6gljqCkHfe0DabkDsB2xnHka6yMpVEFSSIJMc7fptfAspVAYHUZgkzzExB6W5/ljHFHDCVg3CtFt4PyIj64TVhqK6rwCTHIki0ewjv6zowTNxFDM1v5cDYsZ/42A/X3GNuGFStQrYkEE7RI/WfywhmXnw6Y2Aj5yTHtGGqVJdIIAOpwBYbC9re3WJ741VgyeTSpmiagGkaG6nkOZvYY1y9QlyWH8sklViNLhYU26/2wvRqE5io29hEbTGog+4ONatQQQDA1XN+0AfT5jDNVhByPVqlyqnkQOcDVqv35egGPYS8bpZQP+v33x7E3F8gOQ/naX8yo34Xnc9jjNdxqZQCBIO3SBPeRbvbGisGHnPme/QHyTftIPyxtyWpPkdVANjcQD9Rh3YbNGVaiERJDEWHoRvy5R2OMZQAN4YmAsKPaBvtBvjNUiQ19Tc9je1wP3cYNXBB1LCgMdx8QtIgX2PzjC3yAxzhzCnUHl0r5QwHuuoD8xyGC8ReHBG4eCJ3kGP09xiUVcjcspgledp2bkRex6b4pUqmpbTIIljyAMifYke2BWbGTBLSuCtu34hv+pONqgIKVFmWYgg95B+sXwKpmwgYoPhCCQfxkCO0CO+DiqxHUyDeOjQbbjb/ALwtGsBmqkMYJOkLNpi4P9sequCQJgBojl8QBkfKPpzx7POuupYnUAZH9MMTbfpGCVYIbUVDBmM7/wBVjHPv2wYrFgTCZlQzsOduVlnymCfSTgNNVEapAKrvyIH3iN7iOW+NK8OCyyDBkDqAD84/TBapZmKnYKJBG41E+1ib8ow4WxQIU1K1xYGLgTJN/wB2+jFcnQlXSVOvUb9jA+REiPrhfOV/OFOxClY3Oq035729sEz9QNk6bCQrVDYnvtOKKNoBo1UKAAdx5rdPpve364AubPkBskkAATF5A6kCY9BPTGaqncoGRgSWvI2G/WDI5XmMas1M1EAMecMg7KZI9NN/WeuNGKBbHabmWtDAxI/4wfYb9g3KxNVtY8w2/Lykb/PEvNZpvEWppOrzDfcSpF/WJttg1DOlqbMB5kLLvYgVDI9dI+pwJQeAhcyp1tsGAsvM8v364C9jpqCTUktb4QIgA77DfvhfNVFdVZSWqyweeRggf8YiI/PfapmAVI3CrNt4LAfnywyjSFYCnm2AYA3qCFkiYBn/AORHrjOXLDUwBvKpbmBb6sf2MYySh6hQ84APL4h8jEj3bqMZMLSVUJ1GdY+RIA5xJk737YZqkKh/J5uU0Ey8iZ2I5mYsL8+3pgfEa0MpIIIFzHr3kDnJ79IwnSypWrRctKVDAK/dPmkGOnljscb8YrzWAMmAWgAxLSwDX2Ii3ecCs0PyGOGZgI1RBOmp5VI5HzHed7thhcmbMLnXaBt8LMO1xt3xCbNFdTmF5gd4BFhbn9cN5LONLVPEACy2kTsxAnqRMDbAcHuBO3QXNuA+0eTUfUCPpce4xKSoVqGWIJTYDmW2Hz36nFDPU/EkqyljpJiY2BJEi14tPIYBmsstIamBYoLNyvMRG9+f+MbTa2F3eAOXaxYwNINpsJMAe+3eO+HMtmQ3hn4bkqAZvJCmO5J9hhOlxFKhakFA1mFZF2jYlZAMHp0O+NDlQpKmBAJBmRAIAE/O554dw3sKwblTqLX/ANRj3JJNo537csUcoFFOoGWfEXSlrlrNfpE/U9MDyFKmaOsnzUjJtyLXmdxc+nvgi1Gc6zOkAqI3E7x3J8vvOEcshWKYrllUGWJ8O3qTHKOhx7A/4iVE+VTIBIB0wdpI2MEjHsbh6h2KIpqfiqEsxEQDNhERubSbYbFNHoKgINtKkSLrz2gR0xzuRYnSWY+K99I5KDAAPOIuBeeuH6OfJhSwYsWBuBJYKoJO5OoG4k+2DPTdmD5euNQRhHnIYMIg7/pI23HadTUYQSYmIE92/wAfIYHQBKEONb07gmSWsTBJ73Hb54Vr5ovdhpkE6QdQtY7W5RheG3jYA3SrFSV1mGMExvbeeVpG3Lvh3JEpO38xYKm0kbH3vfuTywhk2FRdVrCI2Gpov12BjpjTNMUcM7REETdp2gekG885wUrdGT5nsm5ZWuRFRUYRbeb95vvhnJZty7Mt2aHUMbG0mD7kXty2wlxmuUAo6ydJEnvq3PPYx/xGC1mFMKQLHkLDa5sDEX57xguH1C1RTas4qagIp2kPAKwLkNub+0Y2qMhDAgxvA6mIg25W5WwpUJqL4tMS2lVqo1wQJ0uOcyI+vPE/L5gldL3W5sNwDAH59DY+uFWmDYo18yihR11SZIuPKRaxvywfMZo+IQdyYuJ+6DB/LEDUzKwJIZWExGxBaw3JkAGMPcQdgyBgSwkNBMSByv0EYaWkgXgxVqmpWpk6QZMcgNOor/7k/linnl00E3hFeAI6gbxaAOQ+fODVqAhmYSpUewO5PviuzP4FNAfPLRB2vo94M/LDZGi9zVMz4dNQEUyLh7zyAImDYduW2HaOaqOqikwQvq0+VAQReNoiA3mHy6R87UQFmLJpXyH8QO1uQ5knl+TGTRhUp6dekNTI0r5SGiTqAsfMd+hxlHFhHF4rXL6NZB62iSDBFtiRbfphDK8dqt5amlgXhiUWwjoFvuMe4tTaiSyltAdp1DzWYREATEEg2m284mFfMzyDTLAyOszERad4tY4okmjOxypxSmgcPSEi6tTJEmy7MSNiOm3pg+U4ejUpptFU3Zfu87Ry3tci+IGYXUyiA150hgegJgGZ2+WHK3EzSdEIlqTNBWI0kifmb+h74ZwxgHqUDmdLeakVKiDa7E85HRbCOZwLiNSmz/yQYJ1AbfERAk9xPtG2KlfMU3QBifCqEDUN6bGZvyGwja55HELM8MZazUnBRQwuLA3AWDHPryk4lBp+RmVeDglW1p4bF9YDAhdQlS1xKyOfP64kcRk1ShVgwDCZgsoLAGPkw7Aeoxw3jA/iFpldNIDSQFI0mOXcHrOK9DP06pZat9JYI8eZQZsQPiW3SRaRucFqUZuTQXTOezL+QRJ+K/WBM33G2C5alGoQDCoJJkWA2HMzO9hfng+a4M66FYAASSUvbcm9zEb+mFssGV2UFV1q0TvzgCOYjFLTWGJRtxCoQSpMgKLWIMqGJM7kcvUY3ymaiEWQSBqBNhYhSOW1iI2kHDubzOoOFrhU1EFdMAhSVi4gm3PoMAd6Cw7AnaBcD2H9z1wrlSqv4M8YQlwuiwqsyxsII2E335QJvBOD5muo1LJCQIJ3B63sNRuRtbsMFHG4IFNdIJvaPUmP74AOIs7AMQRaxUETaRef39d87dtUvUxvlcyq2uORDXvtyi837Ww4nESGA+FJ+LcHc+99h6euE+KKjU0rUxpD61dZsrAi4nqJ+YxjOV4CCdLeGsiLLNrDqIn0OFcFKsGZYy2eM+GxBkap0nrEeW8i874xiLWrAkEDR8QhDcyQ3rPXrO2PYPw11Y6nHnY3w+kfDZSQaiMwBnkdLC/c8+2NsvUWQxP+mQXHMm7CSREHme84krnGK6UAhoO0TeLXkX5T0wxw5PLUEwdMCbncbf8AqPla+GlB5bA0VDnXV6kkHw1nbrG0bbQbcvXE5nUnxIgQ5kHmZGn/AMp9vfGzux1yRC0l1RBBhgvLrEn0M4NVCBWpimrMsNpDECQB8POwF7YVJRADyFVf5KM3md2MgTICje45g9f7DzKlgCGhIEC8wYgEfT1wfK1KYAJ1JokrqII30MR5Q07D3wvlWUmoCyHSfKotIa8HULzYyNiO+HrLZmg/EvOwOmdVJGJP4lRQVPTY98G4XFXUlQCFgTOzREAwJJ3jt7YBQYuGdzakkaQSCWlmP5Ge09MTeLMSELMfxBQADc7xyUbC14J5yWUb+UdKzpsnnaIIQEqzKQQgJUiNUFnh52IMjYWGFOKZoLTTSCXW5MRqsAdpCNuSJ7+gaVSmfDrAkjUoZl2NyCCGiJt2HyBCkIChNv8A9FAmQdovYgwP0uMJwK8ig8zXJqB5Bkgk/wDKCLbxI35H0w/xTN6lWttsDHbUD+f5YhU63lZfiFyp9tJ95g+i4o5asjkiIpsy26FQSfZgIPfDThVPoCSBVCRTLAMAwHxe4N+e3LrhqjxDV4QIuCJi3KwBNgLST1OJ2azTOSGnUW80DaCQI7AWA7YLkOH1Zo610rUJhgwMqLmYJAIA9b4ZwVOwpFnJEUqfiZhdTVCNFM3sLAkHYTywhX4/UaS9QxpMp8IG5hYPpFuWAcUzwrvKgm/kCj7toEE3O3TmO5U4nQFDyM1M1CIdAgPhyNtUiD6D/JjC9xqLv2mzGpWuATWNyeRWVNhYRaOgnErLHWAfMalPSCBedwJB30sAQDvMWxmq4dJAPmp0STciQugmItABvfCXDa2hzAkmYMb+VgLev64PBwxaRmjHGKRVzplZVXA20TuL9DaecDHs9rdAIJYAEEdDEgmLmb9sO8VBrUVrE+ZZp1D1IBZXttMEeoGNMvwzUvig6QigtquCNRBWeRgTz+L0w6fypsahvKZgIi0KqytXUGI+5BAVvmJ9+2Om8I1EpFi4NMtRqEcxp1oxBBBBAiSDc4+e5nMywjdViTeABsAep5+mPoP2UzQq5ZjEMFAIG0qdQsT0kD1xza0eBcQEjnBm6L1gtSmUcPC1KZi8x5lHpuPpgWapmlUUOtjBWol0eNwfrN5PfHuOZbwqniI0w2o7ghWJk+7AjsQR3wWrmCtWoopFsuZLKN9RMyk7MB0taDh0rrh6A4RnhWddyKdZgCAdLkgb/DpJ3MSO4ABuJwsUNWpIjxFEkiBr0+ZoiwcC5HMBo7pCiKACOHakxcrUUEMPh0sB1Ukyp3uOYOPUs5Up10II1hTIWACVU6fQMoUzbc4K06baDRJ1s5LEi0gMdvX9fU4yKjatDSQtvSN9/Tb1x0fFuGU3qr4Q0Fl1qhA0sZuk/dYNboe2OZqgXUowqLyJiw5EEb78+RGLwkpbDDlJFaFUtqPxAi9km3WYIjr9PUq2pSYVItF5EdSdzgOlmbxFFoMkGwsQAZ53jvynG5p2VVABa+8ATG5P7ucBrFE5IufxS1qdYCANSMBHNvjMdmP0tiRUz3mqlROswAeQOw78sNUqcIYK+dWBCkbxYFRdTI+vbE6lREMZ828dZ3v12xKEErNWA1KWbzEqvb93xnG2UWwnkLmPYW549gSdOkSococStFOjQIClj5CT15sNV4742ynFqjs2gBtVNiFgGIII3HoIM/THqrpTtTp6CYEGCx6SSSOWwPpyxnK0WWk9WsqKskiLeIYAQDTyUkyRtGDUauv5OgHw7N1Hcmp4Saw2plC3Ai06ov164DWqorlwXDM2oQQYJJPpvbcze3XfQdLVFjz01UAxGrtPMEbX3B5jEoGafl1qwEECd+dh+/rh4xTdmq8nSaop6vDIUtccv5liFJEHzaWjeSMJU6dIOPO1NjHxXERHxQItHxC3W2N8nnDTdpIgAaxpsdgdrFgfMOfxbYncQyraVER5oWSZhpIt0FxbCQjmhUslF9VOmyFSfMF08ydLTIgzyPeRBwvxfIVTWnSZIRfMY2VRzuZ39cUsrX8i0U1KFpDVW2tEt5xJKwdl22m+JedrIKpYIzMUABY7MUH3fqZPX1w8FTY22DfK5eplwyNRrGm6+aZCGO4m9t5nbFDNslyCdFYEzAI/CTbpqPaCd+SNPPVaQDLq1GC2kBVRoBOorEnsTF+e2B1OIs6g1KaupLMSLG3O1rWEEdJ5YEoybsElZs6toepU0qukAwt2cgiFgjkCxY8uV8CylRdDKov8TNeRcCfYx8zjHFMq7U6IpXUBmCj4vMS0wPihdIteAMB4XlmV9TVEWfIZME6hpIAAv19sPScbG4U0N5gnx9XNqZqR6A7+rDbvh3hmaI4dXlpK1LA7jWhk+/mwjSyjaKbm66SQxJ+AGTaNhB5TcYN9noY1KVPUPEgCYYWBUsNtg0wRy7YRxXB6V9GCKPcEbwMu2YYAuxNOgCLHq0dv07458M+omTJMszX3IuRcbnFP7W50PWCUzFOkAlMDnG5t3/LGQETLvVHmdiEho0hvK5IXoB1+UYrDC4nzHRoc4r0lJHmUsDaARDkCQQdz9cByOZ0XMyCBB/5fX264xkfNpmNJqpuTB+6TfsR6Xxk5FSmtzo+9EMWYSYMBbCOZ6YalsZpDFeqzNUU28shRsSGDG07b4rZCkyZGoSdOuooEiYOkG499u2JuaraPDrI16moBova172ixiOfrhriOdapkqICkjW7RtGkkLMctJ+mJSVpdL9v6F6EoopQxFyY2+EX9zEfTtjsfsLWYPUQrZl1TyJUgRPv9DjmuEZJSv86FSAQdRBmRaLgiOvMQMdVwyaGZpU1pKEYGX1lmaxIa0LBI5DEvENNNAe5vn8sHqEW+F02nUtQaVPYhgJ9TjkM9wyo5Apq15Jna28tsI33EY7GvRqF2VGAZGOn139wdiMSOKZSp4uhU0K51GbqxaAQ4O4nZlMAbiNp+Hm1gy8yZk8gr0jl/FQsPONJYgXIMEC+4mJtPQYxTzD0SIdWpsJRiQyyLkENZYNuRuMZ4fQCZvTEMAwhbrvpYe1x7Y14V4b0KysGprTdC3mn4tSEwRfkNPMxcRfp5vp+RqsJ5a+VilNOqNRFKZDAEM3hnflOgkneJwTjC+NlxXZlavl9NOsB0f4W7sLqY5+mJ+dU02SrSYNTWQrjdXufMDdTJkbgwIJxSrjxKVTMKAvj0ytZBYLVRpmOQcBm7HVjVw58+/p9QpcyJwtmsirrAl6gHQED/ANdx3OGmooHbUdKLsxBJY7jy2AtHoCJmcPcG4U6U3aGIK6dmWZ6Ej4QSLxe/LC/F8odRUrqgyDqBGmYmAJ5ATO3TGc1KbQrywOUC0nUnzMpAnkSx39v17YJlKQVXHlLFQBNxOoNeTawj1npgSEBkJcnfVA5Hymxt1jnjQ1CYPUgb7/2F/wDOA02IrGuIUWTTqXQN9UiOgAOxtj2Kf2VzgqM1CoQykkpI2i53x7HPLV+G+GSF4VzJWWqE1VY+afMoAHxdSRcROxPpE4pZmu1WkYDSra4UydB8jRp35NHXUeeJ1So5l6RQVGM2g2MmF1DnY+2PZQZtTM6HXzeZlHSLNy3MDocXkrd4LVZrR8zvRJMVF1KXBEN3nadjHUHlj1PKQqqDpsWrvfyfhExOr53btjGfVh52YoJsoOrUd/KsmAObTHTpipophW8VCxEKVXdoANj6AH2wZScaYG6OdYgsdMtcyxtHWx5HvHoMd1wPK03oZd2XUzuVktMATbpELEDEQ5GjXV2irSSIViF0LBkgkkXkSSPWb4t/Z9wMmadKoGamakaZ30yBe5ueXTEfEzbgqtO+8glk5v7TColatUZDpZomQQAJHLY2AIOF1jV5QNaqpW9ntbtqBt3vzF6efDVv5y+UlYrowOkMvO45gD3HfE/PLT0agxtIOhRyMzJNweVvunFdN4SNjYSy2QeSxLaD5rE6jcgDsWv+eHckyuajVHKCkZLpAVZIEDmxN7zMAm+GTxNXKKHKrouSL3EAmCYKj15d8a1MsVyiUtKqxdWqaiVUFgyqxMyfKAdPLVcXjDuV7j77m2cyjIVWmAQtLWtTcaTsQfh2AHUXxFVkMBhpZtmbbuDtEn73bvIvcOSaP8NrBZRrYqCfIWFl6iSGIA54KeEU1FZK2YpLqCgKKhOiD94hSFkwIub4WM6tMCF8y5HD11LBV3RgeUtq69Yt274W+y+SqAVaiyGK6KRNgS03v0AP/kMVsvV10TSSrSUAgBlZiTEgwWvswg22iw2o5+l4NNaYLeKQSqiC20szM5imoAEk3kGIAOF4nTiubNfI5E8MoBwhrnWPwr8/OTt0JUYpUeHg0lYDTSpl3MgsWnSogTzCx06DB/s9wKnTVs3XJ8IXQbliTe4+ITYdZwLinGKtadI8O8IgMGJiW0nfsRA5Tc4Mpycqi/377QWmIeMmnxPBUqoshvHKZBHP1thJ28fVopaTMs2vy9fMD07G2G62Uqv4aSpJkErBm8Wjccrc4w1xjhC5ekA5kkkmkhEkAC7nlBIsOvvh1JJ1zMsClBEKikn81hdSxIUSYOkDc+pgxtbFTi9GmqeIkAJpCowmXNzPoFPb54nfZzMNUzFJVARZMqvOPNc7nl8sPfarJPrcG2kqwPZ5Xr1A+XfCS/8ARRbBWSZWrsVqsxJ8VUKMYmNRP5gr2jpjpvszmT4a0yVLUiHQmT5FK+KswYsSQB+WOYOXJpksQgRlUDl5jqOnrcMewJGH8rWOXqqQ5/lqtY73DOqOnpB27HG1IqSpGq2dJx2rNSotMxUUqROzSDa3WBbta+Gsi6Z3LsjkCouzb6T1MRImzC3I2JtO4vmF15pQFnw0IY9i4AJ9RIOFeGZpqbrUKw8AuoNqiTDW2JG/qAZgnHKlce+gvMxxnLVlqs2mXEliCCRqudhIUmY1SIPykogpuWZh4b/GhHmN5so7qpDG1t8Uftaj06njU2K1aVtQ+/T3U9yARPUE9MA+0HDFdaVdQENUDWVNkcrq0kfhaCVI6MIOOnTeFb3wMupJzWaio7Ul/lhYZCIDLqFze8/iFwYI2BxU+z9FnKX1U3RlM8tN1n+oMSvWGMWOFatAtlGYgaqTAgg/dj6XLW7HFHg2fWhk6ewevW+QBUEx8h/ywdSVwqO919PwHkBXjtXM+LqAFELCgyAIYHUTziJPy54kZasC6uB8L2ItaJj5/wD0cbcUUUkemCOexFgXLAHnMAH5Dlgf2ey2rxm06hTplt4vBC+t8MoxjBtbAccMzxWqjPIBVWkOAI0sCRMdCIMdyOWFGy8tEk3IsNzitxGgphmJBlS5nYKYMdd/oMTDmi1TWvlDTAn4ZkRP698Ppu44MtsDnDGh1dd5In2/tjGH8rl0FCk2x1vPsAOvXHsc055wc89w/h0qUl6t2v8ADsO0EAbxecFrPRbz+AFUkAVGMknbSBfbtHLC2UpisyhKZDEeZnA8kQGJHU2I6k+sF4rTZj4aL4dKl5dbEAHymbkcjzHMnAf+1N55+n7F7AcLzoOtisCAoYgNG4UgG8XO++G6PDgh8XMuuimSxHNyxkX3EkASRMA7Yn8Iy6UwaodqkEU0ABI1bzETC/ng1TiGkotRVIcl6gYzadIMxFlBO2KNfN8pt3g9m8y1dx/LAJYGCJ0jciGsB6CfWce4ZV1UqqMy6QfMVCj7rExa5OnnjbiGUq5dHqg61fT4bLHwHdjAjYBZ7nE3Jsf4aoqqT5qbbXJYupH/AIkfXBUU448jKIvX427EEgFfwtcD53254fyC0HUq50sYmZgGQRb9iMSK2RiB4igmBpvMi2yz9YxVbhf8PTWtWqDxTpNOkBdgCPi7R++WKTjBJJY9BnFcg9LgeitSlkdXYCBsQ3lMEgA79TtglWjUzdd9AIIc+IzHyogBWQTyI1D274r8b4SuVqLWRwuWco6r0YHUqxu17iIgTO11s1xenpbLgikTBqbbmxEiPOtieUiOV5ccrvf7Atk9s2tNxTpU/wCXUbTUqtYvNoB3RFsYF7CemJNJNFKoGgs6WURb+ZTINv3EYSzWtanmmxtJ5b/L6Y6DhHDFfMhSCdNmn+mG+XL1jri7qKv9/wCAnSfZbh4oUfGqgFxZR/UTIHrJF/7YTy2lWrZusjMazmnRWfj85JtBhAFUTeQGEXuXj0GkiK0NRrUy9/vOtR49ZgdsI8bzQWNLE1Cp0AX0hokiNpUCPQdTHKrb82BdRf7TccY1QviHUm0KAFMT37QBYDckycScpSBIdWIqg6jOlhB52vINvQjbClWk4IiSal1PW/fn646L7LUjT116jA6RYtJHlm9rmBJjmdIx0NKEKQzeA9TL1KeXVqJ01G1+aOjGUXmhI2+Ui2ObFYEUmJJJLatr6rNPtpvjoePZ9jQ1AghmcrJWbMIgc4VmQnqe+IWUqeJsFLa4BZZu6m8CxbyQJtLTHTaKqLb8zJUslP7OcOdM1S1kKfM4A/2n8xf5dcO+MMzlGfUWNLWrciyn+Yu8xFwN4jCXDqnh5tnJl4qHedHkc6T37coxU+zRqNRzNV281Wk/hrYA6FmQBsJJGJajd8T8vdm3OX1gUKmxJqUwAeVnJM99/linlqXi0/FVCW8NhFyGs1o53H5dsTqlEU6KEy5rOxX0Glb9TBIHr2w/wqv4WXRwSWXMaCBtDrI+TID3vOLS2tdTVeStmKa1crWdb1Go0u1gJ2vz1c+WOf4DXLBU1MCG8hHIx9Ztbnpx1tDiNNFpZjTFGqpDLHw3OoegJN+mOG0NRzBRJlawCjrBMfmPniOgrjJCpWmjs+NVPETLsQIZCrFTKyCy/JgoIJ5Ab3xtw2igoAVjbT4aqbeJpOpTv92ANXdhzsDKKuvwviptKabXV2cq09FJi33WMYj8ZRqdTzyPCI0wBe4KmNt5BuOXXE1C3wp0as4KVDNjwqrMigGnTYqJMguynsBc7e+I3EcuF0AswOk6BbSFXzG/Um2H1ra4C+f+WVKHoGpsqk9It88b8byILIajfy6YZmiOULpE82I29cNFqM/XtAW9HPZrKuzVHPNp9SWj9cdR9mURaRsPM0EdQoM/I/XESoGzE1NMALAX8IA3Ufet+xY4fVD/AA2qbsAobadVz6Ww2t80eEMnyJvGM0KoZkBhXPrpt8oIn3xNoMCyjq22+5HacXOD0g5zAIOlUlzIPI6jO29x6YjZ3Kmi7L0Jv1AIAPUYvptZguQy6FXiSaLINS3Av+F9Mn1uffGcS6ubJZZBAURbfqfXHsZQpCuKfI6zhdQ0NVBSG0Kzu7CzERKgg2CiSSZNojHLCu9eoNbaiTzmwntyvjoslWD02I06/DFNgpUgeYLqJvqlSN5urdcKLTRdJpMCFs5Uxe5A2Nt+vqMQg1FvGQ2kxTPR4dJEI0qCfig3YiQsibKMWMzwpa5aCQyqqliDsVBDAeoYGJwvRy9Y1Ip6JABLTOhVLQxvHOR/ix+JZ6nTZ0py9RwQxJJJIkgdgCAAoIIkHfGleFHcD8hvhLoF/g2rTV1MaTQwFNr2LA7HpPrviZxREpM6FwAqoCoN51qx8q9RbcfXEzJ0nqFSPIpdRFMQNxc35dCZxU4rQNbXUgNmKSqHTm6EQHgbkSAR6dsMoVO2/wCw1k1+yvC6RrayRUpqGLEqQFsbeb979MbZ2rTqV3zD1gCDCrfyAbDVpPvA52N8C4RrKZhXqAt4ekKpBgEjUBHlBIERNsI57RzDAL8WxYkkxy0iYLE/1c7Ybh4pu35B5ne16iVeGUazMreDUBDeaLMyDeSTB52JAO2OPrfZ0UzqqWH4W1aoY+U2UiZ9j74p8NzitwfOIIUJUpsFJmA7U7H1IIxvx91D5bNBAaJorrgCST5oE31CQZ3ADdMS+eMqT3b9rM7IHGMvqgL5zOgNedRvp7zPTed98V+DVxSr5hmYSqwY5Mx83y09fu4n0Mp4fmNXShLMkbj7qsY2MGLREbjGn8LUFCpdfMUpq2wOxJ22gjFHUlQt3go8Fr+IaxYFtfgteY1SZ+hIwh9pFLZhKgkEixNtr9PwkfLFbhtRaVJnpwUXyifvGVBsebX9JA2GNOLZcTUIB0UdLFvvaShUAA9159cIpf5L5bd/QPMQ4LlzUolKYl1IKSJJkgGxsOXtqx7jlYKopoSZiWAnWFMkiORcFvRRhvhuZDVKcKArRSeJsHHnPWwKiegY88LcTpaKeXLKCQtRL7AoYM9Tf0wU/wDIDmSqkDLIJhhUeZ2ErT5RedINsM8IXw6FStYEQqGTGrkRG+kEnnhXMoWpWBlCSbbhiqib7yY7g9sXOMZbQq5VLmmgYD8TEFmBHcRb1xabpJef0GkQuHuz1pO7JVnufDfHRcK4iGzDIv8ApJl6iUx2Cgkk9Tp+WJmQyoRy5bSERhJvBKGDHPdj7HDnB8uwrhJnWGlifMSUdojlKwDPXE9SnfobcU4zTCU6arINIQr9izT78/fCfDE1ZWsATK1KLDb+sW732wzxQsClIJLWg82EadI7SGt2GBjLslKqttLqpUnezo2/OxPph4/6fv8Ac1lr7PhSAkhtXwdAfPYz1BjsYna0jitEIpzGo66rFUEQQFsx9dl+eC8BYzlpE669jexAUC/UmRfvgmYGqcuSC1NVAbqwueUxJ0nnhF8s2wbDXAB5BVJGlaWknbTBYEn0SBbrg+RVc5SETrSaT6t9LWRj3kKCe2NcjUpLlalEXqNQqu3b8I9SBMemIv2N4l4OcQ/caUeT908/YgH2wIxb4pLfkZLmW8rmAlOrVpqR5w19ysMFMfdupgHCDeItF2qebwjcG+pn06STzEQfc4s57JmnmM0kAqzUGUC1vOsfXf3xKFV2oZqjoWAEgA7eHpkSdyFH074RJXjy/gDSJnD67rWpVdWolhqHZrH2iB2x0PGc41PTSpKCoWSNIO5GmOlxiPw3h4XQzkEjV5Q3MR6iOfqAMPcVqEU8tUBFmOsnmV1tHXY2/wB2DqVKao27Qt9kssdGbk+UoKU92aBiVWpirUDAEBmI9QDM+umLdsVsvXNHKNYjxa5IHUBCB/7MD6jBTTXLUqbTI/nNtcF1VUtysfnh+KpN9X9hiLSyyMQXaILBtPUWmfcfPHseohFUvBiQrSeUSLCxuN+2MYduXKxW5LYrcDfWxCoFoorB6kRJsQ21oiQOQ33wtxHJV6lUoKbikhhS0wBNzq2YnrcnDme4pGXVUHhUw5CBTDVALcv6rlvbnh7h1JkoPWfzVbADmJNlkzeSJPftiLk43JLy/wCjPGxirWo0aRppV0t5QzXJ+S3MCxYRHIjmlWXLJFUO7u4JACjeInSTMA33mRF4OF8nw/U7F/iYxtMBfMwjnqXY/wB8K8Ty5evTpiyOECdApIAFuakmfXBhFJ1fmBLIzmHpU/Du4WNUcpmQAFsOUzhfI5zwa/iUxDTcNfc3U8vN8J7T1xrxp/FcgGwqFKfpZR9FB9zgtXLqtAuTNSo2peyloHuZnFFiOeYzVDebRUdny8CmoVh3BaSJ/pAI774zxaqqPEakrBoFvxSpk7cvywlXMtURoVWeFjmUhQPQix7kHlhniOXaqMsUXZWF7adLG5m4AAJvyGF4aq+8CtUH4dl2SlnVgMjUqTCfvFGptt2DGfbHmyzvQoAMScvV0kdCR4lvfy32g98UeCeWqyAKatOmyXNm1IGTbq0A74kcOzrTVo1CSxCtt8LIy8jz+Iz/AGwnFKV+VP7ewE2x/Muz06cINRQoQkTENAi4jVHzGAZygKVCnSPOGIk216gBO+y723wCozJQRif5h1La+5WBba4APe2B/aCPE0aohkpk90QIT85wYx5crAilLHIqyrpJqmABazltumn8sM0qwepV1JFE0AXYciHLKL2JiTHXBeK5er4OVoIYqMilukkSxNuk/LE/+KptWpCkymiraTaz1D5JIO4IYEHoGxPdP1ff4GRjiGf/AIemtVVCvVBFGmY/l0zuxH42nn3xLzGZ1UghugNWPWUO8dj9cLVWq5ltb3LGDNgLqAB00gz6YZFQMyrSEg6gAecgKTHKQNX/ACx0KCivMasYG/sfT8V2pi/lpD0AqoXj2J98L1+ITnq1Q3HiWIPJW0CP+OHfsjVCZp3WyImlecywaCesBj7Yi8EybVKtImPO+5i5EkjGdXJvp37AK/FMvprVUAmQsA85A2jkLwOpIwXhDFa1Oo3lNlWRYqoVNX1OH3yzOaFRDLIKlKOrL8E+x1T27YWpDU2bYyQlOlpEQRqIc23B3+eIJ3GvL/gIK8m9JAc1RrGdNMHcWktA9PM4Mdm6YW1ApSWoYVqlWmfmwA7Dzg+wwXg9Tx6TAHzGtKA2NgrhfYgj/keuB5Eq9HVW3XNGxsBFPn1skeu+CrWHyCzHBToXL6o0UtVU/wBTs+lPoyn59MRuC1Vap/MLR53BF2LaWgW/EY+QwzxKs38qnzdlYr0AJ0j1JLsfUdML8Ty38NWVQwLJpZiJsTB+lsWisPq77+pqsdzKwyZlY01AVcSLEgrt0KkG34TjTgHCnqs6mAolXqG8coneTIiN498WKeSFRmWqAlKvBQahqkC2kEbEA+aOYHWJlbijuoJXRTTUFpgxDi1+bMSV8x6HbE1JtUu+n4AtjqOIcQFUa1H+nUUEzcrII+oIg7WxJyFVQ9e8KArEj8TqQR8iB64NwDMTrpG8HfmeUnqJG/YdcDZKYUuvldkqlkEmdDaQw7jSJHv1xzK1cRCTw+gtNXI//M6WnmWVr/Mx7YaUoaTiJVKwUMNywSJ6W5HsMTqtUrTYXnVNT0Dtp9zMewxcyOURKRJ+FvEqgcpBpoO43a39sX1OrGYjnnU1qigBkpgKqG4ZpkewJM32UD0R4lWLU6VIOWQgsXA+JlBUiOYAW3qTjTNMC1dlYKNZA9AeUdmPrfGOIVAtGgAL3a29yAQD3JOKwjXD3yKcqEKlLSljJJFhtAXcjcTNvQ49g6I3hwFNtjBJ0tBA23kbxsfTGMXsZFcAM3jlY0nyqF7kBQD03jqZOKnByXzi0wx0U5Jm4JJQP35kD1xNUikjMNRZbKDzZvhtubz6gHD3B6RoHUbuabqzc/EdlgewBP8AxOOCb+R16LvvcqtL50Azc5V3YyXRoHcGqz/WmuFM9Rdc01IEWqeJTbaA8G3oIPqpw59saeupQ2iqiljz1ICp/frhvOcNNZco63qFFRmBv5fKT6DcnthuNJJvn3+RFp5JVPhhr1CRZEJAEbkCT2G4Hq2EuIZjxBmHZSL01W1hBPP6++Ol41UWiaVGksrJUzz0j8y1z/txhOGJUTS2o69wGgQgEQAjGfNy6DD6MnNpJf0sv2H09CWq20c7SpB9TVBJfyKBuxHmLC3WDJtBPoaXiMaSgJch1YAk+XVJ9S0C/PSeuMHg+quUTUVAAbXbSTJgEqrHywRpH0M4r8Ky9UBdYQAHSTqUKwEMpBm9tQtzBwdXiStK+2aehNrCOa4fndFWk8mXKT7aVHtILfLFXjLK2Z10/K2kK5ixYnSp91Kt6e+NeI/Z6o7MbIB8J1CyjY9r9Y/PB8hlKzsAyhYVVMsLlAVNp2ACidpFjjSja40hP0+phtP+DevlwlQSJRXo01nmQQzH1kgep7Yl8cyjtU0hTqqMIHdnM/3Pri/mMkajrcHTVRxcQYljEGSSGBt9MNVwA9AyC7MAhsRBs5kc9IKjux5jEYzlGm133uL8GSSbVAvtVUI8VU+I0wg7AC/z/Q44vJJ4TEMRFixH3WBGkz2a/pIx3Wdywq1qpBbVqZYLqCBGkkJpuLzveNxjmeG8CIqFqgD01DSNQHiQTG5sCfvGBIxfT05QtNZefMo/C6kOXmJ53LiidJhXZICmSFG0zeSwA35Yn5cFaqHYaww6RI59hIx0WS4fWqVHqMqSS2kagCPMV0hCZXaJ5R0wLN/Z+oZKBIJgjUBB6QTc39Rt0GGi3dND/p5OHFRMo1BR1JcTVAb0VG6/7/pg32XX/wD0UNyFL1I/4Lb6ROHuIfZoETRPmLNOt1uSENrA3lhz23xvwPhVVajPAVTQciWFiyiJEytm54bUT4H1a79xZeH1Fuh6nWCHMLsVHjLeIKyv1WflhTMVIyuarEf64ogemmPmJafTFoZWVJcoCUCvJE/eVh8w1/XEocOdcolJmE09ZKqw2KtBmYIL/wD1yxyQg6unuvp/SEhozy3F16E/7NZoQUVfhPiAgbHUT15qo+WKvE8nqWq6A6KppVBcRLJUBHSzCT/uxI4dw5lolxYajNwDpQ6n0gm50gAe+HspWZsqKROoisRPIqxLesET/wCWH1lT4l33ROcKVsV4VTV6prMAERvK2oAMQLCY+EWvyA+SOtFLbPX1zLCVBPQN8cdWtfY74ucR4fQCJRdyoUkCHCAtYtujCxIEsQJONcxw0VwhpsuqkwXVNqigK+oET5lHlYgkbXvivDJU3z5c0uRZ+G1EvPpzE6WeatSCFj4wd/DdrmRDaZPUMQB1tghyqOqrs9RyZU21qCYPIbz3t0w7S4chqOxVgwqvo0vaCoYOPI0kjaPzxTqcOpinTaCv8xpmRBeb6mQQBf7vPC/DnjhW+23fIMfCzkljcgZBTl28QgFNRDgTsd/zJ6WF8b/aI1KVUGmAdE6TvZtTbcwZM+2H8zlfApyrSOXmDeWBJkAArO4IsTvex81SSvSVuSrIKuARYnSRpba4lgB5gI54ioy+NlLpuiK8PP4nBi/VEPiWXmlVcCFanTIUcmeogYT1GkD0g4t8YKii4UQBUZCeoLGp+ZPyxjLcJGjwWZmBZKlzp28qqw0tcxDcgQMJ8XaMtmQLz4TraPiIBJ7yThp6ckkn179mPPw+pBJyRztKmabsZXynzHffy/qT3xvmteoIF06V0kACYkmFY7SOn12wOhXYKWcqFeNQO+1jE39PQ4t1tNVVdS3nVC0i9jpkTzlSfcYpObi7YZQVpo5qnWZWOuNLG8SII2FrjHsPcTp3DjSyCzEC4Jnfp6d8exRPiVjOGS1RSak/dpmB3dh//Cn5thivkCaWhSRDagY2MmI+ce+NsrligCFiHA1MORL+Y3HTb2xpnMwFUld+W4uxifrjz5N8SSOqMUk31NeGUjUyykjz06jrJ3hoqH/2BxZ4YjU0JP3QVpk/1GT8vrftiVwjVR8VCAykK6wfwkK24H4pxc1zTdRHliLcwb/OcJqt2+hJxtV5nK57zZlATsCY264uFk02IUgNpsCPMFhhPT03xIzDzmkI5Lv6Tiyr2w71ZadOOHXudOm6uhL+LpqmuqTckMVHOFTl8NlWIBtiguZU0mqTamS8xuSHNhNrkRebYSrUbydjYj/H0xtQyw8Jgtg7CY6CT+eGXi5KKV95/LDqTnGNL07/AJC8Iz4rUQCxGqncRs0FWO95Jm5tynDVJFfS4LEQBARj8JDfdNjqmxkEcsTOH5MrSZQTOrSPRWPPuI+WMDKsI0tYk2YTB3G0WxReIcXS26dp9+ZtOckqexUoOJpr95V0wCfMSokSOYK7QZ9sBqOv8SrKBppqC0TcxUabmdyN+eAUahVXpEQZAY28+reBeBMW9Z3xitRdRqENqpgaZjkOtj+mF1Nec8N9u392T1Zy1FTMjPpXUtJgEx5RbzA2O1tg0ixMg2jbPZtA0vqBcgCFJAJVqfI38rbGL8+WJfCKgANMCGGoeoDdsWaC+ItwBfpP764aXi9SEqWy5Y8vwisNWbSaFauZnWKbFainSPLaNbOBM3kRMbmcUKtKNJvaorE6WCgAux858pEkwYEyMTl0K7g3WBy2AEA/OfkMatmkPlInblve1z/3gw8VqJ3vhe3p5jx1GnkHX4pTEEtUAOosNOxU0txqvGlrj8WCJxmidQDN/MAQQkkeUbX2MCeYmO+JlbSWLMZ0aoF7liBf1Aj3x5svoZaigAVPhE/DsL9SflbnvisfETXP28vwiL15x79PwdKtVRSq1GJ8yn7twrO7g79DBHVThWpmqb0TDN/psi25gIvW3mU2vv3wXjFMutQA+Wn4cDqZn62BxNCLQhYlgNRJ5sSIAjYAhfcTiC15tb/1VexCGtqShT5+1HqecSmpyzgxDKsatLSgm+qB55FwfLGFuFpoy7oAwAZnWTJC3X5Srf5nG+ap1XSQo1IQwYED5+sfPFTMoFZ02UoFEekewsT6k4SU7jXe5PVXyxQhmsxRlGrDz3cShI1GA0XgyVBAbmOdwcZPitNX0lfDUf6elfKwVlb7ogNqWSAIIaARY4n1al/DqixsGIDSLQCJ3HW+NERy4pqqkUy7CLSGFxc7COvLrjrWtKvm6eW2xeWtKrxZdr11RL6vKCF8oNyrQSJgeYzztHTBuD5/VS8z+YVGFwNtKysiIuRfeTifnSwJA3+9G3wgn13wfhkGmHN4qMWHXyqsHrIgHEZa85K55r75+4ktaeJPk39w+Zzfha9CkarkQy/CPu6SCZIubTa2NUzKoykjz1JYqUJBeP8AeJj4Vm3uZwpkKykujEgi5A6QQGB6/uMNV6xpKmgkxyMbG4HqCDfG/U6inb3/AOfivydD1JN8SY7l87TCBlC6QNQZgTJeCTck/FMqeguMRabJV8YTCGkiif6Hmfe1v+8O5bLEU6ijzBWZl1c1JMqf798C/h9alk0orgBYB6z5t4uItOJfFfC43i+/dnLHUlNcEuTOVHDvFLaSdQPmWJtuD+duxxZ4I0mCR5AFIv8ACQevQx9ca8NqKjywjlr/ALRf3x7P5gaiadiVADX3swkHlbFZylJcJRQSyOUnRCxIBVrHaCQdyOtox7C+UzqzdQJ5R9fXHsc0oO82HbFH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2226" name="Picture 2" descr="http://www.kvk.pravara.com/pages/Widly%20Adopted%20Technologies/17.Improved%20Fodder%20Production/Picture1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76400" y="685800"/>
            <a:ext cx="4591050" cy="347662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54715" y="0"/>
            <a:ext cx="1903085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/>
            <a:r>
              <a:rPr lang="en-IN" sz="4800" b="1" dirty="0" err="1" smtClean="0">
                <a:solidFill>
                  <a:srgbClr val="007400"/>
                </a:solidFill>
              </a:rPr>
              <a:t>बरसीम</a:t>
            </a:r>
            <a:endParaRPr lang="en-IN" sz="4800" b="1" dirty="0" smtClean="0">
              <a:solidFill>
                <a:srgbClr val="007400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6200" y="4114800"/>
          <a:ext cx="8915401" cy="2527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/>
                <a:gridCol w="1143000"/>
                <a:gridCol w="1143000"/>
                <a:gridCol w="1219200"/>
                <a:gridCol w="1219200"/>
                <a:gridCol w="1139953"/>
                <a:gridCol w="1069848"/>
              </a:tblGrid>
              <a:tr h="102362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प्रगत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जाती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एकरी</a:t>
                      </a:r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बियाणे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पाण्याच्या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पाळया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कापणीसाठी</a:t>
                      </a:r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दिवस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कापण्या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एकरी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चारा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उत्पादन</a:t>
                      </a:r>
                      <a:endParaRPr lang="en-IN" sz="2400" dirty="0" smtClean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पेरणी</a:t>
                      </a:r>
                      <a:endParaRPr lang="en-IN" sz="2400" dirty="0" smtClean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</a:tr>
              <a:tr h="1338580">
                <a:tc>
                  <a:txBody>
                    <a:bodyPr/>
                    <a:lstStyle/>
                    <a:p>
                      <a:pPr algn="ctr"/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बुंदेल-२,वरदान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,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मस्कावी</a:t>
                      </a:r>
                      <a:endParaRPr lang="en-IN" sz="2400" baseline="0" dirty="0" smtClean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१०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कीलो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८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ते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१०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दिवस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२०दिवस</a:t>
                      </a:r>
                      <a:endParaRPr lang="en-IN" sz="2400" dirty="0" smtClean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५ </a:t>
                      </a: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ते</a:t>
                      </a:r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 ६</a:t>
                      </a:r>
                      <a:endParaRPr lang="en-IN" sz="2400" dirty="0" smtClean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२५० </a:t>
                      </a: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ते</a:t>
                      </a:r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 ३०० </a:t>
                      </a: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क्वींटल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dirty="0" err="1" smtClean="0">
                          <a:solidFill>
                            <a:srgbClr val="007400"/>
                          </a:solidFill>
                        </a:rPr>
                        <a:t>रब्बी</a:t>
                      </a:r>
                      <a:endParaRPr lang="en-IN" sz="2800" dirty="0" smtClean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4034" name="AutoShape 2" descr="data:image/jpeg;base64,/9j/4AAQSkZJRgABAQAAAQABAAD/2wCEAAkGBxMTEhUTExMWFhUXGRobGBgYGB0gIBsiHRsaGyEgIRobHSggHiIlHyIfITEhJikrLi4uHSAzODMtNygtLisBCgoKDg0OGxAQGy0lICYtLS83Ly0tLS0vLS0yLS0tNS81Ly8tLS0vLTAvLS0tLS0tLS0tLS0vLS0tLS0tLS0tLf/AABEIAL8BBwMBIgACEQEDEQH/xAAbAAADAAMBAQAAAAAAAAAAAAADBAUBAgYAB//EADwQAAIBAgQEBAMGBQQDAQEBAAECEQMhAAQSMQVBUWETInGBMpGhBkJSscHwFCNi0eEzcoLxkqKyQ8Ik/8QAGQEAAwEBAQAAAAAAAAAAAAAAAQIDAAQF/8QALxEAAgIBAgQEBQQDAQAAAAAAAAECESEDMRJBUfAEYXGxEyKhwdEUgZHxIzLhM//aAAwDAQACEQMRAD8Ah5hRCneVUz0K+X8t8eZBGmLnmeUf9R74wqnwwV5N3jzDvPNT8/fGlFtxeLmfnPrttjwORP40+oWpkmCi+5vP/WMDLNHL+wHttjapVLASRaJJ7C//AFjM6QG0jUZO3afzxuLqdEPFdTRKZBAuLmY+g/fLDIpKGMNuPlseuN6ekjVAI3Fv3zn540y+XPmJuQLc5mD+/TCuYk/ENv5TVUgSAZWSNh7HqMZqIhDNef8AE/3GNVVixG1hHeBAn3wRiZgAwRPyIgYHGT+PO7GKuWBMjsN+kD9BgApjbcz/AIwbKmFneTAHpEn6fTG9KmCxk7m3tN/mPocLxsaPiJ9QNCleCoI/ftggVR5Qo3H5/v543emBtboY2gW9cBXqRybb0J+t/wBjGeo2NPxM2PEXibdxzxoak9IkbD9+l8auk+afYCevy/6wKnmQTHbmd5g2+uNxs36mfMO9ZhEAE25dZv35YxTqkiDG07Am/wD3hV/jUz5QTfuLjDiAGqLG8z8jbttjOTF+PO7PU3JItbfbpH6Y0q19M+3LmdsYFiuphfoed5vtcCMeFKTe4G5HKIP9/rgcbC9eZ6lUYrI2jbnYbd8DokqJN2mWMDcwPkLDBUYydPW30wOC+pdMQOlwZH1P77lSYq1ZBPG3O+k8u1sKeLqllMAC+3MgbDfkJwzSqADSJJv+Qnvv/wBYBXCr5l6Hbe0/ST6412aerxCudrtrU01DepgDyyeR9dumNa6VjBNTTYCEC23JuwPPpHLDWVoSqr/UZ94vt029ceyel2IM6dv7DGUmtiSZLzOSLaV8SqSQ0kuRCi5MLA3tfme2Hf4QBQDqUTaGIgfQn93xsSyksRGva17qdPtz9WOCsCFgvcWvECU9Oo+nfDS1GZSd2C8Miyuw7NDe0m/TngyEARE9J9uXb88YrrEMJNzHqJt++2NCS3lANvpNvzMn0wjmynxpLZm1IW+skDr6Y3K+bTHOLbmJ6+59sYoKGOsi4O87Ab4VaoarineJJbadO57dvfDKTbG/USNfDvYyAYEkQSLnaxA69t8DzOYIYrziwEAX9LYYHMfACLW+Hmf1xlBCwQNJEoZEW2gjeZiOuGUwfFkKJU1XNx9bi35HHsZy6EoxHlAggczcCSfc49jXXMC1ZrmeyGY8rAh+REj8JE39CfrjSuGSbDnqWRJ3EgT7xbblhpYWqoNiCRHWRpNjymMez6TpO5mZ7cvSLD/x6nBtXsQ3RqSjiVMzFwPa3qpJ7XGCeAwWIAPLtvf0i/phGrV8N9YvSJE8hzFuh3tz54oZmsN1M9OW9iOl956T0wHijDKQtBGJHNST1F/cXON0A06gZkH36fl+ePcCzAqKy7qYPOAQbjaNiDvjXNUgtydMMoJA6CJI59cTazTGMUANMXkNeef+P843VpN+nz5/r9MLFmYSDBty5Cbd9tj1PIYLlgdem23Pt+s/Q9sZrmYwCSxpx8BAvzHX5T8sMUk0RJ1PBA9R277YFmp8WoTsyqBHTUR+sn3xs9kBkQDJ5RzsfXA5hibZuj8RS8WMdYOFqNGTvsATHImAPb++CZptDMZOmSIjfr+R/YMK5evpYNyb97c7RjJGbzQzQfZZ3sPXcfPb64xmdKIG2LSCee9vblhc11ElbHkZtHKOvT9zjetVVxSvM6bARJJJiNhJGHUaBZvXlTDQqiwkW26c+Rn/ABhzhbjUgBgNOoHqWtP19z3wq761JIBKRYc1JAPyM/PA8krAgmxsyX3Ctt6/nIwORtjUZqGEzE2kXgE9fn6YKtYiYkW/O4v6Tg1CmjMVO06Ss/ECOR6g39QPTCiVP5mmLaluOYsd/n88Gk0Bs3q5wBwIuoJnlu1rcztHedsMpVnXMk6ai+oIIU+xG/cYj5hYqSPvNYct/wDH7nDGbdlLQJBDFhtAkR9AJHfDqPQzYRs0JYkjbl7C3UgHAmrBlA6SWIvyEjpAIA98ByyeUqw+BC0FRFydz6x3vbBKS0i4SGKXcgC7TEL72+RxuHIt2Ho1jrSLa5i+ymI23jp64HmqyqyLtLww7z2G2wvcY24itTUKwjSFjSOQgWgc7k+nPAfFUMHkNqQASBfv2YkDmdvbAcaMw1Wvrr1KYHlRGnnLWNunL5HBqQEDzWJuTubD9TPscLcCQlKj7uzR1idf6iMBFU6gljqCkHfe0DabkDsB2xnHka6yMpVEFSSIJMc7fptfAspVAYHUZgkzzExB6W5/ljHFHDCVg3CtFt4PyIj64TVhqK6rwCTHIki0ewjv6zowTNxFDM1v5cDYsZ/42A/X3GNuGFStQrYkEE7RI/WfywhmXnw6Y2Aj5yTHtGGqVJdIIAOpwBYbC9re3WJ741VgyeTSpmiagGkaG6nkOZvYY1y9QlyWH8sklViNLhYU26/2wvRqE5io29hEbTGog+4ONatQQQDA1XN+0AfT5jDNVhByPVqlyqnkQOcDVqv35egGPYS8bpZQP+v33x7E3F8gOQ/naX8yo34Xnc9jjNdxqZQCBIO3SBPeRbvbGisGHnPme/QHyTftIPyxtyWpPkdVANjcQD9Rh3YbNGVaiERJDEWHoRvy5R2OMZQAN4YmAsKPaBvtBvjNUiQ19Tc9je1wP3cYNXBB1LCgMdx8QtIgX2PzjC3yAxzhzCnUHl0r5QwHuuoD8xyGC8ReHBG4eCJ3kGP09xiUVcjcspgledp2bkRex6b4pUqmpbTIIljyAMifYke2BWbGTBLSuCtu34hv+pONqgIKVFmWYgg95B+sXwKpmwgYoPhCCQfxkCO0CO+DiqxHUyDeOjQbbjb/ALwtGsBmqkMYJOkLNpi4P9sequCQJgBojl8QBkfKPpzx7POuupYnUAZH9MMTbfpGCVYIbUVDBmM7/wBVjHPv2wYrFgTCZlQzsOduVlnymCfSTgNNVEapAKrvyIH3iN7iOW+NK8OCyyDBkDqAD84/TBapZmKnYKJBG41E+1ib8ow4WxQIU1K1xYGLgTJN/wB2+jFcnQlXSVOvUb9jA+REiPrhfOV/OFOxClY3Oq035729sEz9QNk6bCQrVDYnvtOKKNoBo1UKAAdx5rdPpve364AubPkBskkAATF5A6kCY9BPTGaqncoGRgSWvI2G/WDI5XmMas1M1EAMecMg7KZI9NN/WeuNGKBbHabmWtDAxI/4wfYb9g3KxNVtY8w2/Lykb/PEvNZpvEWppOrzDfcSpF/WJttg1DOlqbMB5kLLvYgVDI9dI+pwJQeAhcyp1tsGAsvM8v364C9jpqCTUktb4QIgA77DfvhfNVFdVZSWqyweeRggf8YiI/PfapmAVI3CrNt4LAfnywyjSFYCnm2AYA3qCFkiYBn/AORHrjOXLDUwBvKpbmBb6sf2MYySh6hQ84APL4h8jEj3bqMZMLSVUJ1GdY+RIA5xJk737YZqkKh/J5uU0Ey8iZ2I5mYsL8+3pgfEa0MpIIIFzHr3kDnJ79IwnSypWrRctKVDAK/dPmkGOnljscb8YrzWAMmAWgAxLSwDX2Ii3ecCs0PyGOGZgI1RBOmp5VI5HzHed7thhcmbMLnXaBt8LMO1xt3xCbNFdTmF5gd4BFhbn9cN5LONLVPEACy2kTsxAnqRMDbAcHuBO3QXNuA+0eTUfUCPpce4xKSoVqGWIJTYDmW2Hz36nFDPU/EkqyljpJiY2BJEi14tPIYBmsstIamBYoLNyvMRG9+f+MbTa2F3eAOXaxYwNINpsJMAe+3eO+HMtmQ3hn4bkqAZvJCmO5J9hhOlxFKhakFA1mFZF2jYlZAMHp0O+NDlQpKmBAJBmRAIAE/O554dw3sKwblTqLX/ANRj3JJNo537csUcoFFOoGWfEXSlrlrNfpE/U9MDyFKmaOsnzUjJtyLXmdxc+nvgi1Gc6zOkAqI3E7x3J8vvOEcshWKYrllUGWJ8O3qTHKOhx7A/4iVE+VTIBIB0wdpI2MEjHsbh6h2KIpqfiqEsxEQDNhERubSbYbFNHoKgINtKkSLrz2gR0xzuRYnSWY+K99I5KDAAPOIuBeeuH6OfJhSwYsWBuBJYKoJO5OoG4k+2DPTdmD5euNQRhHnIYMIg7/pI23HadTUYQSYmIE92/wAfIYHQBKEONb07gmSWsTBJ73Hb54Vr5ovdhpkE6QdQtY7W5RheG3jYA3SrFSV1mGMExvbeeVpG3Lvh3JEpO38xYKm0kbH3vfuTywhk2FRdVrCI2Gpov12BjpjTNMUcM7REETdp2gekG885wUrdGT5nsm5ZWuRFRUYRbeb95vvhnJZty7Mt2aHUMbG0mD7kXty2wlxmuUAo6ydJEnvq3PPYx/xGC1mFMKQLHkLDa5sDEX57xguH1C1RTas4qagIp2kPAKwLkNub+0Y2qMhDAgxvA6mIg25W5WwpUJqL4tMS2lVqo1wQJ0uOcyI+vPE/L5gldL3W5sNwDAH59DY+uFWmDYo18yihR11SZIuPKRaxvywfMZo+IQdyYuJ+6DB/LEDUzKwJIZWExGxBaw3JkAGMPcQdgyBgSwkNBMSByv0EYaWkgXgxVqmpWpk6QZMcgNOor/7k/linnl00E3hFeAI6gbxaAOQ+fODVqAhmYSpUewO5PviuzP4FNAfPLRB2vo94M/LDZGi9zVMz4dNQEUyLh7zyAImDYduW2HaOaqOqikwQvq0+VAQReNoiA3mHy6R87UQFmLJpXyH8QO1uQ5knl+TGTRhUp6dekNTI0r5SGiTqAsfMd+hxlHFhHF4rXL6NZB62iSDBFtiRbfphDK8dqt5amlgXhiUWwjoFvuMe4tTaiSyltAdp1DzWYREATEEg2m284mFfMzyDTLAyOszERad4tY4okmjOxypxSmgcPSEi6tTJEmy7MSNiOm3pg+U4ejUpptFU3Zfu87Ry3tci+IGYXUyiA150hgegJgGZ2+WHK3EzSdEIlqTNBWI0kifmb+h74ZwxgHqUDmdLeakVKiDa7E85HRbCOZwLiNSmz/yQYJ1AbfERAk9xPtG2KlfMU3QBifCqEDUN6bGZvyGwja55HELM8MZazUnBRQwuLA3AWDHPryk4lBp+RmVeDglW1p4bF9YDAhdQlS1xKyOfP64kcRk1ShVgwDCZgsoLAGPkw7Aeoxw3jA/iFpldNIDSQFI0mOXcHrOK9DP06pZat9JYI8eZQZsQPiW3SRaRucFqUZuTQXTOezL+QRJ+K/WBM33G2C5alGoQDCoJJkWA2HMzO9hfng+a4M66FYAASSUvbcm9zEb+mFssGV2UFV1q0TvzgCOYjFLTWGJRtxCoQSpMgKLWIMqGJM7kcvUY3ymaiEWQSBqBNhYhSOW1iI2kHDubzOoOFrhU1EFdMAhSVi4gm3PoMAd6Cw7AnaBcD2H9z1wrlSqv4M8YQlwuiwqsyxsII2E335QJvBOD5muo1LJCQIJ3B63sNRuRtbsMFHG4IFNdIJvaPUmP74AOIs7AMQRaxUETaRef39d87dtUvUxvlcyq2uORDXvtyi837Ww4nESGA+FJ+LcHc+99h6euE+KKjU0rUxpD61dZsrAi4nqJ+YxjOV4CCdLeGsiLLNrDqIn0OFcFKsGZYy2eM+GxBkap0nrEeW8i874xiLWrAkEDR8QhDcyQ3rPXrO2PYPw11Y6nHnY3w+kfDZSQaiMwBnkdLC/c8+2NsvUWQxP+mQXHMm7CSREHme84krnGK6UAhoO0TeLXkX5T0wxw5PLUEwdMCbncbf8AqPla+GlB5bA0VDnXV6kkHw1nbrG0bbQbcvXE5nUnxIgQ5kHmZGn/AMp9vfGzux1yRC0l1RBBhgvLrEn0M4NVCBWpimrMsNpDECQB8POwF7YVJRADyFVf5KM3md2MgTICje45g9f7DzKlgCGhIEC8wYgEfT1wfK1KYAJ1JokrqII30MR5Q07D3wvlWUmoCyHSfKotIa8HULzYyNiO+HrLZmg/EvOwOmdVJGJP4lRQVPTY98G4XFXUlQCFgTOzREAwJJ3jt7YBQYuGdzakkaQSCWlmP5Ge09MTeLMSELMfxBQADc7xyUbC14J5yWUb+UdKzpsnnaIIQEqzKQQgJUiNUFnh52IMjYWGFOKZoLTTSCXW5MRqsAdpCNuSJ7+gaVSmfDrAkjUoZl2NyCCGiJt2HyBCkIChNv8A9FAmQdovYgwP0uMJwK8ig8zXJqB5Bkgk/wDKCLbxI35H0w/xTN6lWttsDHbUD+f5YhU63lZfiFyp9tJ95g+i4o5asjkiIpsy26FQSfZgIPfDThVPoCSBVCRTLAMAwHxe4N+e3LrhqjxDV4QIuCJi3KwBNgLST1OJ2azTOSGnUW80DaCQI7AWA7YLkOH1Zo610rUJhgwMqLmYJAIA9b4ZwVOwpFnJEUqfiZhdTVCNFM3sLAkHYTywhX4/UaS9QxpMp8IG5hYPpFuWAcUzwrvKgm/kCj7toEE3O3TmO5U4nQFDyM1M1CIdAgPhyNtUiD6D/JjC9xqLv2mzGpWuATWNyeRWVNhYRaOgnErLHWAfMalPSCBedwJB30sAQDvMWxmq4dJAPmp0STciQugmItABvfCXDa2hzAkmYMb+VgLev64PBwxaRmjHGKRVzplZVXA20TuL9DaecDHs9rdAIJYAEEdDEgmLmb9sO8VBrUVrE+ZZp1D1IBZXttMEeoGNMvwzUvig6QigtquCNRBWeRgTz+L0w6fypsahvKZgIi0KqytXUGI+5BAVvmJ9+2Om8I1EpFi4NMtRqEcxp1oxBBBBAiSDc4+e5nMywjdViTeABsAep5+mPoP2UzQq5ZjEMFAIG0qdQsT0kD1xza0eBcQEjnBm6L1gtSmUcPC1KZi8x5lHpuPpgWapmlUUOtjBWol0eNwfrN5PfHuOZbwqniI0w2o7ghWJk+7AjsQR3wWrmCtWoopFsuZLKN9RMyk7MB0taDh0rrh6A4RnhWddyKdZgCAdLkgb/DpJ3MSO4ABuJwsUNWpIjxFEkiBr0+ZoiwcC5HMBo7pCiKACOHakxcrUUEMPh0sB1Ukyp3uOYOPUs5Up10II1hTIWACVU6fQMoUzbc4K06baDRJ1s5LEi0gMdvX9fU4yKjatDSQtvSN9/Tb1x0fFuGU3qr4Q0Fl1qhA0sZuk/dYNboe2OZqgXUowqLyJiw5EEb78+RGLwkpbDDlJFaFUtqPxAi9km3WYIjr9PUq2pSYVItF5EdSdzgOlmbxFFoMkGwsQAZ53jvynG5p2VVABa+8ATG5P7ucBrFE5IufxS1qdYCANSMBHNvjMdmP0tiRUz3mqlROswAeQOw78sNUqcIYK+dWBCkbxYFRdTI+vbE6lREMZ828dZ3v12xKEErNWA1KWbzEqvb93xnG2UWwnkLmPYW549gSdOkSococStFOjQIClj5CT15sNV4742ynFqjs2gBtVNiFgGIII3HoIM/THqrpTtTp6CYEGCx6SSSOWwPpyxnK0WWk9WsqKskiLeIYAQDTyUkyRtGDUauv5OgHw7N1Hcmp4Saw2plC3Ai06ov164DWqorlwXDM2oQQYJJPpvbcze3XfQdLVFjz01UAxGrtPMEbX3B5jEoGafl1qwEECd+dh+/rh4xTdmq8nSaop6vDIUtccv5liFJEHzaWjeSMJU6dIOPO1NjHxXERHxQItHxC3W2N8nnDTdpIgAaxpsdgdrFgfMOfxbYncQyraVER5oWSZhpIt0FxbCQjmhUslF9VOmyFSfMF08ydLTIgzyPeRBwvxfIVTWnSZIRfMY2VRzuZ39cUsrX8i0U1KFpDVW2tEt5xJKwdl22m+JedrIKpYIzMUABY7MUH3fqZPX1w8FTY22DfK5eplwyNRrGm6+aZCGO4m9t5nbFDNslyCdFYEzAI/CTbpqPaCd+SNPPVaQDLq1GC2kBVRoBOorEnsTF+e2B1OIs6g1KaupLMSLG3O1rWEEdJ5YEoybsElZs6toepU0qukAwt2cgiFgjkCxY8uV8CylRdDKov8TNeRcCfYx8zjHFMq7U6IpXUBmCj4vMS0wPihdIteAMB4XlmV9TVEWfIZME6hpIAAv19sPScbG4U0N5gnx9XNqZqR6A7+rDbvh3hmaI4dXlpK1LA7jWhk+/mwjSyjaKbm66SQxJ+AGTaNhB5TcYN9noY1KVPUPEgCYYWBUsNtg0wRy7YRxXB6V9GCKPcEbwMu2YYAuxNOgCLHq0dv07458M+omTJMszX3IuRcbnFP7W50PWCUzFOkAlMDnG5t3/LGQETLvVHmdiEho0hvK5IXoB1+UYrDC4nzHRoc4r0lJHmUsDaARDkCQQdz9cByOZ0XMyCBB/5fX264xkfNpmNJqpuTB+6TfsR6Xxk5FSmtzo+9EMWYSYMBbCOZ6YalsZpDFeqzNUU28shRsSGDG07b4rZCkyZGoSdOuooEiYOkG499u2JuaraPDrI16moBova172ixiOfrhriOdapkqICkjW7RtGkkLMctJ+mJSVpdL9v6F6EoopQxFyY2+EX9zEfTtjsfsLWYPUQrZl1TyJUgRPv9DjmuEZJSv86FSAQdRBmRaLgiOvMQMdVwyaGZpU1pKEYGX1lmaxIa0LBI5DEvENNNAe5vn8sHqEW+F02nUtQaVPYhgJ9TjkM9wyo5Apq15Jna28tsI33EY7GvRqF2VGAZGOn139wdiMSOKZSp4uhU0K51GbqxaAQ4O4nZlMAbiNp+Hm1gy8yZk8gr0jl/FQsPONJYgXIMEC+4mJtPQYxTzD0SIdWpsJRiQyyLkENZYNuRuMZ4fQCZvTEMAwhbrvpYe1x7Y14V4b0KysGprTdC3mn4tSEwRfkNPMxcRfp5vp+RqsJ5a+VilNOqNRFKZDAEM3hnflOgkneJwTjC+NlxXZlavl9NOsB0f4W7sLqY5+mJ+dU02SrSYNTWQrjdXufMDdTJkbgwIJxSrjxKVTMKAvj0ytZBYLVRpmOQcBm7HVjVw58+/p9QpcyJwtmsirrAl6gHQED/ANdx3OGmooHbUdKLsxBJY7jy2AtHoCJmcPcG4U6U3aGIK6dmWZ6Ej4QSLxe/LC/F8odRUrqgyDqBGmYmAJ5ATO3TGc1KbQrywOUC0nUnzMpAnkSx39v17YJlKQVXHlLFQBNxOoNeTawj1npgSEBkJcnfVA5Hymxt1jnjQ1CYPUgb7/2F/wDOA02IrGuIUWTTqXQN9UiOgAOxtj2Kf2VzgqM1CoQykkpI2i53x7HPLV+G+GSF4VzJWWqE1VY+afMoAHxdSRcROxPpE4pZmu1WkYDSra4UydB8jRp35NHXUeeJ1So5l6RQVGM2g2MmF1DnY+2PZQZtTM6HXzeZlHSLNy3MDocXkrd4LVZrR8zvRJMVF1KXBEN3nadjHUHlj1PKQqqDpsWrvfyfhExOr53btjGfVh52YoJsoOrUd/KsmAObTHTpipophW8VCxEKVXdoANj6AH2wZScaYG6OdYgsdMtcyxtHWx5HvHoMd1wPK03oZd2XUzuVktMATbpELEDEQ5GjXV2irSSIViF0LBkgkkXkSSPWb4t/Z9wMmadKoGamakaZ30yBe5ueXTEfEzbgqtO+8glk5v7TColatUZDpZomQQAJHLY2AIOF1jV5QNaqpW9ntbtqBt3vzF6efDVv5y+UlYrowOkMvO45gD3HfE/PLT0agxtIOhRyMzJNweVvunFdN4SNjYSy2QeSxLaD5rE6jcgDsWv+eHckyuajVHKCkZLpAVZIEDmxN7zMAm+GTxNXKKHKrouSL3EAmCYKj15d8a1MsVyiUtKqxdWqaiVUFgyqxMyfKAdPLVcXjDuV7j77m2cyjIVWmAQtLWtTcaTsQfh2AHUXxFVkMBhpZtmbbuDtEn73bvIvcOSaP8NrBZRrYqCfIWFl6iSGIA54KeEU1FZK2YpLqCgKKhOiD94hSFkwIub4WM6tMCF8y5HD11LBV3RgeUtq69Yt274W+y+SqAVaiyGK6KRNgS03v0AP/kMVsvV10TSSrSUAgBlZiTEgwWvswg22iw2o5+l4NNaYLeKQSqiC20szM5imoAEk3kGIAOF4nTiubNfI5E8MoBwhrnWPwr8/OTt0JUYpUeHg0lYDTSpl3MgsWnSogTzCx06DB/s9wKnTVs3XJ8IXQbliTe4+ITYdZwLinGKtadI8O8IgMGJiW0nfsRA5Tc4Mpycqi/377QWmIeMmnxPBUqoshvHKZBHP1thJ28fVopaTMs2vy9fMD07G2G62Uqv4aSpJkErBm8Wjccrc4w1xjhC5ekA5kkkmkhEkAC7nlBIsOvvh1JJ1zMsClBEKikn81hdSxIUSYOkDc+pgxtbFTi9GmqeIkAJpCowmXNzPoFPb54nfZzMNUzFJVARZMqvOPNc7nl8sPfarJPrcG2kqwPZ5Xr1A+XfCS/8ARRbBWSZWrsVqsxJ8VUKMYmNRP5gr2jpjpvszmT4a0yVLUiHQmT5FK+KswYsSQB+WOYOXJpksQgRlUDl5jqOnrcMewJGH8rWOXqqQ5/lqtY73DOqOnpB27HG1IqSpGq2dJx2rNSotMxUUqROzSDa3WBbta+Gsi6Z3LsjkCouzb6T1MRImzC3I2JtO4vmF15pQFnw0IY9i4AJ9RIOFeGZpqbrUKw8AuoNqiTDW2JG/qAZgnHKlce+gvMxxnLVlqs2mXEliCCRqudhIUmY1SIPykogpuWZh4b/GhHmN5so7qpDG1t8Uftaj06njU2K1aVtQ+/T3U9yARPUE9MA+0HDFdaVdQENUDWVNkcrq0kfhaCVI6MIOOnTeFb3wMupJzWaio7Ul/lhYZCIDLqFze8/iFwYI2BxU+z9FnKX1U3RlM8tN1n+oMSvWGMWOFatAtlGYgaqTAgg/dj6XLW7HFHg2fWhk6ewevW+QBUEx8h/ywdSVwqO919PwHkBXjtXM+LqAFELCgyAIYHUTziJPy54kZasC6uB8L2ItaJj5/wD0cbcUUUkemCOexFgXLAHnMAH5Dlgf2ey2rxm06hTplt4vBC+t8MoxjBtbAccMzxWqjPIBVWkOAI0sCRMdCIMdyOWFGy8tEk3IsNzitxGgphmJBlS5nYKYMdd/oMTDmi1TWvlDTAn4ZkRP698Ppu44MtsDnDGh1dd5In2/tjGH8rl0FCk2x1vPsAOvXHsc055wc89w/h0qUl6t2v8ADsO0EAbxecFrPRbz+AFUkAVGMknbSBfbtHLC2UpisyhKZDEeZnA8kQGJHU2I6k+sF4rTZj4aL4dKl5dbEAHymbkcjzHMnAf+1N55+n7F7AcLzoOtisCAoYgNG4UgG8XO++G6PDgh8XMuuimSxHNyxkX3EkASRMA7Yn8Iy6UwaodqkEU0ABI1bzETC/ng1TiGkotRVIcl6gYzadIMxFlBO2KNfN8pt3g9m8y1dx/LAJYGCJ0jciGsB6CfWce4ZV1UqqMy6QfMVCj7rExa5OnnjbiGUq5dHqg61fT4bLHwHdjAjYBZ7nE3Jsf4aoqqT5qbbXJYupH/AIkfXBUU448jKIvX427EEgFfwtcD53254fyC0HUq50sYmZgGQRb9iMSK2RiB4igmBpvMi2yz9YxVbhf8PTWtWqDxTpNOkBdgCPi7R++WKTjBJJY9BnFcg9LgeitSlkdXYCBsQ3lMEgA79TtglWjUzdd9AIIc+IzHyogBWQTyI1D274r8b4SuVqLWRwuWco6r0YHUqxu17iIgTO11s1xenpbLgikTBqbbmxEiPOtieUiOV5ccrvf7Atk9s2tNxTpU/wCXUbTUqtYvNoB3RFsYF7CemJNJNFKoGgs6WURb+ZTINv3EYSzWtanmmxtJ5b/L6Y6DhHDFfMhSCdNmn+mG+XL1jri7qKv9/wCAnSfZbh4oUfGqgFxZR/UTIHrJF/7YTy2lWrZusjMazmnRWfj85JtBhAFUTeQGEXuXj0GkiK0NRrUy9/vOtR49ZgdsI8bzQWNLE1Cp0AX0hokiNpUCPQdTHKrb82BdRf7TccY1QviHUm0KAFMT37QBYDckycScpSBIdWIqg6jOlhB52vINvQjbClWk4IiSal1PW/fn646L7LUjT116jA6RYtJHlm9rmBJjmdIx0NKEKQzeA9TL1KeXVqJ01G1+aOjGUXmhI2+Ui2ObFYEUmJJJLatr6rNPtpvjoePZ9jQ1AghmcrJWbMIgc4VmQnqe+IWUqeJsFLa4BZZu6m8CxbyQJtLTHTaKqLb8zJUslP7OcOdM1S1kKfM4A/2n8xf5dcO+MMzlGfUWNLWrciyn+Yu8xFwN4jCXDqnh5tnJl4qHedHkc6T37coxU+zRqNRzNV281Wk/hrYA6FmQBsJJGJajd8T8vdm3OX1gUKmxJqUwAeVnJM99/linlqXi0/FVCW8NhFyGs1o53H5dsTqlEU6KEy5rOxX0Glb9TBIHr2w/wqv4WXRwSWXMaCBtDrI+TID3vOLS2tdTVeStmKa1crWdb1Go0u1gJ2vz1c+WOf4DXLBU1MCG8hHIx9Ztbnpx1tDiNNFpZjTFGqpDLHw3OoegJN+mOG0NRzBRJlawCjrBMfmPniOgrjJCpWmjs+NVPETLsQIZCrFTKyCy/JgoIJ5Ab3xtw2igoAVjbT4aqbeJpOpTv92ANXdhzsDKKuvwviptKabXV2cq09FJi33WMYj8ZRqdTzyPCI0wBe4KmNt5BuOXXE1C3wp0as4KVDNjwqrMigGnTYqJMguynsBc7e+I3EcuF0AswOk6BbSFXzG/Um2H1ra4C+f+WVKHoGpsqk9It88b8byILIajfy6YZmiOULpE82I29cNFqM/XtAW9HPZrKuzVHPNp9SWj9cdR9mURaRsPM0EdQoM/I/XESoGzE1NMALAX8IA3Ufet+xY4fVD/AA2qbsAobadVz6Ww2t80eEMnyJvGM0KoZkBhXPrpt8oIn3xNoMCyjq22+5HacXOD0g5zAIOlUlzIPI6jO29x6YjZ3Kmi7L0Jv1AIAPUYvptZguQy6FXiSaLINS3Av+F9Mn1uffGcS6ubJZZBAURbfqfXHsZQpCuKfI6zhdQ0NVBSG0Kzu7CzERKgg2CiSSZNojHLCu9eoNbaiTzmwntyvjoslWD02I06/DFNgpUgeYLqJvqlSN5urdcKLTRdJpMCFs5Uxe5A2Nt+vqMQg1FvGQ2kxTPR4dJEI0qCfig3YiQsibKMWMzwpa5aCQyqqliDsVBDAeoYGJwvRy9Y1Ip6JABLTOhVLQxvHOR/ix+JZ6nTZ0py9RwQxJJJIkgdgCAAoIIkHfGleFHcD8hvhLoF/g2rTV1MaTQwFNr2LA7HpPrviZxREpM6FwAqoCoN51qx8q9RbcfXEzJ0nqFSPIpdRFMQNxc35dCZxU4rQNbXUgNmKSqHTm6EQHgbkSAR6dsMoVO2/wCw1k1+yvC6RrayRUpqGLEqQFsbeb979MbZ2rTqV3zD1gCDCrfyAbDVpPvA52N8C4RrKZhXqAt4ekKpBgEjUBHlBIERNsI57RzDAL8WxYkkxy0iYLE/1c7Ybh4pu35B5ne16iVeGUazMreDUBDeaLMyDeSTB52JAO2OPrfZ0UzqqWH4W1aoY+U2UiZ9j74p8NzitwfOIIUJUpsFJmA7U7H1IIxvx91D5bNBAaJorrgCST5oE31CQZ3ADdMS+eMqT3b9rM7IHGMvqgL5zOgNedRvp7zPTed98V+DVxSr5hmYSqwY5Mx83y09fu4n0Mp4fmNXShLMkbj7qsY2MGLREbjGn8LUFCpdfMUpq2wOxJ22gjFHUlQt3go8Fr+IaxYFtfgteY1SZ+hIwh9pFLZhKgkEixNtr9PwkfLFbhtRaVJnpwUXyifvGVBsebX9JA2GNOLZcTUIB0UdLFvvaShUAA9159cIpf5L5bd/QPMQ4LlzUolKYl1IKSJJkgGxsOXtqx7jlYKopoSZiWAnWFMkiORcFvRRhvhuZDVKcKArRSeJsHHnPWwKiegY88LcTpaKeXLKCQtRL7AoYM9Tf0wU/wDIDmSqkDLIJhhUeZ2ErT5RedINsM8IXw6FStYEQqGTGrkRG+kEnnhXMoWpWBlCSbbhiqib7yY7g9sXOMZbQq5VLmmgYD8TEFmBHcRb1xabpJef0GkQuHuz1pO7JVnufDfHRcK4iGzDIv8ApJl6iUx2Cgkk9Tp+WJmQyoRy5bSERhJvBKGDHPdj7HDnB8uwrhJnWGlifMSUdojlKwDPXE9SnfobcU4zTCU6arINIQr9izT78/fCfDE1ZWsATK1KLDb+sW732wzxQsClIJLWg82EadI7SGt2GBjLslKqttLqpUnezo2/OxPph4/6fv8Ac1lr7PhSAkhtXwdAfPYz1BjsYna0jitEIpzGo66rFUEQQFsx9dl+eC8BYzlpE669jexAUC/UmRfvgmYGqcuSC1NVAbqwueUxJ0nnhF8s2wbDXAB5BVJGlaWknbTBYEn0SBbrg+RVc5SETrSaT6t9LWRj3kKCe2NcjUpLlalEXqNQqu3b8I9SBMemIv2N4l4OcQ/caUeT908/YgH2wIxb4pLfkZLmW8rmAlOrVpqR5w19ysMFMfdupgHCDeItF2qebwjcG+pn06STzEQfc4s57JmnmM0kAqzUGUC1vOsfXf3xKFV2oZqjoWAEgA7eHpkSdyFH074RJXjy/gDSJnD67rWpVdWolhqHZrH2iB2x0PGc41PTSpKCoWSNIO5GmOlxiPw3h4XQzkEjV5Q3MR6iOfqAMPcVqEU8tUBFmOsnmV1tHXY2/wB2DqVKao27Qt9kssdGbk+UoKU92aBiVWpirUDAEBmI9QDM+umLdsVsvXNHKNYjxa5IHUBCB/7MD6jBTTXLUqbTI/nNtcF1VUtysfnh+KpN9X9hiLSyyMQXaILBtPUWmfcfPHseohFUvBiQrSeUSLCxuN+2MYduXKxW5LYrcDfWxCoFoorB6kRJsQ21oiQOQ33wtxHJV6lUoKbikhhS0wBNzq2YnrcnDme4pGXVUHhUw5CBTDVALcv6rlvbnh7h1JkoPWfzVbADmJNlkzeSJPftiLk43JLy/wCjPGxirWo0aRppV0t5QzXJ+S3MCxYRHIjmlWXLJFUO7u4JACjeInSTMA33mRF4OF8nw/U7F/iYxtMBfMwjnqXY/wB8K8Ty5evTpiyOECdApIAFuakmfXBhFJ1fmBLIzmHpU/Du4WNUcpmQAFsOUzhfI5zwa/iUxDTcNfc3U8vN8J7T1xrxp/FcgGwqFKfpZR9FB9zgtXLqtAuTNSo2peyloHuZnFFiOeYzVDebRUdny8CmoVh3BaSJ/pAI774zxaqqPEakrBoFvxSpk7cvywlXMtURoVWeFjmUhQPQix7kHlhniOXaqMsUXZWF7adLG5m4AAJvyGF4aq+8CtUH4dl2SlnVgMjUqTCfvFGptt2DGfbHmyzvQoAMScvV0kdCR4lvfy32g98UeCeWqyAKatOmyXNm1IGTbq0A74kcOzrTVo1CSxCtt8LIy8jz+Iz/AGwnFKV+VP7ewE2x/Muz06cINRQoQkTENAi4jVHzGAZygKVCnSPOGIk216gBO+y723wCozJQRif5h1La+5WBba4APe2B/aCPE0aohkpk90QIT85wYx5crAilLHIqyrpJqmABazltumn8sM0qwepV1JFE0AXYciHLKL2JiTHXBeK5er4OVoIYqMilukkSxNuk/LE/+KptWpCkymiraTaz1D5JIO4IYEHoGxPdP1ff4GRjiGf/AIemtVVCvVBFGmY/l0zuxH42nn3xLzGZ1UghugNWPWUO8dj9cLVWq5ltb3LGDNgLqAB00gz6YZFQMyrSEg6gAecgKTHKQNX/ACx0KCivMasYG/sfT8V2pi/lpD0AqoXj2J98L1+ITnq1Q3HiWIPJW0CP+OHfsjVCZp3WyImlecywaCesBj7Yi8EybVKtImPO+5i5EkjGdXJvp37AK/FMvprVUAmQsA85A2jkLwOpIwXhDFa1Oo3lNlWRYqoVNX1OH3yzOaFRDLIKlKOrL8E+x1T27YWpDU2bYyQlOlpEQRqIc23B3+eIJ3GvL/gIK8m9JAc1RrGdNMHcWktA9PM4Mdm6YW1ApSWoYVqlWmfmwA7Dzg+wwXg9Tx6TAHzGtKA2NgrhfYgj/keuB5Eq9HVW3XNGxsBFPn1skeu+CrWHyCzHBToXL6o0UtVU/wBTs+lPoyn59MRuC1Vap/MLR53BF2LaWgW/EY+QwzxKs38qnzdlYr0AJ0j1JLsfUdML8Ty38NWVQwLJpZiJsTB+lsWisPq77+pqsdzKwyZlY01AVcSLEgrt0KkG34TjTgHCnqs6mAolXqG8coneTIiN498WKeSFRmWqAlKvBQahqkC2kEbEA+aOYHWJlbijuoJXRTTUFpgxDi1+bMSV8x6HbE1JtUu+n4AtjqOIcQFUa1H+nUUEzcrII+oIg7WxJyFVQ9e8KArEj8TqQR8iB64NwDMTrpG8HfmeUnqJG/YdcDZKYUuvldkqlkEmdDaQw7jSJHv1xzK1cRCTw+gtNXI//M6WnmWVr/Mx7YaUoaTiJVKwUMNywSJ6W5HsMTqtUrTYXnVNT0Dtp9zMewxcyOURKRJ+FvEqgcpBpoO43a39sX1OrGYjnnU1qigBkpgKqG4ZpkewJM32UD0R4lWLU6VIOWQgsXA+JlBUiOYAW3qTjTNMC1dlYKNZA9AeUdmPrfGOIVAtGgAL3a29yAQD3JOKwjXD3yKcqEKlLSljJJFhtAXcjcTNvQ49g6I3hwFNtjBJ0tBA23kbxsfTGMXsZFcAM3jlY0nyqF7kBQD03jqZOKnByXzi0wx0U5Jm4JJQP35kD1xNUikjMNRZbKDzZvhtubz6gHD3B6RoHUbuabqzc/EdlgewBP8AxOOCb+R16LvvcqtL50Azc5V3YyXRoHcGqz/WmuFM9Rdc01IEWqeJTbaA8G3oIPqpw59saeupQ2iqiljz1ICp/frhvOcNNZco63qFFRmBv5fKT6DcnthuNJJvn3+RFp5JVPhhr1CRZEJAEbkCT2G4Hq2EuIZjxBmHZSL01W1hBPP6++Ol41UWiaVGksrJUzz0j8y1z/txhOGJUTS2o69wGgQgEQAjGfNy6DD6MnNpJf0sv2H09CWq20c7SpB9TVBJfyKBuxHmLC3WDJtBPoaXiMaSgJch1YAk+XVJ9S0C/PSeuMHg+quUTUVAAbXbSTJgEqrHywRpH0M4r8Ky9UBdYQAHSTqUKwEMpBm9tQtzBwdXiStK+2aehNrCOa4fndFWk8mXKT7aVHtILfLFXjLK2Z10/K2kK5ixYnSp91Kt6e+NeI/Z6o7MbIB8J1CyjY9r9Y/PB8hlKzsAyhYVVMsLlAVNp2ACidpFjjSja40hP0+phtP+DevlwlQSJRXo01nmQQzH1kgep7Yl8cyjtU0hTqqMIHdnM/3Pri/mMkajrcHTVRxcQYljEGSSGBt9MNVwA9AyC7MAhsRBs5kc9IKjux5jEYzlGm133uL8GSSbVAvtVUI8VU+I0wg7AC/z/Q44vJJ4TEMRFixH3WBGkz2a/pIx3Wdywq1qpBbVqZYLqCBGkkJpuLzveNxjmeG8CIqFqgD01DSNQHiQTG5sCfvGBIxfT05QtNZefMo/C6kOXmJ53LiidJhXZICmSFG0zeSwA35Yn5cFaqHYaww6RI59hIx0WS4fWqVHqMqSS2kagCPMV0hCZXaJ5R0wLN/Z+oZKBIJgjUBB6QTc39Rt0GGi3dND/p5OHFRMo1BR1JcTVAb0VG6/7/pg32XX/wD0UNyFL1I/4Lb6ROHuIfZoETRPmLNOt1uSENrA3lhz23xvwPhVVajPAVTQciWFiyiJEytm54bUT4H1a79xZeH1Fuh6nWCHMLsVHjLeIKyv1WflhTMVIyuarEf64ogemmPmJafTFoZWVJcoCUCvJE/eVh8w1/XEocOdcolJmE09ZKqw2KtBmYIL/wD1yxyQg6unuvp/SEhozy3F16E/7NZoQUVfhPiAgbHUT15qo+WKvE8nqWq6A6KppVBcRLJUBHSzCT/uxI4dw5lolxYajNwDpQ6n0gm50gAe+HspWZsqKROoisRPIqxLesET/wCWH1lT4l33ROcKVsV4VTV6prMAERvK2oAMQLCY+EWvyA+SOtFLbPX1zLCVBPQN8cdWtfY74ucR4fQCJRdyoUkCHCAtYtujCxIEsQJONcxw0VwhpsuqkwXVNqigK+oET5lHlYgkbXvivDJU3z5c0uRZ+G1EvPpzE6WeatSCFj4wd/DdrmRDaZPUMQB1tghyqOqrs9RyZU21qCYPIbz3t0w7S4chqOxVgwqvo0vaCoYOPI0kjaPzxTqcOpinTaCv8xpmRBeb6mQQBf7vPC/DnjhW+23fIMfCzkljcgZBTl28QgFNRDgTsd/zJ6WF8b/aI1KVUGmAdE6TvZtTbcwZM+2H8zlfApyrSOXmDeWBJkAArO4IsTvex81SSvSVuSrIKuARYnSRpba4lgB5gI54ioy+NlLpuiK8PP4nBi/VEPiWXmlVcCFanTIUcmeogYT1GkD0g4t8YKii4UQBUZCeoLGp+ZPyxjLcJGjwWZmBZKlzp28qqw0tcxDcgQMJ8XaMtmQLz4TraPiIBJ7yThp6ckkn179mPPw+pBJyRztKmabsZXynzHffy/qT3xvmteoIF06V0kACYkmFY7SOn12wOhXYKWcqFeNQO+1jE39PQ4t1tNVVdS3nVC0i9jpkTzlSfcYpObi7YZQVpo5qnWZWOuNLG8SII2FrjHsPcTp3DjSyCzEC4Jnfp6d8exRPiVjOGS1RSak/dpmB3dh//Cn5thivkCaWhSRDagY2MmI+ce+NsrligCFiHA1MORL+Y3HTb2xpnMwFUld+W4uxifrjz5N8SSOqMUk31NeGUjUyykjz06jrJ3hoqH/2BxZ4YjU0JP3QVpk/1GT8vrftiVwjVR8VCAykK6wfwkK24H4pxc1zTdRHliLcwb/OcJqt2+hJxtV5nK57zZlATsCY264uFk02IUgNpsCPMFhhPT03xIzDzmkI5Lv6Tiyr2w71ZadOOHXudOm6uhL+LpqmuqTckMVHOFTl8NlWIBtiguZU0mqTamS8xuSHNhNrkRebYSrUbydjYj/H0xtQyw8Jgtg7CY6CT+eGXi5KKV95/LDqTnGNL07/AJC8Iz4rUQCxGqncRs0FWO95Jm5tynDVJFfS4LEQBARj8JDfdNjqmxkEcsTOH5MrSZQTOrSPRWPPuI+WMDKsI0tYk2YTB3G0WxReIcXS26dp9+ZtOckqexUoOJpr95V0wCfMSokSOYK7QZ9sBqOv8SrKBppqC0TcxUabmdyN+eAUahVXpEQZAY28+reBeBMW9Z3xitRdRqENqpgaZjkOtj+mF1Nec8N9u392T1Zy1FTMjPpXUtJgEx5RbzA2O1tg0ixMg2jbPZtA0vqBcgCFJAJVqfI38rbGL8+WJfCKgANMCGGoeoDdsWaC+ItwBfpP764aXi9SEqWy5Y8vwisNWbSaFauZnWKbFainSPLaNbOBM3kRMbmcUKtKNJvaorE6WCgAux858pEkwYEyMTl0K7g3WBy2AEA/OfkMatmkPlInblve1z/3gw8VqJ3vhe3p5jx1GnkHX4pTEEtUAOosNOxU0txqvGlrj8WCJxmidQDN/MAQQkkeUbX2MCeYmO+JlbSWLMZ0aoF7liBf1Aj3x5svoZaigAVPhE/DsL9SflbnvisfETXP28vwiL15x79PwdKtVRSq1GJ8yn7twrO7g79DBHVThWpmqb0TDN/psi25gIvW3mU2vv3wXjFMutQA+Wn4cDqZn62BxNCLQhYlgNRJ5sSIAjYAhfcTiC15tb/1VexCGtqShT5+1HqecSmpyzgxDKsatLSgm+qB55FwfLGFuFpoy7oAwAZnWTJC3X5Srf5nG+ap1XSQo1IQwYED5+sfPFTMoFZ02UoFEekewsT6k4SU7jXe5PVXyxQhmsxRlGrDz3cShI1GA0XgyVBAbmOdwcZPitNX0lfDUf6elfKwVlb7ogNqWSAIIaARY4n1al/DqixsGIDSLQCJ3HW+NERy4pqqkUy7CLSGFxc7COvLrjrWtKvm6eW2xeWtKrxZdr11RL6vKCF8oNyrQSJgeYzztHTBuD5/VS8z+YVGFwNtKysiIuRfeTifnSwJA3+9G3wgn13wfhkGmHN4qMWHXyqsHrIgHEZa85K55r75+4ktaeJPk39w+Zzfha9CkarkQy/CPu6SCZIubTa2NUzKoykjz1JYqUJBeP8AeJj4Vm3uZwpkKykujEgi5A6QQGB6/uMNV6xpKmgkxyMbG4HqCDfG/U6inb3/AOfivydD1JN8SY7l87TCBlC6QNQZgTJeCTck/FMqeguMRabJV8YTCGkiif6Hmfe1v+8O5bLEU6ijzBWZl1c1JMqf798C/h9alk0orgBYB6z5t4uItOJfFfC43i+/dnLHUlNcEuTOVHDvFLaSdQPmWJtuD+duxxZ4I0mCR5AFIv8ACQevQx9ca8NqKjywjlr/ALRf3x7P5gaiadiVADX3swkHlbFZylJcJRQSyOUnRCxIBVrHaCQdyOtox7C+UzqzdQJ5R9fXHsc0oO82HbFH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050" name="Picture 2" descr="http://www.agriculture.pk/pkcontent/uploads/2015/12/ALFALFA-LEAVES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33600" y="838200"/>
            <a:ext cx="4568825" cy="303883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54715" y="0"/>
            <a:ext cx="1627369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/>
            <a:r>
              <a:rPr lang="en-IN" sz="4800" b="1" dirty="0" err="1" smtClean="0">
                <a:solidFill>
                  <a:srgbClr val="007400"/>
                </a:solidFill>
              </a:rPr>
              <a:t>चवळी</a:t>
            </a:r>
            <a:endParaRPr lang="en-IN" sz="4800" b="1" dirty="0" smtClean="0">
              <a:solidFill>
                <a:srgbClr val="007400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6200" y="4114800"/>
          <a:ext cx="8915401" cy="2527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/>
                <a:gridCol w="1143000"/>
                <a:gridCol w="1143000"/>
                <a:gridCol w="1219200"/>
                <a:gridCol w="1219200"/>
                <a:gridCol w="1139953"/>
                <a:gridCol w="1069848"/>
              </a:tblGrid>
              <a:tr h="102362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प्रगत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जाती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एकरी</a:t>
                      </a:r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बियाणे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पाण्याच्या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पाळया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कापणीसाठी</a:t>
                      </a:r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दिवस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कापण्या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एकरी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चारा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उत्पादन</a:t>
                      </a:r>
                      <a:endParaRPr lang="en-IN" sz="2400" dirty="0" smtClean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पेरणी</a:t>
                      </a:r>
                      <a:endParaRPr lang="en-IN" sz="2400" dirty="0" smtClean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</a:tr>
              <a:tr h="1338580">
                <a:tc>
                  <a:txBody>
                    <a:bodyPr/>
                    <a:lstStyle/>
                    <a:p>
                      <a:pPr algn="ctr"/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यु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पी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सी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-६२८,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बुंदेल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-२</a:t>
                      </a:r>
                      <a:endParaRPr lang="en-IN" sz="2400" baseline="0" dirty="0" smtClean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१५ </a:t>
                      </a: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कीलो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१५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दिवस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६०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दिवस</a:t>
                      </a:r>
                      <a:endParaRPr lang="en-IN" sz="2400" dirty="0" smtClean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१</a:t>
                      </a:r>
                      <a:endParaRPr lang="en-IN" sz="2400" dirty="0" smtClean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१८०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क्वींटल</a:t>
                      </a:r>
                      <a:endParaRPr lang="en-IN" sz="2400" dirty="0" smtClean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dirty="0" err="1" smtClean="0">
                          <a:solidFill>
                            <a:srgbClr val="007400"/>
                          </a:solidFill>
                        </a:rPr>
                        <a:t>खरीप</a:t>
                      </a:r>
                      <a:r>
                        <a:rPr lang="en-IN" sz="2800" dirty="0" smtClean="0">
                          <a:solidFill>
                            <a:srgbClr val="007400"/>
                          </a:solidFill>
                        </a:rPr>
                        <a:t>/</a:t>
                      </a:r>
                      <a:r>
                        <a:rPr lang="en-IN" sz="28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000" baseline="0" dirty="0" err="1" smtClean="0">
                          <a:solidFill>
                            <a:srgbClr val="007400"/>
                          </a:solidFill>
                        </a:rPr>
                        <a:t>उन्हाळी</a:t>
                      </a:r>
                      <a:endParaRPr lang="en-IN" sz="2800" dirty="0" smtClean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4034" name="AutoShape 2" descr="data:image/jpeg;base64,/9j/4AAQSkZJRgABAQAAAQABAAD/2wCEAAkGBxMTEhUTExMWFhUXGRobGBgYGB0gIBsiHRsaGyEgIRobHSggHiIlHyIfITEhJikrLi4uHSAzODMtNygtLisBCgoKDg0OGxAQGy0lICYtLS83Ly0tLS0vLS0yLS0tNS81Ly8tLS0vLTAvLS0tLS0tLS0tLS0vLS0tLS0tLS0tLf/AABEIAL8BBwMBIgACEQEDEQH/xAAbAAADAAMBAQAAAAAAAAAAAAADBAUBAgYAB//EADwQAAIBAgQEBAMGBQQDAQEBAAECEQMhAAQSMQVBUWETInGBMpGhBkJSscHwFCNi0eEzcoLxkqKyQ8Ik/8QAGQEAAwEBAQAAAAAAAAAAAAAAAQIDAAQF/8QALxEAAgIBAgQEBQQDAQAAAAAAAAECESEDMRJBUfAEYXGxEyKhwdEUgZHxIzLhM//aAAwDAQACEQMRAD8Ah5hRCneVUz0K+X8t8eZBGmLnmeUf9R74wqnwwV5N3jzDvPNT8/fGlFtxeLmfnPrttjwORP40+oWpkmCi+5vP/WMDLNHL+wHttjapVLASRaJJ7C//AFjM6QG0jUZO3afzxuLqdEPFdTRKZBAuLmY+g/fLDIpKGMNuPlseuN6ekjVAI3Fv3zn540y+XPmJuQLc5mD+/TCuYk/ENv5TVUgSAZWSNh7HqMZqIhDNef8AE/3GNVVixG1hHeBAn3wRiZgAwRPyIgYHGT+PO7GKuWBMjsN+kD9BgApjbcz/AIwbKmFneTAHpEn6fTG9KmCxk7m3tN/mPocLxsaPiJ9QNCleCoI/ftggVR5Qo3H5/v543emBtboY2gW9cBXqRybb0J+t/wBjGeo2NPxM2PEXibdxzxoak9IkbD9+l8auk+afYCevy/6wKnmQTHbmd5g2+uNxs36mfMO9ZhEAE25dZv35YxTqkiDG07Am/wD3hV/jUz5QTfuLjDiAGqLG8z8jbttjOTF+PO7PU3JItbfbpH6Y0q19M+3LmdsYFiuphfoed5vtcCMeFKTe4G5HKIP9/rgcbC9eZ6lUYrI2jbnYbd8DokqJN2mWMDcwPkLDBUYydPW30wOC+pdMQOlwZH1P77lSYq1ZBPG3O+k8u1sKeLqllMAC+3MgbDfkJwzSqADSJJv+Qnvv/wBYBXCr5l6Hbe0/ST6412aerxCudrtrU01DepgDyyeR9dumNa6VjBNTTYCEC23JuwPPpHLDWVoSqr/UZ94vt029ceyel2IM6dv7DGUmtiSZLzOSLaV8SqSQ0kuRCi5MLA3tfme2Hf4QBQDqUTaGIgfQn93xsSyksRGva17qdPtz9WOCsCFgvcWvECU9Oo+nfDS1GZSd2C8Miyuw7NDe0m/TngyEARE9J9uXb88YrrEMJNzHqJt++2NCS3lANvpNvzMn0wjmynxpLZm1IW+skDr6Y3K+bTHOLbmJ6+59sYoKGOsi4O87Ab4VaoarineJJbadO57dvfDKTbG/USNfDvYyAYEkQSLnaxA69t8DzOYIYrziwEAX9LYYHMfACLW+Hmf1xlBCwQNJEoZEW2gjeZiOuGUwfFkKJU1XNx9bi35HHsZy6EoxHlAggczcCSfc49jXXMC1ZrmeyGY8rAh+REj8JE39CfrjSuGSbDnqWRJ3EgT7xbblhpYWqoNiCRHWRpNjymMez6TpO5mZ7cvSLD/x6nBtXsQ3RqSjiVMzFwPa3qpJ7XGCeAwWIAPLtvf0i/phGrV8N9YvSJE8hzFuh3tz54oZmsN1M9OW9iOl956T0wHijDKQtBGJHNST1F/cXON0A06gZkH36fl+ePcCzAqKy7qYPOAQbjaNiDvjXNUgtydMMoJA6CJI59cTazTGMUANMXkNeef+P843VpN+nz5/r9MLFmYSDBty5Cbd9tj1PIYLlgdem23Pt+s/Q9sZrmYwCSxpx8BAvzHX5T8sMUk0RJ1PBA9R277YFmp8WoTsyqBHTUR+sn3xs9kBkQDJ5RzsfXA5hibZuj8RS8WMdYOFqNGTvsATHImAPb++CZptDMZOmSIjfr+R/YMK5evpYNyb97c7RjJGbzQzQfZZ3sPXcfPb64xmdKIG2LSCee9vblhc11ElbHkZtHKOvT9zjetVVxSvM6bARJJJiNhJGHUaBZvXlTDQqiwkW26c+Rn/ABhzhbjUgBgNOoHqWtP19z3wq761JIBKRYc1JAPyM/PA8krAgmxsyX3Ctt6/nIwORtjUZqGEzE2kXgE9fn6YKtYiYkW/O4v6Tg1CmjMVO06Ss/ECOR6g39QPTCiVP5mmLaluOYsd/n88Gk0Bs3q5wBwIuoJnlu1rcztHedsMpVnXMk6ai+oIIU+xG/cYj5hYqSPvNYct/wDH7nDGbdlLQJBDFhtAkR9AJHfDqPQzYRs0JYkjbl7C3UgHAmrBlA6SWIvyEjpAIA98ByyeUqw+BC0FRFydz6x3vbBKS0i4SGKXcgC7TEL72+RxuHIt2Ho1jrSLa5i+ymI23jp64HmqyqyLtLww7z2G2wvcY24itTUKwjSFjSOQgWgc7k+nPAfFUMHkNqQASBfv2YkDmdvbAcaMw1Wvrr1KYHlRGnnLWNunL5HBqQEDzWJuTubD9TPscLcCQlKj7uzR1idf6iMBFU6gljqCkHfe0DabkDsB2xnHka6yMpVEFSSIJMc7fptfAspVAYHUZgkzzExB6W5/ljHFHDCVg3CtFt4PyIj64TVhqK6rwCTHIki0ewjv6zowTNxFDM1v5cDYsZ/42A/X3GNuGFStQrYkEE7RI/WfywhmXnw6Y2Aj5yTHtGGqVJdIIAOpwBYbC9re3WJ741VgyeTSpmiagGkaG6nkOZvYY1y9QlyWH8sklViNLhYU26/2wvRqE5io29hEbTGog+4ONatQQQDA1XN+0AfT5jDNVhByPVqlyqnkQOcDVqv35egGPYS8bpZQP+v33x7E3F8gOQ/naX8yo34Xnc9jjNdxqZQCBIO3SBPeRbvbGisGHnPme/QHyTftIPyxtyWpPkdVANjcQD9Rh3YbNGVaiERJDEWHoRvy5R2OMZQAN4YmAsKPaBvtBvjNUiQ19Tc9je1wP3cYNXBB1LCgMdx8QtIgX2PzjC3yAxzhzCnUHl0r5QwHuuoD8xyGC8ReHBG4eCJ3kGP09xiUVcjcspgledp2bkRex6b4pUqmpbTIIljyAMifYke2BWbGTBLSuCtu34hv+pONqgIKVFmWYgg95B+sXwKpmwgYoPhCCQfxkCO0CO+DiqxHUyDeOjQbbjb/ALwtGsBmqkMYJOkLNpi4P9sequCQJgBojl8QBkfKPpzx7POuupYnUAZH9MMTbfpGCVYIbUVDBmM7/wBVjHPv2wYrFgTCZlQzsOduVlnymCfSTgNNVEapAKrvyIH3iN7iOW+NK8OCyyDBkDqAD84/TBapZmKnYKJBG41E+1ib8ow4WxQIU1K1xYGLgTJN/wB2+jFcnQlXSVOvUb9jA+REiPrhfOV/OFOxClY3Oq035729sEz9QNk6bCQrVDYnvtOKKNoBo1UKAAdx5rdPpve364AubPkBskkAATF5A6kCY9BPTGaqncoGRgSWvI2G/WDI5XmMas1M1EAMecMg7KZI9NN/WeuNGKBbHabmWtDAxI/4wfYb9g3KxNVtY8w2/Lykb/PEvNZpvEWppOrzDfcSpF/WJttg1DOlqbMB5kLLvYgVDI9dI+pwJQeAhcyp1tsGAsvM8v364C9jpqCTUktb4QIgA77DfvhfNVFdVZSWqyweeRggf8YiI/PfapmAVI3CrNt4LAfnywyjSFYCnm2AYA3qCFkiYBn/AORHrjOXLDUwBvKpbmBb6sf2MYySh6hQ84APL4h8jEj3bqMZMLSVUJ1GdY+RIA5xJk737YZqkKh/J5uU0Ey8iZ2I5mYsL8+3pgfEa0MpIIIFzHr3kDnJ79IwnSypWrRctKVDAK/dPmkGOnljscb8YrzWAMmAWgAxLSwDX2Ii3ecCs0PyGOGZgI1RBOmp5VI5HzHed7thhcmbMLnXaBt8LMO1xt3xCbNFdTmF5gd4BFhbn9cN5LONLVPEACy2kTsxAnqRMDbAcHuBO3QXNuA+0eTUfUCPpce4xKSoVqGWIJTYDmW2Hz36nFDPU/EkqyljpJiY2BJEi14tPIYBmsstIamBYoLNyvMRG9+f+MbTa2F3eAOXaxYwNINpsJMAe+3eO+HMtmQ3hn4bkqAZvJCmO5J9hhOlxFKhakFA1mFZF2jYlZAMHp0O+NDlQpKmBAJBmRAIAE/O554dw3sKwblTqLX/ANRj3JJNo537csUcoFFOoGWfEXSlrlrNfpE/U9MDyFKmaOsnzUjJtyLXmdxc+nvgi1Gc6zOkAqI3E7x3J8vvOEcshWKYrllUGWJ8O3qTHKOhx7A/4iVE+VTIBIB0wdpI2MEjHsbh6h2KIpqfiqEsxEQDNhERubSbYbFNHoKgINtKkSLrz2gR0xzuRYnSWY+K99I5KDAAPOIuBeeuH6OfJhSwYsWBuBJYKoJO5OoG4k+2DPTdmD5euNQRhHnIYMIg7/pI23HadTUYQSYmIE92/wAfIYHQBKEONb07gmSWsTBJ73Hb54Vr5ovdhpkE6QdQtY7W5RheG3jYA3SrFSV1mGMExvbeeVpG3Lvh3JEpO38xYKm0kbH3vfuTywhk2FRdVrCI2Gpov12BjpjTNMUcM7REETdp2gekG885wUrdGT5nsm5ZWuRFRUYRbeb95vvhnJZty7Mt2aHUMbG0mD7kXty2wlxmuUAo6ydJEnvq3PPYx/xGC1mFMKQLHkLDa5sDEX57xguH1C1RTas4qagIp2kPAKwLkNub+0Y2qMhDAgxvA6mIg25W5WwpUJqL4tMS2lVqo1wQJ0uOcyI+vPE/L5gldL3W5sNwDAH59DY+uFWmDYo18yihR11SZIuPKRaxvywfMZo+IQdyYuJ+6DB/LEDUzKwJIZWExGxBaw3JkAGMPcQdgyBgSwkNBMSByv0EYaWkgXgxVqmpWpk6QZMcgNOor/7k/linnl00E3hFeAI6gbxaAOQ+fODVqAhmYSpUewO5PviuzP4FNAfPLRB2vo94M/LDZGi9zVMz4dNQEUyLh7zyAImDYduW2HaOaqOqikwQvq0+VAQReNoiA3mHy6R87UQFmLJpXyH8QO1uQ5knl+TGTRhUp6dekNTI0r5SGiTqAsfMd+hxlHFhHF4rXL6NZB62iSDBFtiRbfphDK8dqt5amlgXhiUWwjoFvuMe4tTaiSyltAdp1DzWYREATEEg2m284mFfMzyDTLAyOszERad4tY4okmjOxypxSmgcPSEi6tTJEmy7MSNiOm3pg+U4ejUpptFU3Zfu87Ry3tci+IGYXUyiA150hgegJgGZ2+WHK3EzSdEIlqTNBWI0kifmb+h74ZwxgHqUDmdLeakVKiDa7E85HRbCOZwLiNSmz/yQYJ1AbfERAk9xPtG2KlfMU3QBifCqEDUN6bGZvyGwja55HELM8MZazUnBRQwuLA3AWDHPryk4lBp+RmVeDglW1p4bF9YDAhdQlS1xKyOfP64kcRk1ShVgwDCZgsoLAGPkw7Aeoxw3jA/iFpldNIDSQFI0mOXcHrOK9DP06pZat9JYI8eZQZsQPiW3SRaRucFqUZuTQXTOezL+QRJ+K/WBM33G2C5alGoQDCoJJkWA2HMzO9hfng+a4M66FYAASSUvbcm9zEb+mFssGV2UFV1q0TvzgCOYjFLTWGJRtxCoQSpMgKLWIMqGJM7kcvUY3ymaiEWQSBqBNhYhSOW1iI2kHDubzOoOFrhU1EFdMAhSVi4gm3PoMAd6Cw7AnaBcD2H9z1wrlSqv4M8YQlwuiwqsyxsII2E335QJvBOD5muo1LJCQIJ3B63sNRuRtbsMFHG4IFNdIJvaPUmP74AOIs7AMQRaxUETaRef39d87dtUvUxvlcyq2uORDXvtyi837Ww4nESGA+FJ+LcHc+99h6euE+KKjU0rUxpD61dZsrAi4nqJ+YxjOV4CCdLeGsiLLNrDqIn0OFcFKsGZYy2eM+GxBkap0nrEeW8i874xiLWrAkEDR8QhDcyQ3rPXrO2PYPw11Y6nHnY3w+kfDZSQaiMwBnkdLC/c8+2NsvUWQxP+mQXHMm7CSREHme84krnGK6UAhoO0TeLXkX5T0wxw5PLUEwdMCbncbf8AqPla+GlB5bA0VDnXV6kkHw1nbrG0bbQbcvXE5nUnxIgQ5kHmZGn/AMp9vfGzux1yRC0l1RBBhgvLrEn0M4NVCBWpimrMsNpDECQB8POwF7YVJRADyFVf5KM3md2MgTICje45g9f7DzKlgCGhIEC8wYgEfT1wfK1KYAJ1JokrqII30MR5Q07D3wvlWUmoCyHSfKotIa8HULzYyNiO+HrLZmg/EvOwOmdVJGJP4lRQVPTY98G4XFXUlQCFgTOzREAwJJ3jt7YBQYuGdzakkaQSCWlmP5Ge09MTeLMSELMfxBQADc7xyUbC14J5yWUb+UdKzpsnnaIIQEqzKQQgJUiNUFnh52IMjYWGFOKZoLTTSCXW5MRqsAdpCNuSJ7+gaVSmfDrAkjUoZl2NyCCGiJt2HyBCkIChNv8A9FAmQdovYgwP0uMJwK8ig8zXJqB5Bkgk/wDKCLbxI35H0w/xTN6lWttsDHbUD+f5YhU63lZfiFyp9tJ95g+i4o5asjkiIpsy26FQSfZgIPfDThVPoCSBVCRTLAMAwHxe4N+e3LrhqjxDV4QIuCJi3KwBNgLST1OJ2azTOSGnUW80DaCQI7AWA7YLkOH1Zo610rUJhgwMqLmYJAIA9b4ZwVOwpFnJEUqfiZhdTVCNFM3sLAkHYTywhX4/UaS9QxpMp8IG5hYPpFuWAcUzwrvKgm/kCj7toEE3O3TmO5U4nQFDyM1M1CIdAgPhyNtUiD6D/JjC9xqLv2mzGpWuATWNyeRWVNhYRaOgnErLHWAfMalPSCBedwJB30sAQDvMWxmq4dJAPmp0STciQugmItABvfCXDa2hzAkmYMb+VgLev64PBwxaRmjHGKRVzplZVXA20TuL9DaecDHs9rdAIJYAEEdDEgmLmb9sO8VBrUVrE+ZZp1D1IBZXttMEeoGNMvwzUvig6QigtquCNRBWeRgTz+L0w6fypsahvKZgIi0KqytXUGI+5BAVvmJ9+2Om8I1EpFi4NMtRqEcxp1oxBBBBAiSDc4+e5nMywjdViTeABsAep5+mPoP2UzQq5ZjEMFAIG0qdQsT0kD1xza0eBcQEjnBm6L1gtSmUcPC1KZi8x5lHpuPpgWapmlUUOtjBWol0eNwfrN5PfHuOZbwqniI0w2o7ghWJk+7AjsQR3wWrmCtWoopFsuZLKN9RMyk7MB0taDh0rrh6A4RnhWddyKdZgCAdLkgb/DpJ3MSO4ABuJwsUNWpIjxFEkiBr0+ZoiwcC5HMBo7pCiKACOHakxcrUUEMPh0sB1Ukyp3uOYOPUs5Up10II1hTIWACVU6fQMoUzbc4K06baDRJ1s5LEi0gMdvX9fU4yKjatDSQtvSN9/Tb1x0fFuGU3qr4Q0Fl1qhA0sZuk/dYNboe2OZqgXUowqLyJiw5EEb78+RGLwkpbDDlJFaFUtqPxAi9km3WYIjr9PUq2pSYVItF5EdSdzgOlmbxFFoMkGwsQAZ53jvynG5p2VVABa+8ATG5P7ucBrFE5IufxS1qdYCANSMBHNvjMdmP0tiRUz3mqlROswAeQOw78sNUqcIYK+dWBCkbxYFRdTI+vbE6lREMZ828dZ3v12xKEErNWA1KWbzEqvb93xnG2UWwnkLmPYW549gSdOkSococStFOjQIClj5CT15sNV4742ynFqjs2gBtVNiFgGIII3HoIM/THqrpTtTp6CYEGCx6SSSOWwPpyxnK0WWk9WsqKskiLeIYAQDTyUkyRtGDUauv5OgHw7N1Hcmp4Saw2plC3Ai06ov164DWqorlwXDM2oQQYJJPpvbcze3XfQdLVFjz01UAxGrtPMEbX3B5jEoGafl1qwEECd+dh+/rh4xTdmq8nSaop6vDIUtccv5liFJEHzaWjeSMJU6dIOPO1NjHxXERHxQItHxC3W2N8nnDTdpIgAaxpsdgdrFgfMOfxbYncQyraVER5oWSZhpIt0FxbCQjmhUslF9VOmyFSfMF08ydLTIgzyPeRBwvxfIVTWnSZIRfMY2VRzuZ39cUsrX8i0U1KFpDVW2tEt5xJKwdl22m+JedrIKpYIzMUABY7MUH3fqZPX1w8FTY22DfK5eplwyNRrGm6+aZCGO4m9t5nbFDNslyCdFYEzAI/CTbpqPaCd+SNPPVaQDLq1GC2kBVRoBOorEnsTF+e2B1OIs6g1KaupLMSLG3O1rWEEdJ5YEoybsElZs6toepU0qukAwt2cgiFgjkCxY8uV8CylRdDKov8TNeRcCfYx8zjHFMq7U6IpXUBmCj4vMS0wPihdIteAMB4XlmV9TVEWfIZME6hpIAAv19sPScbG4U0N5gnx9XNqZqR6A7+rDbvh3hmaI4dXlpK1LA7jWhk+/mwjSyjaKbm66SQxJ+AGTaNhB5TcYN9noY1KVPUPEgCYYWBUsNtg0wRy7YRxXB6V9GCKPcEbwMu2YYAuxNOgCLHq0dv07458M+omTJMszX3IuRcbnFP7W50PWCUzFOkAlMDnG5t3/LGQETLvVHmdiEho0hvK5IXoB1+UYrDC4nzHRoc4r0lJHmUsDaARDkCQQdz9cByOZ0XMyCBB/5fX264xkfNpmNJqpuTB+6TfsR6Xxk5FSmtzo+9EMWYSYMBbCOZ6YalsZpDFeqzNUU28shRsSGDG07b4rZCkyZGoSdOuooEiYOkG499u2JuaraPDrI16moBova172ixiOfrhriOdapkqICkjW7RtGkkLMctJ+mJSVpdL9v6F6EoopQxFyY2+EX9zEfTtjsfsLWYPUQrZl1TyJUgRPv9DjmuEZJSv86FSAQdRBmRaLgiOvMQMdVwyaGZpU1pKEYGX1lmaxIa0LBI5DEvENNNAe5vn8sHqEW+F02nUtQaVPYhgJ9TjkM9wyo5Apq15Jna28tsI33EY7GvRqF2VGAZGOn139wdiMSOKZSp4uhU0K51GbqxaAQ4O4nZlMAbiNp+Hm1gy8yZk8gr0jl/FQsPONJYgXIMEC+4mJtPQYxTzD0SIdWpsJRiQyyLkENZYNuRuMZ4fQCZvTEMAwhbrvpYe1x7Y14V4b0KysGprTdC3mn4tSEwRfkNPMxcRfp5vp+RqsJ5a+VilNOqNRFKZDAEM3hnflOgkneJwTjC+NlxXZlavl9NOsB0f4W7sLqY5+mJ+dU02SrSYNTWQrjdXufMDdTJkbgwIJxSrjxKVTMKAvj0ytZBYLVRpmOQcBm7HVjVw58+/p9QpcyJwtmsirrAl6gHQED/ANdx3OGmooHbUdKLsxBJY7jy2AtHoCJmcPcG4U6U3aGIK6dmWZ6Ej4QSLxe/LC/F8odRUrqgyDqBGmYmAJ5ATO3TGc1KbQrywOUC0nUnzMpAnkSx39v17YJlKQVXHlLFQBNxOoNeTawj1npgSEBkJcnfVA5Hymxt1jnjQ1CYPUgb7/2F/wDOA02IrGuIUWTTqXQN9UiOgAOxtj2Kf2VzgqM1CoQykkpI2i53x7HPLV+G+GSF4VzJWWqE1VY+afMoAHxdSRcROxPpE4pZmu1WkYDSra4UydB8jRp35NHXUeeJ1So5l6RQVGM2g2MmF1DnY+2PZQZtTM6HXzeZlHSLNy3MDocXkrd4LVZrR8zvRJMVF1KXBEN3nadjHUHlj1PKQqqDpsWrvfyfhExOr53btjGfVh52YoJsoOrUd/KsmAObTHTpipophW8VCxEKVXdoANj6AH2wZScaYG6OdYgsdMtcyxtHWx5HvHoMd1wPK03oZd2XUzuVktMATbpELEDEQ5GjXV2irSSIViF0LBkgkkXkSSPWb4t/Z9wMmadKoGamakaZ30yBe5ueXTEfEzbgqtO+8glk5v7TColatUZDpZomQQAJHLY2AIOF1jV5QNaqpW9ntbtqBt3vzF6efDVv5y+UlYrowOkMvO45gD3HfE/PLT0agxtIOhRyMzJNweVvunFdN4SNjYSy2QeSxLaD5rE6jcgDsWv+eHckyuajVHKCkZLpAVZIEDmxN7zMAm+GTxNXKKHKrouSL3EAmCYKj15d8a1MsVyiUtKqxdWqaiVUFgyqxMyfKAdPLVcXjDuV7j77m2cyjIVWmAQtLWtTcaTsQfh2AHUXxFVkMBhpZtmbbuDtEn73bvIvcOSaP8NrBZRrYqCfIWFl6iSGIA54KeEU1FZK2YpLqCgKKhOiD94hSFkwIub4WM6tMCF8y5HD11LBV3RgeUtq69Yt274W+y+SqAVaiyGK6KRNgS03v0AP/kMVsvV10TSSrSUAgBlZiTEgwWvswg22iw2o5+l4NNaYLeKQSqiC20szM5imoAEk3kGIAOF4nTiubNfI5E8MoBwhrnWPwr8/OTt0JUYpUeHg0lYDTSpl3MgsWnSogTzCx06DB/s9wKnTVs3XJ8IXQbliTe4+ITYdZwLinGKtadI8O8IgMGJiW0nfsRA5Tc4Mpycqi/377QWmIeMmnxPBUqoshvHKZBHP1thJ28fVopaTMs2vy9fMD07G2G62Uqv4aSpJkErBm8Wjccrc4w1xjhC5ekA5kkkmkhEkAC7nlBIsOvvh1JJ1zMsClBEKikn81hdSxIUSYOkDc+pgxtbFTi9GmqeIkAJpCowmXNzPoFPb54nfZzMNUzFJVARZMqvOPNc7nl8sPfarJPrcG2kqwPZ5Xr1A+XfCS/8ARRbBWSZWrsVqsxJ8VUKMYmNRP5gr2jpjpvszmT4a0yVLUiHQmT5FK+KswYsSQB+WOYOXJpksQgRlUDl5jqOnrcMewJGH8rWOXqqQ5/lqtY73DOqOnpB27HG1IqSpGq2dJx2rNSotMxUUqROzSDa3WBbta+Gsi6Z3LsjkCouzb6T1MRImzC3I2JtO4vmF15pQFnw0IY9i4AJ9RIOFeGZpqbrUKw8AuoNqiTDW2JG/qAZgnHKlce+gvMxxnLVlqs2mXEliCCRqudhIUmY1SIPykogpuWZh4b/GhHmN5so7qpDG1t8Uftaj06njU2K1aVtQ+/T3U9yARPUE9MA+0HDFdaVdQENUDWVNkcrq0kfhaCVI6MIOOnTeFb3wMupJzWaio7Ul/lhYZCIDLqFze8/iFwYI2BxU+z9FnKX1U3RlM8tN1n+oMSvWGMWOFatAtlGYgaqTAgg/dj6XLW7HFHg2fWhk6ewevW+QBUEx8h/ywdSVwqO919PwHkBXjtXM+LqAFELCgyAIYHUTziJPy54kZasC6uB8L2ItaJj5/wD0cbcUUUkemCOexFgXLAHnMAH5Dlgf2ey2rxm06hTplt4vBC+t8MoxjBtbAccMzxWqjPIBVWkOAI0sCRMdCIMdyOWFGy8tEk3IsNzitxGgphmJBlS5nYKYMdd/oMTDmi1TWvlDTAn4ZkRP698Ppu44MtsDnDGh1dd5In2/tjGH8rl0FCk2x1vPsAOvXHsc055wc89w/h0qUl6t2v8ADsO0EAbxecFrPRbz+AFUkAVGMknbSBfbtHLC2UpisyhKZDEeZnA8kQGJHU2I6k+sF4rTZj4aL4dKl5dbEAHymbkcjzHMnAf+1N55+n7F7AcLzoOtisCAoYgNG4UgG8XO++G6PDgh8XMuuimSxHNyxkX3EkASRMA7Yn8Iy6UwaodqkEU0ABI1bzETC/ng1TiGkotRVIcl6gYzadIMxFlBO2KNfN8pt3g9m8y1dx/LAJYGCJ0jciGsB6CfWce4ZV1UqqMy6QfMVCj7rExa5OnnjbiGUq5dHqg61fT4bLHwHdjAjYBZ7nE3Jsf4aoqqT5qbbXJYupH/AIkfXBUU448jKIvX427EEgFfwtcD53254fyC0HUq50sYmZgGQRb9iMSK2RiB4igmBpvMi2yz9YxVbhf8PTWtWqDxTpNOkBdgCPi7R++WKTjBJJY9BnFcg9LgeitSlkdXYCBsQ3lMEgA79TtglWjUzdd9AIIc+IzHyogBWQTyI1D274r8b4SuVqLWRwuWco6r0YHUqxu17iIgTO11s1xenpbLgikTBqbbmxEiPOtieUiOV5ccrvf7Atk9s2tNxTpU/wCXUbTUqtYvNoB3RFsYF7CemJNJNFKoGgs6WURb+ZTINv3EYSzWtanmmxtJ5b/L6Y6DhHDFfMhSCdNmn+mG+XL1jri7qKv9/wCAnSfZbh4oUfGqgFxZR/UTIHrJF/7YTy2lWrZusjMazmnRWfj85JtBhAFUTeQGEXuXj0GkiK0NRrUy9/vOtR49ZgdsI8bzQWNLE1Cp0AX0hokiNpUCPQdTHKrb82BdRf7TccY1QviHUm0KAFMT37QBYDckycScpSBIdWIqg6jOlhB52vINvQjbClWk4IiSal1PW/fn646L7LUjT116jA6RYtJHlm9rmBJjmdIx0NKEKQzeA9TL1KeXVqJ01G1+aOjGUXmhI2+Ui2ObFYEUmJJJLatr6rNPtpvjoePZ9jQ1AghmcrJWbMIgc4VmQnqe+IWUqeJsFLa4BZZu6m8CxbyQJtLTHTaKqLb8zJUslP7OcOdM1S1kKfM4A/2n8xf5dcO+MMzlGfUWNLWrciyn+Yu8xFwN4jCXDqnh5tnJl4qHedHkc6T37coxU+zRqNRzNV281Wk/hrYA6FmQBsJJGJajd8T8vdm3OX1gUKmxJqUwAeVnJM99/linlqXi0/FVCW8NhFyGs1o53H5dsTqlEU6KEy5rOxX0Glb9TBIHr2w/wqv4WXRwSWXMaCBtDrI+TID3vOLS2tdTVeStmKa1crWdb1Go0u1gJ2vz1c+WOf4DXLBU1MCG8hHIx9Ztbnpx1tDiNNFpZjTFGqpDLHw3OoegJN+mOG0NRzBRJlawCjrBMfmPniOgrjJCpWmjs+NVPETLsQIZCrFTKyCy/JgoIJ5Ab3xtw2igoAVjbT4aqbeJpOpTv92ANXdhzsDKKuvwviptKabXV2cq09FJi33WMYj8ZRqdTzyPCI0wBe4KmNt5BuOXXE1C3wp0as4KVDNjwqrMigGnTYqJMguynsBc7e+I3EcuF0AswOk6BbSFXzG/Um2H1ra4C+f+WVKHoGpsqk9It88b8byILIajfy6YZmiOULpE82I29cNFqM/XtAW9HPZrKuzVHPNp9SWj9cdR9mURaRsPM0EdQoM/I/XESoGzE1NMALAX8IA3Ufet+xY4fVD/AA2qbsAobadVz6Ww2t80eEMnyJvGM0KoZkBhXPrpt8oIn3xNoMCyjq22+5HacXOD0g5zAIOlUlzIPI6jO29x6YjZ3Kmi7L0Jv1AIAPUYvptZguQy6FXiSaLINS3Av+F9Mn1uffGcS6ubJZZBAURbfqfXHsZQpCuKfI6zhdQ0NVBSG0Kzu7CzERKgg2CiSSZNojHLCu9eoNbaiTzmwntyvjoslWD02I06/DFNgpUgeYLqJvqlSN5urdcKLTRdJpMCFs5Uxe5A2Nt+vqMQg1FvGQ2kxTPR4dJEI0qCfig3YiQsibKMWMzwpa5aCQyqqliDsVBDAeoYGJwvRy9Y1Ip6JABLTOhVLQxvHOR/ix+JZ6nTZ0py9RwQxJJJIkgdgCAAoIIkHfGleFHcD8hvhLoF/g2rTV1MaTQwFNr2LA7HpPrviZxREpM6FwAqoCoN51qx8q9RbcfXEzJ0nqFSPIpdRFMQNxc35dCZxU4rQNbXUgNmKSqHTm6EQHgbkSAR6dsMoVO2/wCw1k1+yvC6RrayRUpqGLEqQFsbeb979MbZ2rTqV3zD1gCDCrfyAbDVpPvA52N8C4RrKZhXqAt4ekKpBgEjUBHlBIERNsI57RzDAL8WxYkkxy0iYLE/1c7Ybh4pu35B5ne16iVeGUazMreDUBDeaLMyDeSTB52JAO2OPrfZ0UzqqWH4W1aoY+U2UiZ9j74p8NzitwfOIIUJUpsFJmA7U7H1IIxvx91D5bNBAaJorrgCST5oE31CQZ3ADdMS+eMqT3b9rM7IHGMvqgL5zOgNedRvp7zPTed98V+DVxSr5hmYSqwY5Mx83y09fu4n0Mp4fmNXShLMkbj7qsY2MGLREbjGn8LUFCpdfMUpq2wOxJ22gjFHUlQt3go8Fr+IaxYFtfgteY1SZ+hIwh9pFLZhKgkEixNtr9PwkfLFbhtRaVJnpwUXyifvGVBsebX9JA2GNOLZcTUIB0UdLFvvaShUAA9159cIpf5L5bd/QPMQ4LlzUolKYl1IKSJJkgGxsOXtqx7jlYKopoSZiWAnWFMkiORcFvRRhvhuZDVKcKArRSeJsHHnPWwKiegY88LcTpaKeXLKCQtRL7AoYM9Tf0wU/wDIDmSqkDLIJhhUeZ2ErT5RedINsM8IXw6FStYEQqGTGrkRG+kEnnhXMoWpWBlCSbbhiqib7yY7g9sXOMZbQq5VLmmgYD8TEFmBHcRb1xabpJef0GkQuHuz1pO7JVnufDfHRcK4iGzDIv8ApJl6iUx2Cgkk9Tp+WJmQyoRy5bSERhJvBKGDHPdj7HDnB8uwrhJnWGlifMSUdojlKwDPXE9SnfobcU4zTCU6arINIQr9izT78/fCfDE1ZWsATK1KLDb+sW732wzxQsClIJLWg82EadI7SGt2GBjLslKqttLqpUnezo2/OxPph4/6fv8Ac1lr7PhSAkhtXwdAfPYz1BjsYna0jitEIpzGo66rFUEQQFsx9dl+eC8BYzlpE669jexAUC/UmRfvgmYGqcuSC1NVAbqwueUxJ0nnhF8s2wbDXAB5BVJGlaWknbTBYEn0SBbrg+RVc5SETrSaT6t9LWRj3kKCe2NcjUpLlalEXqNQqu3b8I9SBMemIv2N4l4OcQ/caUeT908/YgH2wIxb4pLfkZLmW8rmAlOrVpqR5w19ysMFMfdupgHCDeItF2qebwjcG+pn06STzEQfc4s57JmnmM0kAqzUGUC1vOsfXf3xKFV2oZqjoWAEgA7eHpkSdyFH074RJXjy/gDSJnD67rWpVdWolhqHZrH2iB2x0PGc41PTSpKCoWSNIO5GmOlxiPw3h4XQzkEjV5Q3MR6iOfqAMPcVqEU8tUBFmOsnmV1tHXY2/wB2DqVKao27Qt9kssdGbk+UoKU92aBiVWpirUDAEBmI9QDM+umLdsVsvXNHKNYjxa5IHUBCB/7MD6jBTTXLUqbTI/nNtcF1VUtysfnh+KpN9X9hiLSyyMQXaILBtPUWmfcfPHseohFUvBiQrSeUSLCxuN+2MYduXKxW5LYrcDfWxCoFoorB6kRJsQ21oiQOQ33wtxHJV6lUoKbikhhS0wBNzq2YnrcnDme4pGXVUHhUw5CBTDVALcv6rlvbnh7h1JkoPWfzVbADmJNlkzeSJPftiLk43JLy/wCjPGxirWo0aRppV0t5QzXJ+S3MCxYRHIjmlWXLJFUO7u4JACjeInSTMA33mRF4OF8nw/U7F/iYxtMBfMwjnqXY/wB8K8Ty5evTpiyOECdApIAFuakmfXBhFJ1fmBLIzmHpU/Du4WNUcpmQAFsOUzhfI5zwa/iUxDTcNfc3U8vN8J7T1xrxp/FcgGwqFKfpZR9FB9zgtXLqtAuTNSo2peyloHuZnFFiOeYzVDebRUdny8CmoVh3BaSJ/pAI774zxaqqPEakrBoFvxSpk7cvywlXMtURoVWeFjmUhQPQix7kHlhniOXaqMsUXZWF7adLG5m4AAJvyGF4aq+8CtUH4dl2SlnVgMjUqTCfvFGptt2DGfbHmyzvQoAMScvV0kdCR4lvfy32g98UeCeWqyAKatOmyXNm1IGTbq0A74kcOzrTVo1CSxCtt8LIy8jz+Iz/AGwnFKV+VP7ewE2x/Muz06cINRQoQkTENAi4jVHzGAZygKVCnSPOGIk216gBO+y723wCozJQRif5h1La+5WBba4APe2B/aCPE0aohkpk90QIT85wYx5crAilLHIqyrpJqmABazltumn8sM0qwepV1JFE0AXYciHLKL2JiTHXBeK5er4OVoIYqMilukkSxNuk/LE/+KptWpCkymiraTaz1D5JIO4IYEHoGxPdP1ff4GRjiGf/AIemtVVCvVBFGmY/l0zuxH42nn3xLzGZ1UghugNWPWUO8dj9cLVWq5ltb3LGDNgLqAB00gz6YZFQMyrSEg6gAecgKTHKQNX/ACx0KCivMasYG/sfT8V2pi/lpD0AqoXj2J98L1+ITnq1Q3HiWIPJW0CP+OHfsjVCZp3WyImlecywaCesBj7Yi8EybVKtImPO+5i5EkjGdXJvp37AK/FMvprVUAmQsA85A2jkLwOpIwXhDFa1Oo3lNlWRYqoVNX1OH3yzOaFRDLIKlKOrL8E+x1T27YWpDU2bYyQlOlpEQRqIc23B3+eIJ3GvL/gIK8m9JAc1RrGdNMHcWktA9PM4Mdm6YW1ApSWoYVqlWmfmwA7Dzg+wwXg9Tx6TAHzGtKA2NgrhfYgj/keuB5Eq9HVW3XNGxsBFPn1skeu+CrWHyCzHBToXL6o0UtVU/wBTs+lPoyn59MRuC1Vap/MLR53BF2LaWgW/EY+QwzxKs38qnzdlYr0AJ0j1JLsfUdML8Ty38NWVQwLJpZiJsTB+lsWisPq77+pqsdzKwyZlY01AVcSLEgrt0KkG34TjTgHCnqs6mAolXqG8coneTIiN498WKeSFRmWqAlKvBQahqkC2kEbEA+aOYHWJlbijuoJXRTTUFpgxDi1+bMSV8x6HbE1JtUu+n4AtjqOIcQFUa1H+nUUEzcrII+oIg7WxJyFVQ9e8KArEj8TqQR8iB64NwDMTrpG8HfmeUnqJG/YdcDZKYUuvldkqlkEmdDaQw7jSJHv1xzK1cRCTw+gtNXI//M6WnmWVr/Mx7YaUoaTiJVKwUMNywSJ6W5HsMTqtUrTYXnVNT0Dtp9zMewxcyOURKRJ+FvEqgcpBpoO43a39sX1OrGYjnnU1qigBkpgKqG4ZpkewJM32UD0R4lWLU6VIOWQgsXA+JlBUiOYAW3qTjTNMC1dlYKNZA9AeUdmPrfGOIVAtGgAL3a29yAQD3JOKwjXD3yKcqEKlLSljJJFhtAXcjcTNvQ49g6I3hwFNtjBJ0tBA23kbxsfTGMXsZFcAM3jlY0nyqF7kBQD03jqZOKnByXzi0wx0U5Jm4JJQP35kD1xNUikjMNRZbKDzZvhtubz6gHD3B6RoHUbuabqzc/EdlgewBP8AxOOCb+R16LvvcqtL50Azc5V3YyXRoHcGqz/WmuFM9Rdc01IEWqeJTbaA8G3oIPqpw59saeupQ2iqiljz1ICp/frhvOcNNZco63qFFRmBv5fKT6DcnthuNJJvn3+RFp5JVPhhr1CRZEJAEbkCT2G4Hq2EuIZjxBmHZSL01W1hBPP6++Ol41UWiaVGksrJUzz0j8y1z/txhOGJUTS2o69wGgQgEQAjGfNy6DD6MnNpJf0sv2H09CWq20c7SpB9TVBJfyKBuxHmLC3WDJtBPoaXiMaSgJch1YAk+XVJ9S0C/PSeuMHg+quUTUVAAbXbSTJgEqrHywRpH0M4r8Ky9UBdYQAHSTqUKwEMpBm9tQtzBwdXiStK+2aehNrCOa4fndFWk8mXKT7aVHtILfLFXjLK2Z10/K2kK5ixYnSp91Kt6e+NeI/Z6o7MbIB8J1CyjY9r9Y/PB8hlKzsAyhYVVMsLlAVNp2ACidpFjjSja40hP0+phtP+DevlwlQSJRXo01nmQQzH1kgep7Yl8cyjtU0hTqqMIHdnM/3Pri/mMkajrcHTVRxcQYljEGSSGBt9MNVwA9AyC7MAhsRBs5kc9IKjux5jEYzlGm133uL8GSSbVAvtVUI8VU+I0wg7AC/z/Q44vJJ4TEMRFixH3WBGkz2a/pIx3Wdywq1qpBbVqZYLqCBGkkJpuLzveNxjmeG8CIqFqgD01DSNQHiQTG5sCfvGBIxfT05QtNZefMo/C6kOXmJ53LiidJhXZICmSFG0zeSwA35Yn5cFaqHYaww6RI59hIx0WS4fWqVHqMqSS2kagCPMV0hCZXaJ5R0wLN/Z+oZKBIJgjUBB6QTc39Rt0GGi3dND/p5OHFRMo1BR1JcTVAb0VG6/7/pg32XX/wD0UNyFL1I/4Lb6ROHuIfZoETRPmLNOt1uSENrA3lhz23xvwPhVVajPAVTQciWFiyiJEytm54bUT4H1a79xZeH1Fuh6nWCHMLsVHjLeIKyv1WflhTMVIyuarEf64ogemmPmJafTFoZWVJcoCUCvJE/eVh8w1/XEocOdcolJmE09ZKqw2KtBmYIL/wD1yxyQg6unuvp/SEhozy3F16E/7NZoQUVfhPiAgbHUT15qo+WKvE8nqWq6A6KppVBcRLJUBHSzCT/uxI4dw5lolxYajNwDpQ6n0gm50gAe+HspWZsqKROoisRPIqxLesET/wCWH1lT4l33ROcKVsV4VTV6prMAERvK2oAMQLCY+EWvyA+SOtFLbPX1zLCVBPQN8cdWtfY74ucR4fQCJRdyoUkCHCAtYtujCxIEsQJONcxw0VwhpsuqkwXVNqigK+oET5lHlYgkbXvivDJU3z5c0uRZ+G1EvPpzE6WeatSCFj4wd/DdrmRDaZPUMQB1tghyqOqrs9RyZU21qCYPIbz3t0w7S4chqOxVgwqvo0vaCoYOPI0kjaPzxTqcOpinTaCv8xpmRBeb6mQQBf7vPC/DnjhW+23fIMfCzkljcgZBTl28QgFNRDgTsd/zJ6WF8b/aI1KVUGmAdE6TvZtTbcwZM+2H8zlfApyrSOXmDeWBJkAArO4IsTvex81SSvSVuSrIKuARYnSRpba4lgB5gI54ioy+NlLpuiK8PP4nBi/VEPiWXmlVcCFanTIUcmeogYT1GkD0g4t8YKii4UQBUZCeoLGp+ZPyxjLcJGjwWZmBZKlzp28qqw0tcxDcgQMJ8XaMtmQLz4TraPiIBJ7yThp6ckkn179mPPw+pBJyRztKmabsZXynzHffy/qT3xvmteoIF06V0kACYkmFY7SOn12wOhXYKWcqFeNQO+1jE39PQ4t1tNVVdS3nVC0i9jpkTzlSfcYpObi7YZQVpo5qnWZWOuNLG8SII2FrjHsPcTp3DjSyCzEC4Jnfp6d8exRPiVjOGS1RSak/dpmB3dh//Cn5thivkCaWhSRDagY2MmI+ce+NsrligCFiHA1MORL+Y3HTb2xpnMwFUld+W4uxifrjz5N8SSOqMUk31NeGUjUyykjz06jrJ3hoqH/2BxZ4YjU0JP3QVpk/1GT8vrftiVwjVR8VCAykK6wfwkK24H4pxc1zTdRHliLcwb/OcJqt2+hJxtV5nK57zZlATsCY264uFk02IUgNpsCPMFhhPT03xIzDzmkI5Lv6Tiyr2w71ZadOOHXudOm6uhL+LpqmuqTckMVHOFTl8NlWIBtiguZU0mqTamS8xuSHNhNrkRebYSrUbydjYj/H0xtQyw8Jgtg7CY6CT+eGXi5KKV95/LDqTnGNL07/AJC8Iz4rUQCxGqncRs0FWO95Jm5tynDVJFfS4LEQBARj8JDfdNjqmxkEcsTOH5MrSZQTOrSPRWPPuI+WMDKsI0tYk2YTB3G0WxReIcXS26dp9+ZtOckqexUoOJpr95V0wCfMSokSOYK7QZ9sBqOv8SrKBppqC0TcxUabmdyN+eAUahVXpEQZAY28+reBeBMW9Z3xitRdRqENqpgaZjkOtj+mF1Nec8N9u392T1Zy1FTMjPpXUtJgEx5RbzA2O1tg0ixMg2jbPZtA0vqBcgCFJAJVqfI38rbGL8+WJfCKgANMCGGoeoDdsWaC+ItwBfpP764aXi9SEqWy5Y8vwisNWbSaFauZnWKbFainSPLaNbOBM3kRMbmcUKtKNJvaorE6WCgAux858pEkwYEyMTl0K7g3WBy2AEA/OfkMatmkPlInblve1z/3gw8VqJ3vhe3p5jx1GnkHX4pTEEtUAOosNOxU0txqvGlrj8WCJxmidQDN/MAQQkkeUbX2MCeYmO+JlbSWLMZ0aoF7liBf1Aj3x5svoZaigAVPhE/DsL9SflbnvisfETXP28vwiL15x79PwdKtVRSq1GJ8yn7twrO7g79DBHVThWpmqb0TDN/psi25gIvW3mU2vv3wXjFMutQA+Wn4cDqZn62BxNCLQhYlgNRJ5sSIAjYAhfcTiC15tb/1VexCGtqShT5+1HqecSmpyzgxDKsatLSgm+qB55FwfLGFuFpoy7oAwAZnWTJC3X5Srf5nG+ap1XSQo1IQwYED5+sfPFTMoFZ02UoFEekewsT6k4SU7jXe5PVXyxQhmsxRlGrDz3cShI1GA0XgyVBAbmOdwcZPitNX0lfDUf6elfKwVlb7ogNqWSAIIaARY4n1al/DqixsGIDSLQCJ3HW+NERy4pqqkUy7CLSGFxc7COvLrjrWtKvm6eW2xeWtKrxZdr11RL6vKCF8oNyrQSJgeYzztHTBuD5/VS8z+YVGFwNtKysiIuRfeTifnSwJA3+9G3wgn13wfhkGmHN4qMWHXyqsHrIgHEZa85K55r75+4ktaeJPk39w+Zzfha9CkarkQy/CPu6SCZIubTa2NUzKoykjz1JYqUJBeP8AeJj4Vm3uZwpkKykujEgi5A6QQGB6/uMNV6xpKmgkxyMbG4HqCDfG/U6inb3/AOfivydD1JN8SY7l87TCBlC6QNQZgTJeCTck/FMqeguMRabJV8YTCGkiif6Hmfe1v+8O5bLEU6ijzBWZl1c1JMqf798C/h9alk0orgBYB6z5t4uItOJfFfC43i+/dnLHUlNcEuTOVHDvFLaSdQPmWJtuD+duxxZ4I0mCR5AFIv8ACQevQx9ca8NqKjywjlr/ALRf3x7P5gaiadiVADX3swkHlbFZylJcJRQSyOUnRCxIBVrHaCQdyOtox7C+UzqzdQJ5R9fXHsc0oO82HbFH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5298" name="Picture 2" descr="http://nddb.org/sites/default/files/cowpea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43200" y="762000"/>
            <a:ext cx="3581400" cy="336077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54715" y="0"/>
            <a:ext cx="1431802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/>
            <a:r>
              <a:rPr lang="en-IN" sz="4800" b="1" dirty="0" err="1" smtClean="0">
                <a:solidFill>
                  <a:srgbClr val="007400"/>
                </a:solidFill>
              </a:rPr>
              <a:t>गवार</a:t>
            </a:r>
            <a:endParaRPr lang="en-IN" sz="4800" b="1" dirty="0" smtClean="0">
              <a:solidFill>
                <a:srgbClr val="007400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6200" y="4114800"/>
          <a:ext cx="8915401" cy="2527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/>
                <a:gridCol w="1143000"/>
                <a:gridCol w="1143000"/>
                <a:gridCol w="1219200"/>
                <a:gridCol w="1219200"/>
                <a:gridCol w="1139953"/>
                <a:gridCol w="1069848"/>
              </a:tblGrid>
              <a:tr h="102362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प्रगत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जाती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एकरी</a:t>
                      </a:r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बियाणे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पाण्याच्या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पाळया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कापणीसाठी</a:t>
                      </a:r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दिवस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कापण्या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एकरी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चारा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उत्पादन</a:t>
                      </a:r>
                      <a:endParaRPr lang="en-IN" sz="2400" dirty="0" smtClean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पेरणी</a:t>
                      </a:r>
                      <a:endParaRPr lang="en-IN" sz="2400" dirty="0" smtClean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</a:tr>
              <a:tr h="1338580">
                <a:tc>
                  <a:txBody>
                    <a:bodyPr/>
                    <a:lstStyle/>
                    <a:p>
                      <a:pPr algn="ctr"/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बुंदेल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गवार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-३,</a:t>
                      </a:r>
                    </a:p>
                    <a:p>
                      <a:pPr algn="ctr"/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गवार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क्रांती</a:t>
                      </a:r>
                      <a:endParaRPr lang="en-IN" sz="2400" baseline="0" dirty="0" smtClean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१६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ते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१८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कीलो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१५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दिवस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७०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दिवस</a:t>
                      </a:r>
                      <a:endParaRPr lang="en-IN" sz="2400" dirty="0" smtClean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१</a:t>
                      </a:r>
                      <a:endParaRPr lang="en-IN" sz="2400" dirty="0" smtClean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१५० </a:t>
                      </a: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क्वींटल</a:t>
                      </a:r>
                      <a:endParaRPr lang="en-IN" sz="2400" dirty="0" smtClean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dirty="0" err="1" smtClean="0">
                          <a:solidFill>
                            <a:srgbClr val="007400"/>
                          </a:solidFill>
                        </a:rPr>
                        <a:t>खरीप</a:t>
                      </a:r>
                      <a:r>
                        <a:rPr lang="en-IN" sz="2800" dirty="0" smtClean="0">
                          <a:solidFill>
                            <a:srgbClr val="007400"/>
                          </a:solidFill>
                        </a:rPr>
                        <a:t>/</a:t>
                      </a:r>
                      <a:r>
                        <a:rPr lang="en-IN" sz="28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000" baseline="0" dirty="0" err="1" smtClean="0">
                          <a:solidFill>
                            <a:srgbClr val="007400"/>
                          </a:solidFill>
                        </a:rPr>
                        <a:t>उन्हाळी</a:t>
                      </a:r>
                      <a:endParaRPr lang="en-IN" sz="2800" dirty="0" smtClean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4034" name="AutoShape 2" descr="data:image/jpeg;base64,/9j/4AAQSkZJRgABAQAAAQABAAD/2wCEAAkGBxMTEhUTExMWFhUXGRobGBgYGB0gIBsiHRsaGyEgIRobHSggHiIlHyIfITEhJikrLi4uHSAzODMtNygtLisBCgoKDg0OGxAQGy0lICYtLS83Ly0tLS0vLS0yLS0tNS81Ly8tLS0vLTAvLS0tLS0tLS0tLS0vLS0tLS0tLS0tLf/AABEIAL8BBwMBIgACEQEDEQH/xAAbAAADAAMBAQAAAAAAAAAAAAADBAUBAgYAB//EADwQAAIBAgQEBAMGBQQDAQEBAAECEQMhAAQSMQVBUWETInGBMpGhBkJSscHwFCNi0eEzcoLxkqKyQ8Ik/8QAGQEAAwEBAQAAAAAAAAAAAAAAAQIDAAQF/8QALxEAAgIBAgQEBQQDAQAAAAAAAAECESEDMRJBUfAEYXGxEyKhwdEUgZHxIzLhM//aAAwDAQACEQMRAD8Ah5hRCneVUz0K+X8t8eZBGmLnmeUf9R74wqnwwV5N3jzDvPNT8/fGlFtxeLmfnPrttjwORP40+oWpkmCi+5vP/WMDLNHL+wHttjapVLASRaJJ7C//AFjM6QG0jUZO3afzxuLqdEPFdTRKZBAuLmY+g/fLDIpKGMNuPlseuN6ekjVAI3Fv3zn540y+XPmJuQLc5mD+/TCuYk/ENv5TVUgSAZWSNh7HqMZqIhDNef8AE/3GNVVixG1hHeBAn3wRiZgAwRPyIgYHGT+PO7GKuWBMjsN+kD9BgApjbcz/AIwbKmFneTAHpEn6fTG9KmCxk7m3tN/mPocLxsaPiJ9QNCleCoI/ftggVR5Qo3H5/v543emBtboY2gW9cBXqRybb0J+t/wBjGeo2NPxM2PEXibdxzxoak9IkbD9+l8auk+afYCevy/6wKnmQTHbmd5g2+uNxs36mfMO9ZhEAE25dZv35YxTqkiDG07Am/wD3hV/jUz5QTfuLjDiAGqLG8z8jbttjOTF+PO7PU3JItbfbpH6Y0q19M+3LmdsYFiuphfoed5vtcCMeFKTe4G5HKIP9/rgcbC9eZ6lUYrI2jbnYbd8DokqJN2mWMDcwPkLDBUYydPW30wOC+pdMQOlwZH1P77lSYq1ZBPG3O+k8u1sKeLqllMAC+3MgbDfkJwzSqADSJJv+Qnvv/wBYBXCr5l6Hbe0/ST6412aerxCudrtrU01DepgDyyeR9dumNa6VjBNTTYCEC23JuwPPpHLDWVoSqr/UZ94vt029ceyel2IM6dv7DGUmtiSZLzOSLaV8SqSQ0kuRCi5MLA3tfme2Hf4QBQDqUTaGIgfQn93xsSyksRGva17qdPtz9WOCsCFgvcWvECU9Oo+nfDS1GZSd2C8Miyuw7NDe0m/TngyEARE9J9uXb88YrrEMJNzHqJt++2NCS3lANvpNvzMn0wjmynxpLZm1IW+skDr6Y3K+bTHOLbmJ6+59sYoKGOsi4O87Ab4VaoarineJJbadO57dvfDKTbG/USNfDvYyAYEkQSLnaxA69t8DzOYIYrziwEAX9LYYHMfACLW+Hmf1xlBCwQNJEoZEW2gjeZiOuGUwfFkKJU1XNx9bi35HHsZy6EoxHlAggczcCSfc49jXXMC1ZrmeyGY8rAh+REj8JE39CfrjSuGSbDnqWRJ3EgT7xbblhpYWqoNiCRHWRpNjymMez6TpO5mZ7cvSLD/x6nBtXsQ3RqSjiVMzFwPa3qpJ7XGCeAwWIAPLtvf0i/phGrV8N9YvSJE8hzFuh3tz54oZmsN1M9OW9iOl956T0wHijDKQtBGJHNST1F/cXON0A06gZkH36fl+ePcCzAqKy7qYPOAQbjaNiDvjXNUgtydMMoJA6CJI59cTazTGMUANMXkNeef+P843VpN+nz5/r9MLFmYSDBty5Cbd9tj1PIYLlgdem23Pt+s/Q9sZrmYwCSxpx8BAvzHX5T8sMUk0RJ1PBA9R277YFmp8WoTsyqBHTUR+sn3xs9kBkQDJ5RzsfXA5hibZuj8RS8WMdYOFqNGTvsATHImAPb++CZptDMZOmSIjfr+R/YMK5evpYNyb97c7RjJGbzQzQfZZ3sPXcfPb64xmdKIG2LSCee9vblhc11ElbHkZtHKOvT9zjetVVxSvM6bARJJJiNhJGHUaBZvXlTDQqiwkW26c+Rn/ABhzhbjUgBgNOoHqWtP19z3wq761JIBKRYc1JAPyM/PA8krAgmxsyX3Ctt6/nIwORtjUZqGEzE2kXgE9fn6YKtYiYkW/O4v6Tg1CmjMVO06Ss/ECOR6g39QPTCiVP5mmLaluOYsd/n88Gk0Bs3q5wBwIuoJnlu1rcztHedsMpVnXMk6ai+oIIU+xG/cYj5hYqSPvNYct/wDH7nDGbdlLQJBDFhtAkR9AJHfDqPQzYRs0JYkjbl7C3UgHAmrBlA6SWIvyEjpAIA98ByyeUqw+BC0FRFydz6x3vbBKS0i4SGKXcgC7TEL72+RxuHIt2Ho1jrSLa5i+ymI23jp64HmqyqyLtLww7z2G2wvcY24itTUKwjSFjSOQgWgc7k+nPAfFUMHkNqQASBfv2YkDmdvbAcaMw1Wvrr1KYHlRGnnLWNunL5HBqQEDzWJuTubD9TPscLcCQlKj7uzR1idf6iMBFU6gljqCkHfe0DabkDsB2xnHka6yMpVEFSSIJMc7fptfAspVAYHUZgkzzExB6W5/ljHFHDCVg3CtFt4PyIj64TVhqK6rwCTHIki0ewjv6zowTNxFDM1v5cDYsZ/42A/X3GNuGFStQrYkEE7RI/WfywhmXnw6Y2Aj5yTHtGGqVJdIIAOpwBYbC9re3WJ741VgyeTSpmiagGkaG6nkOZvYY1y9QlyWH8sklViNLhYU26/2wvRqE5io29hEbTGog+4ONatQQQDA1XN+0AfT5jDNVhByPVqlyqnkQOcDVqv35egGPYS8bpZQP+v33x7E3F8gOQ/naX8yo34Xnc9jjNdxqZQCBIO3SBPeRbvbGisGHnPme/QHyTftIPyxtyWpPkdVANjcQD9Rh3YbNGVaiERJDEWHoRvy5R2OMZQAN4YmAsKPaBvtBvjNUiQ19Tc9je1wP3cYNXBB1LCgMdx8QtIgX2PzjC3yAxzhzCnUHl0r5QwHuuoD8xyGC8ReHBG4eCJ3kGP09xiUVcjcspgledp2bkRex6b4pUqmpbTIIljyAMifYke2BWbGTBLSuCtu34hv+pONqgIKVFmWYgg95B+sXwKpmwgYoPhCCQfxkCO0CO+DiqxHUyDeOjQbbjb/ALwtGsBmqkMYJOkLNpi4P9sequCQJgBojl8QBkfKPpzx7POuupYnUAZH9MMTbfpGCVYIbUVDBmM7/wBVjHPv2wYrFgTCZlQzsOduVlnymCfSTgNNVEapAKrvyIH3iN7iOW+NK8OCyyDBkDqAD84/TBapZmKnYKJBG41E+1ib8ow4WxQIU1K1xYGLgTJN/wB2+jFcnQlXSVOvUb9jA+REiPrhfOV/OFOxClY3Oq035729sEz9QNk6bCQrVDYnvtOKKNoBo1UKAAdx5rdPpve364AubPkBskkAATF5A6kCY9BPTGaqncoGRgSWvI2G/WDI5XmMas1M1EAMecMg7KZI9NN/WeuNGKBbHabmWtDAxI/4wfYb9g3KxNVtY8w2/Lykb/PEvNZpvEWppOrzDfcSpF/WJttg1DOlqbMB5kLLvYgVDI9dI+pwJQeAhcyp1tsGAsvM8v364C9jpqCTUktb4QIgA77DfvhfNVFdVZSWqyweeRggf8YiI/PfapmAVI3CrNt4LAfnywyjSFYCnm2AYA3qCFkiYBn/AORHrjOXLDUwBvKpbmBb6sf2MYySh6hQ84APL4h8jEj3bqMZMLSVUJ1GdY+RIA5xJk737YZqkKh/J5uU0Ey8iZ2I5mYsL8+3pgfEa0MpIIIFzHr3kDnJ79IwnSypWrRctKVDAK/dPmkGOnljscb8YrzWAMmAWgAxLSwDX2Ii3ecCs0PyGOGZgI1RBOmp5VI5HzHed7thhcmbMLnXaBt8LMO1xt3xCbNFdTmF5gd4BFhbn9cN5LONLVPEACy2kTsxAnqRMDbAcHuBO3QXNuA+0eTUfUCPpce4xKSoVqGWIJTYDmW2Hz36nFDPU/EkqyljpJiY2BJEi14tPIYBmsstIamBYoLNyvMRG9+f+MbTa2F3eAOXaxYwNINpsJMAe+3eO+HMtmQ3hn4bkqAZvJCmO5J9hhOlxFKhakFA1mFZF2jYlZAMHp0O+NDlQpKmBAJBmRAIAE/O554dw3sKwblTqLX/ANRj3JJNo537csUcoFFOoGWfEXSlrlrNfpE/U9MDyFKmaOsnzUjJtyLXmdxc+nvgi1Gc6zOkAqI3E7x3J8vvOEcshWKYrllUGWJ8O3qTHKOhx7A/4iVE+VTIBIB0wdpI2MEjHsbh6h2KIpqfiqEsxEQDNhERubSbYbFNHoKgINtKkSLrz2gR0xzuRYnSWY+K99I5KDAAPOIuBeeuH6OfJhSwYsWBuBJYKoJO5OoG4k+2DPTdmD5euNQRhHnIYMIg7/pI23HadTUYQSYmIE92/wAfIYHQBKEONb07gmSWsTBJ73Hb54Vr5ovdhpkE6QdQtY7W5RheG3jYA3SrFSV1mGMExvbeeVpG3Lvh3JEpO38xYKm0kbH3vfuTywhk2FRdVrCI2Gpov12BjpjTNMUcM7REETdp2gekG885wUrdGT5nsm5ZWuRFRUYRbeb95vvhnJZty7Mt2aHUMbG0mD7kXty2wlxmuUAo6ydJEnvq3PPYx/xGC1mFMKQLHkLDa5sDEX57xguH1C1RTas4qagIp2kPAKwLkNub+0Y2qMhDAgxvA6mIg25W5WwpUJqL4tMS2lVqo1wQJ0uOcyI+vPE/L5gldL3W5sNwDAH59DY+uFWmDYo18yihR11SZIuPKRaxvywfMZo+IQdyYuJ+6DB/LEDUzKwJIZWExGxBaw3JkAGMPcQdgyBgSwkNBMSByv0EYaWkgXgxVqmpWpk6QZMcgNOor/7k/linnl00E3hFeAI6gbxaAOQ+fODVqAhmYSpUewO5PviuzP4FNAfPLRB2vo94M/LDZGi9zVMz4dNQEUyLh7zyAImDYduW2HaOaqOqikwQvq0+VAQReNoiA3mHy6R87UQFmLJpXyH8QO1uQ5knl+TGTRhUp6dekNTI0r5SGiTqAsfMd+hxlHFhHF4rXL6NZB62iSDBFtiRbfphDK8dqt5amlgXhiUWwjoFvuMe4tTaiSyltAdp1DzWYREATEEg2m284mFfMzyDTLAyOszERad4tY4okmjOxypxSmgcPSEi6tTJEmy7MSNiOm3pg+U4ejUpptFU3Zfu87Ry3tci+IGYXUyiA150hgegJgGZ2+WHK3EzSdEIlqTNBWI0kifmb+h74ZwxgHqUDmdLeakVKiDa7E85HRbCOZwLiNSmz/yQYJ1AbfERAk9xPtG2KlfMU3QBifCqEDUN6bGZvyGwja55HELM8MZazUnBRQwuLA3AWDHPryk4lBp+RmVeDglW1p4bF9YDAhdQlS1xKyOfP64kcRk1ShVgwDCZgsoLAGPkw7Aeoxw3jA/iFpldNIDSQFI0mOXcHrOK9DP06pZat9JYI8eZQZsQPiW3SRaRucFqUZuTQXTOezL+QRJ+K/WBM33G2C5alGoQDCoJJkWA2HMzO9hfng+a4M66FYAASSUvbcm9zEb+mFssGV2UFV1q0TvzgCOYjFLTWGJRtxCoQSpMgKLWIMqGJM7kcvUY3ymaiEWQSBqBNhYhSOW1iI2kHDubzOoOFrhU1EFdMAhSVi4gm3PoMAd6Cw7AnaBcD2H9z1wrlSqv4M8YQlwuiwqsyxsII2E335QJvBOD5muo1LJCQIJ3B63sNRuRtbsMFHG4IFNdIJvaPUmP74AOIs7AMQRaxUETaRef39d87dtUvUxvlcyq2uORDXvtyi837Ww4nESGA+FJ+LcHc+99h6euE+KKjU0rUxpD61dZsrAi4nqJ+YxjOV4CCdLeGsiLLNrDqIn0OFcFKsGZYy2eM+GxBkap0nrEeW8i874xiLWrAkEDR8QhDcyQ3rPXrO2PYPw11Y6nHnY3w+kfDZSQaiMwBnkdLC/c8+2NsvUWQxP+mQXHMm7CSREHme84krnGK6UAhoO0TeLXkX5T0wxw5PLUEwdMCbncbf8AqPla+GlB5bA0VDnXV6kkHw1nbrG0bbQbcvXE5nUnxIgQ5kHmZGn/AMp9vfGzux1yRC0l1RBBhgvLrEn0M4NVCBWpimrMsNpDECQB8POwF7YVJRADyFVf5KM3md2MgTICje45g9f7DzKlgCGhIEC8wYgEfT1wfK1KYAJ1JokrqII30MR5Q07D3wvlWUmoCyHSfKotIa8HULzYyNiO+HrLZmg/EvOwOmdVJGJP4lRQVPTY98G4XFXUlQCFgTOzREAwJJ3jt7YBQYuGdzakkaQSCWlmP5Ge09MTeLMSELMfxBQADc7xyUbC14J5yWUb+UdKzpsnnaIIQEqzKQQgJUiNUFnh52IMjYWGFOKZoLTTSCXW5MRqsAdpCNuSJ7+gaVSmfDrAkjUoZl2NyCCGiJt2HyBCkIChNv8A9FAmQdovYgwP0uMJwK8ig8zXJqB5Bkgk/wDKCLbxI35H0w/xTN6lWttsDHbUD+f5YhU63lZfiFyp9tJ95g+i4o5asjkiIpsy26FQSfZgIPfDThVPoCSBVCRTLAMAwHxe4N+e3LrhqjxDV4QIuCJi3KwBNgLST1OJ2azTOSGnUW80DaCQI7AWA7YLkOH1Zo610rUJhgwMqLmYJAIA9b4ZwVOwpFnJEUqfiZhdTVCNFM3sLAkHYTywhX4/UaS9QxpMp8IG5hYPpFuWAcUzwrvKgm/kCj7toEE3O3TmO5U4nQFDyM1M1CIdAgPhyNtUiD6D/JjC9xqLv2mzGpWuATWNyeRWVNhYRaOgnErLHWAfMalPSCBedwJB30sAQDvMWxmq4dJAPmp0STciQugmItABvfCXDa2hzAkmYMb+VgLev64PBwxaRmjHGKRVzplZVXA20TuL9DaecDHs9rdAIJYAEEdDEgmLmb9sO8VBrUVrE+ZZp1D1IBZXttMEeoGNMvwzUvig6QigtquCNRBWeRgTz+L0w6fypsahvKZgIi0KqytXUGI+5BAVvmJ9+2Om8I1EpFi4NMtRqEcxp1oxBBBBAiSDc4+e5nMywjdViTeABsAep5+mPoP2UzQq5ZjEMFAIG0qdQsT0kD1xza0eBcQEjnBm6L1gtSmUcPC1KZi8x5lHpuPpgWapmlUUOtjBWol0eNwfrN5PfHuOZbwqniI0w2o7ghWJk+7AjsQR3wWrmCtWoopFsuZLKN9RMyk7MB0taDh0rrh6A4RnhWddyKdZgCAdLkgb/DpJ3MSO4ABuJwsUNWpIjxFEkiBr0+ZoiwcC5HMBo7pCiKACOHakxcrUUEMPh0sB1Ukyp3uOYOPUs5Up10II1hTIWACVU6fQMoUzbc4K06baDRJ1s5LEi0gMdvX9fU4yKjatDSQtvSN9/Tb1x0fFuGU3qr4Q0Fl1qhA0sZuk/dYNboe2OZqgXUowqLyJiw5EEb78+RGLwkpbDDlJFaFUtqPxAi9km3WYIjr9PUq2pSYVItF5EdSdzgOlmbxFFoMkGwsQAZ53jvynG5p2VVABa+8ATG5P7ucBrFE5IufxS1qdYCANSMBHNvjMdmP0tiRUz3mqlROswAeQOw78sNUqcIYK+dWBCkbxYFRdTI+vbE6lREMZ828dZ3v12xKEErNWA1KWbzEqvb93xnG2UWwnkLmPYW549gSdOkSococStFOjQIClj5CT15sNV4742ynFqjs2gBtVNiFgGIII3HoIM/THqrpTtTp6CYEGCx6SSSOWwPpyxnK0WWk9WsqKskiLeIYAQDTyUkyRtGDUauv5OgHw7N1Hcmp4Saw2plC3Ai06ov164DWqorlwXDM2oQQYJJPpvbcze3XfQdLVFjz01UAxGrtPMEbX3B5jEoGafl1qwEECd+dh+/rh4xTdmq8nSaop6vDIUtccv5liFJEHzaWjeSMJU6dIOPO1NjHxXERHxQItHxC3W2N8nnDTdpIgAaxpsdgdrFgfMOfxbYncQyraVER5oWSZhpIt0FxbCQjmhUslF9VOmyFSfMF08ydLTIgzyPeRBwvxfIVTWnSZIRfMY2VRzuZ39cUsrX8i0U1KFpDVW2tEt5xJKwdl22m+JedrIKpYIzMUABY7MUH3fqZPX1w8FTY22DfK5eplwyNRrGm6+aZCGO4m9t5nbFDNslyCdFYEzAI/CTbpqPaCd+SNPPVaQDLq1GC2kBVRoBOorEnsTF+e2B1OIs6g1KaupLMSLG3O1rWEEdJ5YEoybsElZs6toepU0qukAwt2cgiFgjkCxY8uV8CylRdDKov8TNeRcCfYx8zjHFMq7U6IpXUBmCj4vMS0wPihdIteAMB4XlmV9TVEWfIZME6hpIAAv19sPScbG4U0N5gnx9XNqZqR6A7+rDbvh3hmaI4dXlpK1LA7jWhk+/mwjSyjaKbm66SQxJ+AGTaNhB5TcYN9noY1KVPUPEgCYYWBUsNtg0wRy7YRxXB6V9GCKPcEbwMu2YYAuxNOgCLHq0dv07458M+omTJMszX3IuRcbnFP7W50PWCUzFOkAlMDnG5t3/LGQETLvVHmdiEho0hvK5IXoB1+UYrDC4nzHRoc4r0lJHmUsDaARDkCQQdz9cByOZ0XMyCBB/5fX264xkfNpmNJqpuTB+6TfsR6Xxk5FSmtzo+9EMWYSYMBbCOZ6YalsZpDFeqzNUU28shRsSGDG07b4rZCkyZGoSdOuooEiYOkG499u2JuaraPDrI16moBova172ixiOfrhriOdapkqICkjW7RtGkkLMctJ+mJSVpdL9v6F6EoopQxFyY2+EX9zEfTtjsfsLWYPUQrZl1TyJUgRPv9DjmuEZJSv86FSAQdRBmRaLgiOvMQMdVwyaGZpU1pKEYGX1lmaxIa0LBI5DEvENNNAe5vn8sHqEW+F02nUtQaVPYhgJ9TjkM9wyo5Apq15Jna28tsI33EY7GvRqF2VGAZGOn139wdiMSOKZSp4uhU0K51GbqxaAQ4O4nZlMAbiNp+Hm1gy8yZk8gr0jl/FQsPONJYgXIMEC+4mJtPQYxTzD0SIdWpsJRiQyyLkENZYNuRuMZ4fQCZvTEMAwhbrvpYe1x7Y14V4b0KysGprTdC3mn4tSEwRfkNPMxcRfp5vp+RqsJ5a+VilNOqNRFKZDAEM3hnflOgkneJwTjC+NlxXZlavl9NOsB0f4W7sLqY5+mJ+dU02SrSYNTWQrjdXufMDdTJkbgwIJxSrjxKVTMKAvj0ytZBYLVRpmOQcBm7HVjVw58+/p9QpcyJwtmsirrAl6gHQED/ANdx3OGmooHbUdKLsxBJY7jy2AtHoCJmcPcG4U6U3aGIK6dmWZ6Ej4QSLxe/LC/F8odRUrqgyDqBGmYmAJ5ATO3TGc1KbQrywOUC0nUnzMpAnkSx39v17YJlKQVXHlLFQBNxOoNeTawj1npgSEBkJcnfVA5Hymxt1jnjQ1CYPUgb7/2F/wDOA02IrGuIUWTTqXQN9UiOgAOxtj2Kf2VzgqM1CoQykkpI2i53x7HPLV+G+GSF4VzJWWqE1VY+afMoAHxdSRcROxPpE4pZmu1WkYDSra4UydB8jRp35NHXUeeJ1So5l6RQVGM2g2MmF1DnY+2PZQZtTM6HXzeZlHSLNy3MDocXkrd4LVZrR8zvRJMVF1KXBEN3nadjHUHlj1PKQqqDpsWrvfyfhExOr53btjGfVh52YoJsoOrUd/KsmAObTHTpipophW8VCxEKVXdoANj6AH2wZScaYG6OdYgsdMtcyxtHWx5HvHoMd1wPK03oZd2XUzuVktMATbpELEDEQ5GjXV2irSSIViF0LBkgkkXkSSPWb4t/Z9wMmadKoGamakaZ30yBe5ueXTEfEzbgqtO+8glk5v7TColatUZDpZomQQAJHLY2AIOF1jV5QNaqpW9ntbtqBt3vzF6efDVv5y+UlYrowOkMvO45gD3HfE/PLT0agxtIOhRyMzJNweVvunFdN4SNjYSy2QeSxLaD5rE6jcgDsWv+eHckyuajVHKCkZLpAVZIEDmxN7zMAm+GTxNXKKHKrouSL3EAmCYKj15d8a1MsVyiUtKqxdWqaiVUFgyqxMyfKAdPLVcXjDuV7j77m2cyjIVWmAQtLWtTcaTsQfh2AHUXxFVkMBhpZtmbbuDtEn73bvIvcOSaP8NrBZRrYqCfIWFl6iSGIA54KeEU1FZK2YpLqCgKKhOiD94hSFkwIub4WM6tMCF8y5HD11LBV3RgeUtq69Yt274W+y+SqAVaiyGK6KRNgS03v0AP/kMVsvV10TSSrSUAgBlZiTEgwWvswg22iw2o5+l4NNaYLeKQSqiC20szM5imoAEk3kGIAOF4nTiubNfI5E8MoBwhrnWPwr8/OTt0JUYpUeHg0lYDTSpl3MgsWnSogTzCx06DB/s9wKnTVs3XJ8IXQbliTe4+ITYdZwLinGKtadI8O8IgMGJiW0nfsRA5Tc4Mpycqi/377QWmIeMmnxPBUqoshvHKZBHP1thJ28fVopaTMs2vy9fMD07G2G62Uqv4aSpJkErBm8Wjccrc4w1xjhC5ekA5kkkmkhEkAC7nlBIsOvvh1JJ1zMsClBEKikn81hdSxIUSYOkDc+pgxtbFTi9GmqeIkAJpCowmXNzPoFPb54nfZzMNUzFJVARZMqvOPNc7nl8sPfarJPrcG2kqwPZ5Xr1A+XfCS/8ARRbBWSZWrsVqsxJ8VUKMYmNRP5gr2jpjpvszmT4a0yVLUiHQmT5FK+KswYsSQB+WOYOXJpksQgRlUDl5jqOnrcMewJGH8rWOXqqQ5/lqtY73DOqOnpB27HG1IqSpGq2dJx2rNSotMxUUqROzSDa3WBbta+Gsi6Z3LsjkCouzb6T1MRImzC3I2JtO4vmF15pQFnw0IY9i4AJ9RIOFeGZpqbrUKw8AuoNqiTDW2JG/qAZgnHKlce+gvMxxnLVlqs2mXEliCCRqudhIUmY1SIPykogpuWZh4b/GhHmN5so7qpDG1t8Uftaj06njU2K1aVtQ+/T3U9yARPUE9MA+0HDFdaVdQENUDWVNkcrq0kfhaCVI6MIOOnTeFb3wMupJzWaio7Ul/lhYZCIDLqFze8/iFwYI2BxU+z9FnKX1U3RlM8tN1n+oMSvWGMWOFatAtlGYgaqTAgg/dj6XLW7HFHg2fWhk6ewevW+QBUEx8h/ywdSVwqO919PwHkBXjtXM+LqAFELCgyAIYHUTziJPy54kZasC6uB8L2ItaJj5/wD0cbcUUUkemCOexFgXLAHnMAH5Dlgf2ey2rxm06hTplt4vBC+t8MoxjBtbAccMzxWqjPIBVWkOAI0sCRMdCIMdyOWFGy8tEk3IsNzitxGgphmJBlS5nYKYMdd/oMTDmi1TWvlDTAn4ZkRP698Ppu44MtsDnDGh1dd5In2/tjGH8rl0FCk2x1vPsAOvXHsc055wc89w/h0qUl6t2v8ADsO0EAbxecFrPRbz+AFUkAVGMknbSBfbtHLC2UpisyhKZDEeZnA8kQGJHU2I6k+sF4rTZj4aL4dKl5dbEAHymbkcjzHMnAf+1N55+n7F7AcLzoOtisCAoYgNG4UgG8XO++G6PDgh8XMuuimSxHNyxkX3EkASRMA7Yn8Iy6UwaodqkEU0ABI1bzETC/ng1TiGkotRVIcl6gYzadIMxFlBO2KNfN8pt3g9m8y1dx/LAJYGCJ0jciGsB6CfWce4ZV1UqqMy6QfMVCj7rExa5OnnjbiGUq5dHqg61fT4bLHwHdjAjYBZ7nE3Jsf4aoqqT5qbbXJYupH/AIkfXBUU448jKIvX427EEgFfwtcD53254fyC0HUq50sYmZgGQRb9iMSK2RiB4igmBpvMi2yz9YxVbhf8PTWtWqDxTpNOkBdgCPi7R++WKTjBJJY9BnFcg9LgeitSlkdXYCBsQ3lMEgA79TtglWjUzdd9AIIc+IzHyogBWQTyI1D274r8b4SuVqLWRwuWco6r0YHUqxu17iIgTO11s1xenpbLgikTBqbbmxEiPOtieUiOV5ccrvf7Atk9s2tNxTpU/wCXUbTUqtYvNoB3RFsYF7CemJNJNFKoGgs6WURb+ZTINv3EYSzWtanmmxtJ5b/L6Y6DhHDFfMhSCdNmn+mG+XL1jri7qKv9/wCAnSfZbh4oUfGqgFxZR/UTIHrJF/7YTy2lWrZusjMazmnRWfj85JtBhAFUTeQGEXuXj0GkiK0NRrUy9/vOtR49ZgdsI8bzQWNLE1Cp0AX0hokiNpUCPQdTHKrb82BdRf7TccY1QviHUm0KAFMT37QBYDckycScpSBIdWIqg6jOlhB52vINvQjbClWk4IiSal1PW/fn646L7LUjT116jA6RYtJHlm9rmBJjmdIx0NKEKQzeA9TL1KeXVqJ01G1+aOjGUXmhI2+Ui2ObFYEUmJJJLatr6rNPtpvjoePZ9jQ1AghmcrJWbMIgc4VmQnqe+IWUqeJsFLa4BZZu6m8CxbyQJtLTHTaKqLb8zJUslP7OcOdM1S1kKfM4A/2n8xf5dcO+MMzlGfUWNLWrciyn+Yu8xFwN4jCXDqnh5tnJl4qHedHkc6T37coxU+zRqNRzNV281Wk/hrYA6FmQBsJJGJajd8T8vdm3OX1gUKmxJqUwAeVnJM99/linlqXi0/FVCW8NhFyGs1o53H5dsTqlEU6KEy5rOxX0Glb9TBIHr2w/wqv4WXRwSWXMaCBtDrI+TID3vOLS2tdTVeStmKa1crWdb1Go0u1gJ2vz1c+WOf4DXLBU1MCG8hHIx9Ztbnpx1tDiNNFpZjTFGqpDLHw3OoegJN+mOG0NRzBRJlawCjrBMfmPniOgrjJCpWmjs+NVPETLsQIZCrFTKyCy/JgoIJ5Ab3xtw2igoAVjbT4aqbeJpOpTv92ANXdhzsDKKuvwviptKabXV2cq09FJi33WMYj8ZRqdTzyPCI0wBe4KmNt5BuOXXE1C3wp0as4KVDNjwqrMigGnTYqJMguynsBc7e+I3EcuF0AswOk6BbSFXzG/Um2H1ra4C+f+WVKHoGpsqk9It88b8byILIajfy6YZmiOULpE82I29cNFqM/XtAW9HPZrKuzVHPNp9SWj9cdR9mURaRsPM0EdQoM/I/XESoGzE1NMALAX8IA3Ufet+xY4fVD/AA2qbsAobadVz6Ww2t80eEMnyJvGM0KoZkBhXPrpt8oIn3xNoMCyjq22+5HacXOD0g5zAIOlUlzIPI6jO29x6YjZ3Kmi7L0Jv1AIAPUYvptZguQy6FXiSaLINS3Av+F9Mn1uffGcS6ubJZZBAURbfqfXHsZQpCuKfI6zhdQ0NVBSG0Kzu7CzERKgg2CiSSZNojHLCu9eoNbaiTzmwntyvjoslWD02I06/DFNgpUgeYLqJvqlSN5urdcKLTRdJpMCFs5Uxe5A2Nt+vqMQg1FvGQ2kxTPR4dJEI0qCfig3YiQsibKMWMzwpa5aCQyqqliDsVBDAeoYGJwvRy9Y1Ip6JABLTOhVLQxvHOR/ix+JZ6nTZ0py9RwQxJJJIkgdgCAAoIIkHfGleFHcD8hvhLoF/g2rTV1MaTQwFNr2LA7HpPrviZxREpM6FwAqoCoN51qx8q9RbcfXEzJ0nqFSPIpdRFMQNxc35dCZxU4rQNbXUgNmKSqHTm6EQHgbkSAR6dsMoVO2/wCw1k1+yvC6RrayRUpqGLEqQFsbeb979MbZ2rTqV3zD1gCDCrfyAbDVpPvA52N8C4RrKZhXqAt4ekKpBgEjUBHlBIERNsI57RzDAL8WxYkkxy0iYLE/1c7Ybh4pu35B5ne16iVeGUazMreDUBDeaLMyDeSTB52JAO2OPrfZ0UzqqWH4W1aoY+U2UiZ9j74p8NzitwfOIIUJUpsFJmA7U7H1IIxvx91D5bNBAaJorrgCST5oE31CQZ3ADdMS+eMqT3b9rM7IHGMvqgL5zOgNedRvp7zPTed98V+DVxSr5hmYSqwY5Mx83y09fu4n0Mp4fmNXShLMkbj7qsY2MGLREbjGn8LUFCpdfMUpq2wOxJ22gjFHUlQt3go8Fr+IaxYFtfgteY1SZ+hIwh9pFLZhKgkEixNtr9PwkfLFbhtRaVJnpwUXyifvGVBsebX9JA2GNOLZcTUIB0UdLFvvaShUAA9159cIpf5L5bd/QPMQ4LlzUolKYl1IKSJJkgGxsOXtqx7jlYKopoSZiWAnWFMkiORcFvRRhvhuZDVKcKArRSeJsHHnPWwKiegY88LcTpaKeXLKCQtRL7AoYM9Tf0wU/wDIDmSqkDLIJhhUeZ2ErT5RedINsM8IXw6FStYEQqGTGrkRG+kEnnhXMoWpWBlCSbbhiqib7yY7g9sXOMZbQq5VLmmgYD8TEFmBHcRb1xabpJef0GkQuHuz1pO7JVnufDfHRcK4iGzDIv8ApJl6iUx2Cgkk9Tp+WJmQyoRy5bSERhJvBKGDHPdj7HDnB8uwrhJnWGlifMSUdojlKwDPXE9SnfobcU4zTCU6arINIQr9izT78/fCfDE1ZWsATK1KLDb+sW732wzxQsClIJLWg82EadI7SGt2GBjLslKqttLqpUnezo2/OxPph4/6fv8Ac1lr7PhSAkhtXwdAfPYz1BjsYna0jitEIpzGo66rFUEQQFsx9dl+eC8BYzlpE669jexAUC/UmRfvgmYGqcuSC1NVAbqwueUxJ0nnhF8s2wbDXAB5BVJGlaWknbTBYEn0SBbrg+RVc5SETrSaT6t9LWRj3kKCe2NcjUpLlalEXqNQqu3b8I9SBMemIv2N4l4OcQ/caUeT908/YgH2wIxb4pLfkZLmW8rmAlOrVpqR5w19ysMFMfdupgHCDeItF2qebwjcG+pn06STzEQfc4s57JmnmM0kAqzUGUC1vOsfXf3xKFV2oZqjoWAEgA7eHpkSdyFH074RJXjy/gDSJnD67rWpVdWolhqHZrH2iB2x0PGc41PTSpKCoWSNIO5GmOlxiPw3h4XQzkEjV5Q3MR6iOfqAMPcVqEU8tUBFmOsnmV1tHXY2/wB2DqVKao27Qt9kssdGbk+UoKU92aBiVWpirUDAEBmI9QDM+umLdsVsvXNHKNYjxa5IHUBCB/7MD6jBTTXLUqbTI/nNtcF1VUtysfnh+KpN9X9hiLSyyMQXaILBtPUWmfcfPHseohFUvBiQrSeUSLCxuN+2MYduXKxW5LYrcDfWxCoFoorB6kRJsQ21oiQOQ33wtxHJV6lUoKbikhhS0wBNzq2YnrcnDme4pGXVUHhUw5CBTDVALcv6rlvbnh7h1JkoPWfzVbADmJNlkzeSJPftiLk43JLy/wCjPGxirWo0aRppV0t5QzXJ+S3MCxYRHIjmlWXLJFUO7u4JACjeInSTMA33mRF4OF8nw/U7F/iYxtMBfMwjnqXY/wB8K8Ty5evTpiyOECdApIAFuakmfXBhFJ1fmBLIzmHpU/Du4WNUcpmQAFsOUzhfI5zwa/iUxDTcNfc3U8vN8J7T1xrxp/FcgGwqFKfpZR9FB9zgtXLqtAuTNSo2peyloHuZnFFiOeYzVDebRUdny8CmoVh3BaSJ/pAI774zxaqqPEakrBoFvxSpk7cvywlXMtURoVWeFjmUhQPQix7kHlhniOXaqMsUXZWF7adLG5m4AAJvyGF4aq+8CtUH4dl2SlnVgMjUqTCfvFGptt2DGfbHmyzvQoAMScvV0kdCR4lvfy32g98UeCeWqyAKatOmyXNm1IGTbq0A74kcOzrTVo1CSxCtt8LIy8jz+Iz/AGwnFKV+VP7ewE2x/Muz06cINRQoQkTENAi4jVHzGAZygKVCnSPOGIk216gBO+y723wCozJQRif5h1La+5WBba4APe2B/aCPE0aohkpk90QIT85wYx5crAilLHIqyrpJqmABazltumn8sM0qwepV1JFE0AXYciHLKL2JiTHXBeK5er4OVoIYqMilukkSxNuk/LE/+KptWpCkymiraTaz1D5JIO4IYEHoGxPdP1ff4GRjiGf/AIemtVVCvVBFGmY/l0zuxH42nn3xLzGZ1UghugNWPWUO8dj9cLVWq5ltb3LGDNgLqAB00gz6YZFQMyrSEg6gAecgKTHKQNX/ACx0KCivMasYG/sfT8V2pi/lpD0AqoXj2J98L1+ITnq1Q3HiWIPJW0CP+OHfsjVCZp3WyImlecywaCesBj7Yi8EybVKtImPO+5i5EkjGdXJvp37AK/FMvprVUAmQsA85A2jkLwOpIwXhDFa1Oo3lNlWRYqoVNX1OH3yzOaFRDLIKlKOrL8E+x1T27YWpDU2bYyQlOlpEQRqIc23B3+eIJ3GvL/gIK8m9JAc1RrGdNMHcWktA9PM4Mdm6YW1ApSWoYVqlWmfmwA7Dzg+wwXg9Tx6TAHzGtKA2NgrhfYgj/keuB5Eq9HVW3XNGxsBFPn1skeu+CrWHyCzHBToXL6o0UtVU/wBTs+lPoyn59MRuC1Vap/MLR53BF2LaWgW/EY+QwzxKs38qnzdlYr0AJ0j1JLsfUdML8Ty38NWVQwLJpZiJsTB+lsWisPq77+pqsdzKwyZlY01AVcSLEgrt0KkG34TjTgHCnqs6mAolXqG8coneTIiN498WKeSFRmWqAlKvBQahqkC2kEbEA+aOYHWJlbijuoJXRTTUFpgxDi1+bMSV8x6HbE1JtUu+n4AtjqOIcQFUa1H+nUUEzcrII+oIg7WxJyFVQ9e8KArEj8TqQR8iB64NwDMTrpG8HfmeUnqJG/YdcDZKYUuvldkqlkEmdDaQw7jSJHv1xzK1cRCTw+gtNXI//M6WnmWVr/Mx7YaUoaTiJVKwUMNywSJ6W5HsMTqtUrTYXnVNT0Dtp9zMewxcyOURKRJ+FvEqgcpBpoO43a39sX1OrGYjnnU1qigBkpgKqG4ZpkewJM32UD0R4lWLU6VIOWQgsXA+JlBUiOYAW3qTjTNMC1dlYKNZA9AeUdmPrfGOIVAtGgAL3a29yAQD3JOKwjXD3yKcqEKlLSljJJFhtAXcjcTNvQ49g6I3hwFNtjBJ0tBA23kbxsfTGMXsZFcAM3jlY0nyqF7kBQD03jqZOKnByXzi0wx0U5Jm4JJQP35kD1xNUikjMNRZbKDzZvhtubz6gHD3B6RoHUbuabqzc/EdlgewBP8AxOOCb+R16LvvcqtL50Azc5V3YyXRoHcGqz/WmuFM9Rdc01IEWqeJTbaA8G3oIPqpw59saeupQ2iqiljz1ICp/frhvOcNNZco63qFFRmBv5fKT6DcnthuNJJvn3+RFp5JVPhhr1CRZEJAEbkCT2G4Hq2EuIZjxBmHZSL01W1hBPP6++Ol41UWiaVGksrJUzz0j8y1z/txhOGJUTS2o69wGgQgEQAjGfNy6DD6MnNpJf0sv2H09CWq20c7SpB9TVBJfyKBuxHmLC3WDJtBPoaXiMaSgJch1YAk+XVJ9S0C/PSeuMHg+quUTUVAAbXbSTJgEqrHywRpH0M4r8Ky9UBdYQAHSTqUKwEMpBm9tQtzBwdXiStK+2aehNrCOa4fndFWk8mXKT7aVHtILfLFXjLK2Z10/K2kK5ixYnSp91Kt6e+NeI/Z6o7MbIB8J1CyjY9r9Y/PB8hlKzsAyhYVVMsLlAVNp2ACidpFjjSja40hP0+phtP+DevlwlQSJRXo01nmQQzH1kgep7Yl8cyjtU0hTqqMIHdnM/3Pri/mMkajrcHTVRxcQYljEGSSGBt9MNVwA9AyC7MAhsRBs5kc9IKjux5jEYzlGm133uL8GSSbVAvtVUI8VU+I0wg7AC/z/Q44vJJ4TEMRFixH3WBGkz2a/pIx3Wdywq1qpBbVqZYLqCBGkkJpuLzveNxjmeG8CIqFqgD01DSNQHiQTG5sCfvGBIxfT05QtNZefMo/C6kOXmJ53LiidJhXZICmSFG0zeSwA35Yn5cFaqHYaww6RI59hIx0WS4fWqVHqMqSS2kagCPMV0hCZXaJ5R0wLN/Z+oZKBIJgjUBB6QTc39Rt0GGi3dND/p5OHFRMo1BR1JcTVAb0VG6/7/pg32XX/wD0UNyFL1I/4Lb6ROHuIfZoETRPmLNOt1uSENrA3lhz23xvwPhVVajPAVTQciWFiyiJEytm54bUT4H1a79xZeH1Fuh6nWCHMLsVHjLeIKyv1WflhTMVIyuarEf64ogemmPmJafTFoZWVJcoCUCvJE/eVh8w1/XEocOdcolJmE09ZKqw2KtBmYIL/wD1yxyQg6unuvp/SEhozy3F16E/7NZoQUVfhPiAgbHUT15qo+WKvE8nqWq6A6KppVBcRLJUBHSzCT/uxI4dw5lolxYajNwDpQ6n0gm50gAe+HspWZsqKROoisRPIqxLesET/wCWH1lT4l33ROcKVsV4VTV6prMAERvK2oAMQLCY+EWvyA+SOtFLbPX1zLCVBPQN8cdWtfY74ucR4fQCJRdyoUkCHCAtYtujCxIEsQJONcxw0VwhpsuqkwXVNqigK+oET5lHlYgkbXvivDJU3z5c0uRZ+G1EvPpzE6WeatSCFj4wd/DdrmRDaZPUMQB1tghyqOqrs9RyZU21qCYPIbz3t0w7S4chqOxVgwqvo0vaCoYOPI0kjaPzxTqcOpinTaCv8xpmRBeb6mQQBf7vPC/DnjhW+23fIMfCzkljcgZBTl28QgFNRDgTsd/zJ6WF8b/aI1KVUGmAdE6TvZtTbcwZM+2H8zlfApyrSOXmDeWBJkAArO4IsTvex81SSvSVuSrIKuARYnSRpba4lgB5gI54ioy+NlLpuiK8PP4nBi/VEPiWXmlVcCFanTIUcmeogYT1GkD0g4t8YKii4UQBUZCeoLGp+ZPyxjLcJGjwWZmBZKlzp28qqw0tcxDcgQMJ8XaMtmQLz4TraPiIBJ7yThp6ckkn179mPPw+pBJyRztKmabsZXynzHffy/qT3xvmteoIF06V0kACYkmFY7SOn12wOhXYKWcqFeNQO+1jE39PQ4t1tNVVdS3nVC0i9jpkTzlSfcYpObi7YZQVpo5qnWZWOuNLG8SII2FrjHsPcTp3DjSyCzEC4Jnfp6d8exRPiVjOGS1RSak/dpmB3dh//Cn5thivkCaWhSRDagY2MmI+ce+NsrligCFiHA1MORL+Y3HTb2xpnMwFUld+W4uxifrjz5N8SSOqMUk31NeGUjUyykjz06jrJ3hoqH/2BxZ4YjU0JP3QVpk/1GT8vrftiVwjVR8VCAykK6wfwkK24H4pxc1zTdRHliLcwb/OcJqt2+hJxtV5nK57zZlATsCY264uFk02IUgNpsCPMFhhPT03xIzDzmkI5Lv6Tiyr2w71ZadOOHXudOm6uhL+LpqmuqTckMVHOFTl8NlWIBtiguZU0mqTamS8xuSHNhNrkRebYSrUbydjYj/H0xtQyw8Jgtg7CY6CT+eGXi5KKV95/LDqTnGNL07/AJC8Iz4rUQCxGqncRs0FWO95Jm5tynDVJFfS4LEQBARj8JDfdNjqmxkEcsTOH5MrSZQTOrSPRWPPuI+WMDKsI0tYk2YTB3G0WxReIcXS26dp9+ZtOckqexUoOJpr95V0wCfMSokSOYK7QZ9sBqOv8SrKBppqC0TcxUabmdyN+eAUahVXpEQZAY28+reBeBMW9Z3xitRdRqENqpgaZjkOtj+mF1Nec8N9u392T1Zy1FTMjPpXUtJgEx5RbzA2O1tg0ixMg2jbPZtA0vqBcgCFJAJVqfI38rbGL8+WJfCKgANMCGGoeoDdsWaC+ItwBfpP764aXi9SEqWy5Y8vwisNWbSaFauZnWKbFainSPLaNbOBM3kRMbmcUKtKNJvaorE6WCgAux858pEkwYEyMTl0K7g3WBy2AEA/OfkMatmkPlInblve1z/3gw8VqJ3vhe3p5jx1GnkHX4pTEEtUAOosNOxU0txqvGlrj8WCJxmidQDN/MAQQkkeUbX2MCeYmO+JlbSWLMZ0aoF7liBf1Aj3x5svoZaigAVPhE/DsL9SflbnvisfETXP28vwiL15x79PwdKtVRSq1GJ8yn7twrO7g79DBHVThWpmqb0TDN/psi25gIvW3mU2vv3wXjFMutQA+Wn4cDqZn62BxNCLQhYlgNRJ5sSIAjYAhfcTiC15tb/1VexCGtqShT5+1HqecSmpyzgxDKsatLSgm+qB55FwfLGFuFpoy7oAwAZnWTJC3X5Srf5nG+ap1XSQo1IQwYED5+sfPFTMoFZ02UoFEekewsT6k4SU7jXe5PVXyxQhmsxRlGrDz3cShI1GA0XgyVBAbmOdwcZPitNX0lfDUf6elfKwVlb7ogNqWSAIIaARY4n1al/DqixsGIDSLQCJ3HW+NERy4pqqkUy7CLSGFxc7COvLrjrWtKvm6eW2xeWtKrxZdr11RL6vKCF8oNyrQSJgeYzztHTBuD5/VS8z+YVGFwNtKysiIuRfeTifnSwJA3+9G3wgn13wfhkGmHN4qMWHXyqsHrIgHEZa85K55r75+4ktaeJPk39w+Zzfha9CkarkQy/CPu6SCZIubTa2NUzKoykjz1JYqUJBeP8AeJj4Vm3uZwpkKykujEgi5A6QQGB6/uMNV6xpKmgkxyMbG4HqCDfG/U6inb3/AOfivydD1JN8SY7l87TCBlC6QNQZgTJeCTck/FMqeguMRabJV8YTCGkiif6Hmfe1v+8O5bLEU6ijzBWZl1c1JMqf798C/h9alk0orgBYB6z5t4uItOJfFfC43i+/dnLHUlNcEuTOVHDvFLaSdQPmWJtuD+duxxZ4I0mCR5AFIv8ACQevQx9ca8NqKjywjlr/ALRf3x7P5gaiadiVADX3swkHlbFZylJcJRQSyOUnRCxIBVrHaCQdyOtox7C+UzqzdQJ5R9fXHsc0oO82HbFH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346" name="AutoShape 2" descr="data:image/jpeg;base64,/9j/4AAQSkZJRgABAQAAAQABAAD/2wCEAAkGBxMTEhUUExIWFhUWGR4bGBgYGCAdIBsgIR4gHhwdGyEcHiggIR8mHiAiJjEiJSktLi4uGyAzODMsNygtLisBCgoKDg0OGxAQGzImICUtLzcvLy03LS0vLS01LS0tLS0tLS0tLS0tLS0tLS0tLS0tLS0tLS0tLS0tLS0tLS0tLf/AABEIANIA8AMBIgACEQEDEQH/xAAbAAACAgMBAAAAAAAAAAAAAAAEBQMGAAECB//EAEEQAAIBAgQEBAMGBQMCBQUAAAECEQMhAAQSMQUiQVEGE2FxMoGRFCNCobHwUmLB0eEVM/GSsgckcoKiFkNzwvL/xAAZAQADAQEBAAAAAAAAAAAAAAABAgMABAX/xAAvEQACAgICAQIFAwIHAAAAAAAAAQIRAyESMUEiUQQTMmFxQpGh8PEjUoGSscHh/9oADAMBAAIRAxEAPwBAELrfdgL/AKEHEKJpfS3NtceoAk27yMMeH5CqElhGqBp9xe02j+mJaXCKrlr0gHTQNS9ZFhEwzEG4tveMec+O0cjogTLN5TDSJmBaTuGBHUdPz74ny/CS1V2YkEkpJ/BPwH5n8r4e5bIgUFXmJI5z2IYAqdvUfM4A4rWAdlpNZm1GO4g9flhVL06YPAvyOTqrUFQadJBF5IjqT0Am9zcTj0Dw5VFSixq+WWpkikRcpJFjG4utp7bRitppQIxhVYQCTbmWYM+kmPQdwMbzLsqp5cKEAmemuACREapP0IxSPxEomU6H3FOC/aFAomkxTUWBB1FSZWGG9ov6YpVLLKtT7QoBqazNIiFMbEGZguPS3bFmyVUeWitqRlECZkq1l1GPiBiL269sLKPDXfWgBlLiVWZtykkT1n64oviI2kMpIX0cussajMZJIJJkfW5PSTifiOdanlhSHMoqWYxbl2F9t7X6YHzeWrm41SLRptblPT5YhHC8zUZRpg6mIlbDlETb3w7arsqo+LGnAasVKZYSqsGmJ2vYSB++uL5xHxegVitNz0Gx79sUhOG1qSFQVEiGMC/eJ6TgLKU8wLFyBuAFBv3xoTSWmauPksvGeOo9KGpuy2lhvMWAN4APeZn1x5lxfLkFmcljawE27z9cWilnc2mlVqOoRyyRT2NjJtfEeZ4xmkFRVqf7t3BpqS07k6lnefbFLTfZqvyUHMIVqsIO/wDxGNDe8/vfDri1BmaTTYkx+E3kSYwOmbqoCAFAN4amOojYjtg2ZojzFNTVphV0fCrANN5gkE+m/wA8eor4MyCUqdR80g0nzHg/EsbC8kg3kQd7Y88pfaa5UqFLUupCi5+gNsZV4Rm35NA5RYBlG1hs2M8iQHoJ4xV05ipF1kAAPqlSZuTJmwwIzKlRSpA2sBuDEz39x64M/wBEzZfUyIWi9xO3WDfbDOpwpAi6ihaw1auogCO2wxKU432DXuKJVUszSTJi59hfsMSZLiFPynRlYi7AdSSpFyelwRHUY6zHAiJdjT0k7hjy7kgAY7bw+9QakqKRYXmwG3yxlkUemC0C+IeKu7BtCiQo2vyiInqDGrrc74Cy81WhgJb3H0ABm3pthnX4FmGhKlMKqfiDTPt74NyXh5FYmsC6QQBq0EbX2JPXBeWPuC0DcPyapRnXS1/EQxuYDSoOncbxcHocAZ/OCodNgZ1AiSB6NfoOuGWZ4SQVFOqq9iWiR2sLdscf/T2hXLKG1fDpcCLmN47YDywbDyXuVfPZxWaUSL/Xbp8pj1xqnUDNe3Ufvthvl8hQCsaqMSDvqiPbpgzL5HLaSQjwIJMyQPl2sdu2DOZnJCCrnF8sAjmnpEQNvzm/tjMvnQ7aBTQsY0sxO4G3URhzU8NUpL+aWAk6VWLST1/ftgrL8KywI06Y3uJb6/vbAeVLoLyLpFlrZlVKNESASOo6kAfX8jjvQy1kNQgAksQtlARdQBJi+F32XXo0VLnofw8pJ+XL+mGuZpLXszEMiM/YNbmEEX5SL9ZxwLZzAFfOMrsWES4ZBEadUhrD5XNxqPeca0sK9ciNNSnqA3+g7bjtGOMvljVUKVYkDlMm14v1hd/YbWuZkqav5b03LSxDOeWQSZUr+CNNh/NhW6TMB/aHoGm7KpJIK/wgNB+gFj8r3wflqgzEqzgagUDC0kNPfpAYE9x0wJ9hNSsUAL0aIJZyLQxBQLeCSigz26Y5q5aQ1WkYBl2E3CxBK9DzzfcTg+DBvEsxd+jwus6iZOoKFkmBGxHvvjunxQoVkkmlVK1Ag66RJP8AKNwPQdsK8xly9MhpDPUVoncczMxvsCQfWMEZmmGLtrI1LAUi8nVf1+Kx9ffAbCPMpnlMvIE2RZv8UX998HcPoA8z6mZwCBcW7/Fad/yxV2U03RmJVFB1awQWPwz3jaCMWXK5wmDcahcCI6DePftthL9y2KUb9SGyUlAsn1v+pxoZdZnSfl//AFiJW/nMWuDa+3TEms9Hn5j574HOB2f4NeDo0F/hP5/3xycqgMlCTsN/74kq1IgT6TiLMVNIBZ4Bt+7flh9IfhjXg01JP4W/P++I6+Tpt8SE+hBP7OJ6nW/QRff02xF9rG0mYn8uwvt/XAuKEnHEkAjhOWYQKa2NwBBH0g41/pVEEnRBO8k7fXGf6iCrVAGB2EiBPpPttg2jmQ6ybTuOgPaffE/nfc5ecLtCwcKoBidJkiDJb26nHFTg2XI06AB6WwfUYKwSfiFp2/f98bqhdj+p/vhvmodTxvtCz/R8vAXRYGRc79/fHVLh9JfglQBBE7j1n++C2QwTKle+o/3xo0SB037n+3UYfkvcZwxryDmiuy6f+gHEdTIoTLLJPXb/ABiRiJjeB++h/OMSPQUQFLGdoaLdBhfmwTqxH8voXVOC0v4DPvgWvwtmmFAPckn6dsOmpVB8JG8XA9+kYg+1nUVYAkGJUnsTe1tsNzQklHyVivwOoy6WGoT0O31+d8KF4NXouSEZlgzsZBi0Az6bY9EEXsdpkyIm8nr6QcREC14B2/xf+mKL4hVQPR7lMOZUKraCKn8EdfWT03wV/pw8uSQoseUxoA/rv8sWWpTHeR9b4BrZNCDKLH4hp+k2wFO9oMYJ9CoZhqTMGXSFVVJZbpYD3I/4xYi6mtQrqtlRldh8PKpUT2BNo7gYrtQirSpec5SprFMMqaiwKygYTJgyJxJT4RXCCiKg0eYDqAYSOkiJHMdj2tOFTpWcw64s7BHamCC13nsxI6/X2xVuH1Wo+ejTzXEW1b6WHe7dOx64uWepkUl52YKJZhYRqCspA9/ybCWlllStSanVRqdZnCq5snU6WmZ9BHabiFVSWgmcL86nrVwFpsRLt+IsgCBbRC7R/NjWSVFOhwfMOoHl1MZDaQTIXckmOw98H1PtC0mmilUEkhNUQJkEEk2gSLyDa+FnDoYs6oXqKQTfVEfFHdhB9TOApPoyC8/ThJL6qksF6gg35gNrA7WhTO842cuGCKXIdgV3swW8ySdwZA2n8s4XQ1LVNJQoIXyi8FZ02BLCQBPrJJxEqN5zeYDpSdcywF21cxvpMkT0gYDcQ0Stw5WrIrTBAMnrHwkRuTYR2JwzyVBpGh4JsQxBECNhqlevSxxzTzRIXTz00BkAjUpEG4/iF+/ucQ084rukMzjqABIv3Xe5H57RjnnkbegWMqmYS+p7rJMERboY3F/qMZRzg5SdEE2PQ94kbneMYioW1EiCZsBY7agdwZj93wnq5kUqiioqw0stTdSDAI5SINvkemJr1WYsj1JI1BoXaI5u9pvYT88DV+IiZ1Ewdogtfa53uLb/AKYAkIwFRHiSEcwYbeRAmP30wDnqWptQrino6kHex1T62ufTDLk/IecvceU80bA0qimTvEgxPra0TtIwFmS2sIUkRczERHub+nXAP+quGEamgCVEjaPhOx37TBnDTIZ1apV1SCbWN4BBUibTvuel+mGbku0bm32QZY3h93Ok3JBAPcLeMHNSRQqqraJERsRF+07YDzSFGSoSWC7gLDiSATcXtv6bb4LUh2JXUFsQZsT6ybdv+MQcgI39h+81h2aw/hMRMHb1O0Y7q5hegm/7jE5cq4BMbG3aYMaZ/fTCvibMuxjUbR1vA3w+ObfbGbZBmg+klFCK1iZki/abDfYY2K+lm5lJ94tESJkkAj6AxgdcpUanVpsAXghSWKyZkgEWjpNv1wvymVC1VTMKxflBIujKYMgRFrqR1jDp8rtiyt9jyvnRT/29VSoykysGexIn12G5BwH9uqagt1QgX2CEi0wAILRcbBsc8Qy4ZQ9FQKfJAFmFrEExCxchuvTEXCeI11VT5ZAYiGYEbTc6usQInpjKPpuhRrTZ2pWgPpaJESbfiFiP1nEDU60DSzAtpMwCsTBnsAOu/fAAzzGsUWddQ7AiwFz1Mki4APyGO+IsuoVS7ASssrNIIB1fDtPY/phlGSQA6k0ITp+8EIRFzbci9rER7Ygq50aFhQpIYXnfcxNp6DG+GlNoYHVLOw1TI2DdRpAtvfEupSjI88x5TEFew9zHSbDC2lKmYHOYAAUQFIAGoTMA2P57fniVc0rXDRUsJIk7QFifQC8dPXAnEUBUioQrajAJnYyQukagRIie/tiP7TT0KHfSH6bQQZt2Ik79cUcfCMV/O1oCxzBiJB/CFk/T19cWPg1WtAFTdiTJgMyKYUQLm5+I98L8tlH1IwQN940EMDyuACrdQwIIgjf64dU0pUiG0EVGXTJF1BIMOb31H2OKzfpryMw3y/MpGQS5X1mYO1pBIPSfywtyfDWdQGQKJDIGjTIgWsOYrNiBfDTK1kLqaY1WklbEmCOb09+5645SSVp1gVVi3LJNjcS3oTvOOb5k4aQE6Bslknp0kovUUBYMi5uZKxF1NwNoxJnKiLzLQZhOpnC8wIsGBkRy9e1r47z3DTKhKpDqNOogNIBtIkEmeo3jEpoVgs+crgAhoEHVPv32GNPJaT8/sGyLIZKkKmtA8sCSC3KdV59/6H6ELVZWZTCJMRF9UarH+GLRf6YiyJJJcPpTTBBgkkEyT1BFvpgnM1GZ2XUBp+IMhH1aQIIPQHCKUmwWBpkmChqYVW/HoFyesQIM+04GSqhYFZ1DpqhZG5v0mbD5+h1Gl5TNfUpEyF/mufa8yPc4DqZSjzHy2kHcrJO3T2MSOsxgr7hTJ8xmqUgBSbXYGBM3kGB/XC7jNJqukIXZTBiRNIze943uRa0GcHeUWU6llImmQhkwSTY+hBt/jETZLMsSsptymPiF9V4lWEQJw0fSw2S1cvWAMU2B5SSrKVqkC5gkwflJvbGshWViqsqsdRF7yYuZBjmB297YnqP5YVyfgUAlRcyNpm5LCNu2FlLJqykKpWoAYcQSSTKyBMkdbg9e2CnaMdVmV2KLT1KgDAAXiOkQReZkmJ9xg/M0EqUwyhQRGzXGm2rlE2tY+mEGSBUioK5BLBGV4Omd4nYsekdcPsio8okKZDEldXazFNMvNj63ws/S+wMlK1AgYBXffUJAtfVc82229x84qNB2lmG5gzIE7jfmG0XFsTPQptqHmHmAnsyxF4tMdvXbHWWrFSumrK3AjoBygc0kg2vO/viLdI2iWtlm0AlrgQINz89jJ6RaBjM1RY0zMOBBkW0kTNiJ/Yxuvw81AAHKljvJHqGjvNtum+FxNWk5Yyyzokm4JMAsLgj0EG8+2jFvYbCFqMeYMwIsZm8dQCCZvuI/LHGa5ksFdABI0giSxEx774H4nxIoyRS06YBDAiIazfXt07jDMvUktF/4rgGCBcSRO17euC8bi78AKnnOJGmGAYpqUEq1puZAtsQO4wrzPiZgqaWBIk3BG/y/IDFtz81Z5aSssai4DgzcaQQY+I2I6/Wq5zwWr1KjU6p03KsiXVr6RoXptcQL26Y7cDx16tGSQG2ces71VpsXUAyLAHeVkzsP16Yb5bNsgYoKauxMob2IuBczMCQex3wpq5KpTUpVqeZJA1EFZAufWN7YFrcKrsqVKZQJMQDp/Wxlbj59jjp4xYaRYKnHKfmLrADpyqEJI3uDAtuYgnEmX4qvmAgadQCEjm6aSwj0AHe31ScGoUnqfeOyMQdMMPi2A2/5xJkVSnX8t2gqBLTEN1EweWOvtIxF4UtIWi0hQxaEBtB1CRA9SoaRH+cafLmrRAplkeNYUMYNjsfUi04FqliD5JpuuqQbg3H4tJiQe20W3xpuI1Fy6uvlswPMVJsAeaLBuskdMLwnHaB0GZRBS8xaZl3e6xB3JJ9ZO0YzP5pldAo8wnoebrAklgLmLD6GMSLm45FYOwudW5JH4SAAJvfBlQpVprKLNPTUIEghjcaokz3B/pji51K2ays8UaopC6TSLmAQQYvEnS0fUdMP1q1HVAxA0AqWInWdtQAEi0E+5HTC/iGTXNPry7MKlMEQymGuSoB1CAWm/r7Y1Sy70kP2kwFqliQ0/Gh0gSLiRN+qjFpNSSr9jFgydNnZDpAen3PRlMjrMMBhLU4izmpTSmSSSatSeUEKQBbvEbDbFlTLowDOUMgQP5gJMHrttHfCHh2Zp0Wqt5a876dIHPsTzGb7Axve2Jwbp3sKR1kszUegAoA0qNRKxPy3Jvc9Zwbl82Kk06hAjSdM6jHUMGEg7HfrvgLMcVBrilQpaZlNRgFWNyY6DHHB83zNU0zUIVZAncx3v72t7YpJNLlQOh0KbzMhl3DAx1HUfuOuMCjVzrq1AHUqwAT3M3Ijf29MaesVlbi9mAGkGD3tAMCI6z7QHNkqqgojsxJWQRY3kwOoIt1YYnT/AHDYPT4modKTklQZUmQWG5HbttvvbDipCuIZV1fhnrA/+Xp6YX5pyVF9OoALIM6TuNt52j/gPKwtSGYOl2p6TJO3cfFbvjcVKNs1jbjeWDUlJDFgDp026TEbD0n2xTMm7hnXQVdVly0IACYBIME2G3WRi4rxgUVAcW2kmWB6agPTr0wj4zS1Vg1NpNQDV5hZxC/CFvyrJMx9N8Wh1xG5aCqfCKJRpLA1KcequCGLidiGA37D58ZLK0yQDWKsdXrZiSNQuvTeLwffEK54odVQiWEqn4piDBUkaZtudrY07o2uoH0M8E21MvLsv8MydvliVTv8Ct7C8/wmqVCO4CRrfyoWCLaRtYlhf3ttiDK09RFNU8uWMEttGmCuo9wDEmSOuIKGbr0ipdnNM2Ey0gTPwgnbb0wZnqjVUptCIqkEGIIDEBL7aSTcEW+sNxk3swwrs1eqQroCmkXVrn8QmRsYiJFzgHjhqCUZSRa6tI6QCImx/URe2Ac1nqlMINIQq0uzEzqMiTG4sN/TEef4lXprqrqFpODoZSurf/ta1j74ChJyejDjJZggeXLKVsCZgkG6wRJt3FonEuRzIr03C6dcMbGJYyO/WO3+azl8+PM56z/CWBW5+IxOoxMAAjaTgzhOcIFbSgGp2gidVjuIv1Fgf1GHeNWqMG5MsFUFmPmAMRoGkdzYSWABBE3HpjBxAJRTzNIkcwaJpjUVBiZgwO4+WI+DcWaqyKy8ygyCY1KVP8NjZp67TvJxg4fRWpVq02H3gllJDWAHLNxboCR2wsqfd2YQeJ8qkrXVqjBnXVTTZRs8RF4vvB6RAGOuC8UDTSVAaYBJFSnB0ieZjFoki0xI2ucPHSmpUJQT7xQNQN7SSGvy7kxeb9sZxGmryzF6dUDTSYbSLmdPxBrSJOKOdRSn+5nXkrPEOH5WsS+UqAukEU2uCCNgSdwehg/TAHEMjX0LUNIQgAcKDzXGoyLAgnv+QxM3B6jsayKqq128sw0hgIt37bTFrYbcO4hoZ1FRFBGmCCeaI0uDBkiQehmemOiWVpXHddhsp5zQClASFJn4pE3uJ+GOvfBPCKzISHkpp31G3cAR164649wfRNUUiEbby+ZVvEta0xsY37YEytKVD0XcaSRUWoIvvyxv17HF7jKNoNJou48I5gEkOGhBoEWkfhIsfY4K4fRzdBgHoFgTpZrTcSCIMsoJ2PriSqr5XMOSXanUXTS3bSZUTI2gSSOw33w6yTOXYVHeUlYiEbaGGofoYEwScePKc2t00J4EPDuPmr/tANqJAkBTI3O5EiNgSfzxt+JFmKtQZ1DHWWQ9JCxYAdp3/q0pN5VZVekieZqlk2a3L1lfUAHBOVqCo7o5LMpmVuoBMrB3BggfL3xnNR9SRqFi53zzUWgKycrAGosrbrJJZfiIAJ6HAtDgOrUEzA0hhpK9QFtqGxMnexOmZvhrxXgtRtPlvo0kXIDAXNx6wT6+t8LK3/lq0JULjQquoGtl0izaRYCDPT4sWjNP6GEkXg7in5lVjUBRizqOZAQeaN2sSI7YGXKUWVWFYPpIcOFKggiIqJ0ZdwbHcYP1NmNLVUPlqJCgHmJmGIPwkQcCZ41qH3i6lFYBYcSTfeLxYm29sZSk1t7/AIC2EUeGM1NoaaerUQH1BrAnbeD8+nTAmRy7Es5qSgBUBob4zICsDMW6+nriGpmzSRHVmVaZbUgPMVbYRMWYyT+mB/txak+gqaShSzIuliSSebVvc7jrPTFHyaFGejW4dHOtKI8xSdt+5HY+nXe+CP8AUgjuTpUBtzaNQue8H0xTWr1ZOmqFBsQBaJm25JnsMOOE5tajv5rByEBQEgSwIAB+QvO+r1ws8H30aiw8TqrTQ1joExraJBEXkjcW6j9cV/N5pqYGhGCt8MLJgxyx+Jfcdu2GHGeJUqlFWDaWU6gq2lgI0ne8WBxNxPMFqYqSqqukMjNM331abPc7YaMePgyBshwoyalVObUpAJ/CTzCIFr7Sdu5wXxLgTkHyqwYWLM0kqNMKBE6hvb1+eFFThmnNBCXaG7GIJhoNoAUz2t1xb8pIZxrmmmmNRupIJK6jM2gx0kYEpSiw+BdwXM/fFWMAKFUbq09bbG2xuL43xjiDISKdJSpXU3cNcSvrF/rjeTyitUapSdQQzKwiQ0/i3G5v+WN55hp8wnkpSKgCx2JLAySpAiR6dJgJOTB0J65pqAaihqbgMWLdSSIYXJI3mN5F+hWfhNa1KOqmCsSQ6SbjlgMqjT0npvEYDoLl6LV1WkW80ctPWuk7htMAwwMD1kEY64f4kRXXzWCSv3jMpZSyyNCkASep+eNKEn4CR8QoCiVehTYUyskrzAKRIYTLRB9IiJwFleIr5J01gIOlQSQH1TqZREiJG3LbBa1Yqg0WpxUPljSOUgGVplfiRtNouCNu2Kz4m4U1HUCbaxAn4QSSZIAjcW9sPBKTqQOy38DrgOqtUhpUAgXIFjBWLHvGx+eOc3lFoh2qlQlVmalUpkgg9mEe3QxBwsrcEzCal5R5VVT5mkktuVqIFmZAhk9JudyfD2aXyaorqGU1tShiXQP6SCwQkmd4jph6SV9hOcpSK+W8EJOqLG0QbyCY1Dafiwfw7Pir5lKF8xTqplxI2PpIsSJG2rFZ8QoUzX3fmAoskAxED4lKgAj1/TbEvhniTCpOoNuNJN7jlI63MfMHAlCXGwUNOIO1AKA9NUiaigglTu0ib83WZwk4lw1cyFalV8tg8EFiJjrqmZ3iTFumLPVoKW10+R5ACk6Q0jb0NuvcxcRjjJ0Xy50eUul3GsGNQWQAOWB1mYG57YnBpPktMy1sBy5H2Y1KNNnFMlGBgVRZZg3kENt3jfCynnkq5n7hSTVXVpABDdLmAQwO8x17ybUuWTztSUWUMdTCV0sAJDMp9to7HcYQ+JqaJVqaaZ17oSpnmBBBbf8AivfYYeMo8qCXNs9pYppNtx2B63mR0tiXh/EdYU6bEkH+Ujoe2KoviMGoXI0iIE/ERO5iwncC9wMS5XjFNKhJB0TAMwApF7ab3BPTHOsDTqhdj/i+QFULDstz8I3PrEHsJxBwinTpkrTHKYU0yIKEDY7kkzM3Ft8L38R6XDKR5IF1iT8P1BB72wfkeNLmEpvTI0szTK3BANj26XxpwfGn0bYbls1oEEu0bzdh36CQN4A+WBc9RlhqrHa1jy2uTp9P6YFq1a5qHyzJ1CzQAALsNpk7X/KJwiz2azCvVpsG+zEAJUdiCkwzKYkt1EG8KLxuuLG/0sxZeEZh2Z3puNKDSJAJ+Rnab3Hpgji7BhorkFWBhhYgwflIH7vivZLP0GpooqKHUKQUO5Q8pdSOo79cMa3AWalVFRqlWowJViwUjYhUtpUnvGGWP1XIwqyObySHTVDuVMAwSJBPMIM/l3743NKsA+WACI0tJILixi/qOvptii1M01KoVWVdSZ1XI76gRY/L6Y22eKFRuGBJCEdpMRsfT3x6HyW+mPxZeU4Qr5Zap0oxXUiAQN5BY/ObQBbsMV7i+U8uh5tPToZQYaNXMensbYU5vxDUq0xSVitJRERBIF+b99MLvthf7uTomxiY36D3Fpw8cL8jKDG+Wzr0wtSNScuoL1JEgCfS+CKvF3raX81QAwK05I0kXDMCCDe3XbscVxXKJ8I7kSfb8p/XBeoNTkByJjUFMSegj5emKvGuwuNHo+W4zNQKa0kQz1UXUIvy7QL+1pw0zPEvKp0apcVRU+J9AUHeCVHUCB8sebcDzLUNekWsGFzO4g+sE3x6lSzNBqNJiFGlBaQVW0kHpjz82OMSbJMpnaGhSzAeXYEP/HvqAtJI2Ox2xRcxxTMZbN13rKVR1IG7JUW0IJ6gE3sfitBxaKVKoc5UT7Mr5ZkEkgDcSYn4r7rfbod0q8SVvMUZcVstSYalYWUDvEwZ72t7nBg+K9zJlXyNFqxLtSmiCFOkgvtdlBN/le0YtvDKTpT8lHWorVA9N9JJR121obhSE36SbYE4zlRQryqa6NZ/MCeWylYAdlUAFTymbdjYQTgri3iJaNM1qdFH5dK1gZKv0WqLFToMgzuek3rK5VxGa8IrWbqharVGo6QINUUW5A0ytmXlJIkr7xiw5bxVlaoRqtJy7kjzNAOktKAmJ6ggDsMI241QenV0CatQKSlQSrWWxMgE8zR1EeuCuA52gZU5UUKqpNiSrCdRUCwF7x3M4E/puS6A+tls4QtVGem0hdlYDUC2xZhsACJgbAm/ZLxPOnLVjpU0xVqsKzCCF1HUjLpNpW8xFrzgvMeIFZHQCojupJZRzJP4lUkbdADPvinPmzRqlHrrUKhgrsCNQuwDAzETAnbYWg4TClJM0dl34zwYVdHl1oqqFh/hU22JFuaVt/fA+ZyNPykJ0pWsREgWIZhB/DBnv12GKynF9OoVpNF1BplLqjAyWWbypgiY6gmww/pZusaTEMMzTkQ6KJTUsHWCZgTYgHrIGBKElpsFBnEsv59Ur5qKS/IwBMKRzAmQDJIxx5SHTRruWqWBqaQZGr4lYTNrCRI7YF4JWUV8vRcMrmHUzysuifmNwb79cMON0qYqqtRHQVSRrEae5N9p+eIJT+lgFvFKL0qlCsdT0KbDQ2q24+M72IsTbp1xF4i11mpmrVZaakmr5Q+FCSRyxLRYWvHfDPLcTWkjqPLemswqmdQBC6gRswJGpSOs22wmzeeaq+qmqhdUaQZJmNUqBEHqAZxVJxaa8BToC8P5motZQ1E1VdYHLcReQWIGn3+RxZU4eG86B8QGmmVAgi+99ybHYY3SyQoZlKlMk06srB3UsLX9wPriAF6lRnDGmFUojTfUSJJB/mC2Pb1wHNTfKIt30DVMnlnoB6dTUfNQalablguk9on5YMr8EpIKaJVdUqEL5kBgWHwbQBJBE94E4U+IPD9OnR+6VwWYamEkswndV732FsN6FZ/sWXUU1LQisrbRMN25j+pwckqprdsP4E9HK5uj5havrp0m5tYswFjJJJ2MD5YaLWVQWWpSY+XyqWnYCD3uDEbwfliSvkPPrMKmrygDFOSZeWl0JFxG3W2w61QeG6VUqadR0qFwFtMHcdgYBnpbAi1NtSdfhG77G2YqKmiqUJSqsCosbtYAgyRe25sIw3za161LXkq5VwRp1MQpK7gjYT1BG+DOHcFWlSXLswqKrSSyjfVq22FzgDwpwdsp56s+slrCbKLwfmp39MZS8+38mso/iGg1etWzFZRTZoBW/wAaooYfW8zsRh1kMutHyUFJdGbVeYtzLqAVgCReTcL63w88acOV8vUamwDoNToIJcgQCb2YLsetuwxU+G8HFfKrmDX86spUBSf9lQeUANY3j8MH1Ez0qfKCb0uq/wCB7tbLJkPClNMzQq05dObWGHwnSwvay+/5zip+JOCrlCzI40Mx0gkSLkgQLkepw04Lx7MCqftGdUoXhlYDVEWaAoAWSJPphf41z4zMstlTVJBIDibMVm39jgYnlWWpPRlaa2V2vxAOIAgHeD12OGfD+LolHykoRUJH3gcydgQVMg6vSL/TCvilFkdVbcU1jkKSItIN59Tvibw3q+1UNBAfzF0kjUNU8siR1jqMelwjJHZGEWix0eN+QzCvlWNWQTrOkqbEGCszsb/phhl/G9HUxqZJWDKFIDgC0xbRA327ycPaPDMwrBlfKVH1FlmlUJOlUpwrajqiUMyTqEzIbFB8VVvvQnm06gpDQPKUqoixiQNRJvquO1ows/hsb7QfkQLfS/8AEKipDDKuGAi1Tp1tEYx0SrTGfyo+ylmKVBp1Bx3IQgfF3tYz6+alseleCs7UOWpJTYBabsawamHgEswMSCdokbY582KEI2iOWEYxtD7gvGWr+XUagGGpoY2AIBWVLDcGVm0ht+gG4r4NpnVopwrAsXPxKZkSAwmPbYAdsHcR8Q0aNOCio5OsLsrXGq8QG0mdJ3jfc4D4QiV0aXepRqkQCWBRjJImfblkjtYwOBP5fqXRz3R5zxThmZoUxUFI1KMGW06gomBJWO1iQMEeGOJinUph6RFRLP5hjUHESAd+VgQOoWcXGllquSzBp03NQVELUYN2gjXS0mUFrzHcGDEsPD/G8tmydVEKUphiGQfAoICncQkn8sXnmXHate49qtoo3iOjU8w5ihUBokAhpgAMBywxmZvAsOgEYiy2fMh6g+6JC1acCfhIDqekGR9Pk68RZLK0csUp5ymXWSKVYXJ6gKACJ9R8xvio8PfzqyUp8sudOksNJHdC9pmIB36YpjXKG+v+jJNosHF/DCimKuUqkpWA0oV+EhTIYg6RrjfoR62E4V4kr5bLBPJ+JpqO29yIBUfCAO/WdrYta8W0VaVBkJC5cI5Nwai6Qs3jpYzfVGNcfq0zpqCgSzNFSNL72h16X2ItiEMkvpmr+4OXhgdCmaq5d9elEYtKkSoIPJ1iSAb98WurUbRz01dFAKFYJUiQbe0GNsVtcrl6gpvRq1KbkLJosABF+aTdb9ZF/cYK/wBCailVhUUszF0q05UxIPMEGnT8UwIuNrYm1fT2ILuK5DM5Wl5aotfzZ0lQZKkcykC/wjpO/oMI8yPJ8tqWpWjdjquf4toPTaIvixUeIVqJQ1tNU0yCzEDkO8odyCOoj4iOuIPH3AlBGYpArqJNWm2ym51A7iTYj+YRGKQmnLjL+4ypsaasy0MaI8rsWGu/wlSux2kHb8sKfE1epSoOHfUWdUBIlhK3FoHSQ3r3wTm+ICvVXLozIodlepSYDUqLOmwsSYgjoDifOUA5FN+cGy6zdytz8wL29cQguDTr/QmtMrnBfHtZW0VKbVIWCbA9CGa0TFp9fq78ReIFd6S0HHmKQ0i+mQCB67zbthXks+lCvUp1KdM6IgaSakEgqoaIPcCOo7YG4pVpmp9opAo6MusT2O4ttaDH6G/RLHGU+XGtDtK+h1wqvnKb12XK1HNTQ+l4UySIJJIuF1AxcaRgWrxX7PXNc0zoFRgACIDkkDWRYXJkx0w6zXGTXfVlah5ZgxZyBsQRdZ/wcVXPZ9aJrf8Al6ZGYbVpYTp3BBBAIlrx6274njVytrfsBbezrMeKvtAdSj6lJBYEaQCZAPMZ51F47/OzZesPO1q7PNFQyiLHTA5iZ1C5I7n5YQ+HeG1RSqpNNKjEOQwlqamxqAC5n/1WIFr4zgWebzjQDKrGlY7ztPzBv7YfLGMvo8DSSrRniwq9NaqVxVBOkkRymOoB5SdogbYV+APECUq/2fMUEcMw01gnPTPQkxJSY323uMC8Wqo7mhUUU6yDQGQQJgQRp2n5DHfhurTyxq1DL1xT0OoMhtUExIiIEHecX4L5Li9+3j8MeKqLsu/ih1rUClOklMLVIaQFJCmQogTq2aDH5483o8ZAqAKkhSukneQbG/y37Ysg8QGoV1hXqsFWGBiUBh9okgxe+wwgz9ELV8wAB1kkD8j2wPhYPGnGQI1ewfimbapmdddjUMrrOxKiJFtrTg7ifDcmsNSzYcSFKBbmCQzSTZTEiV/Eo9cI8rRYZjVURry0KAd9rSAPnGDM/nmOkFLWEmLfIY71LjSR0qdUkOvDOTR1QnO+S1yV1REOsQCNMlQxuZnR0xrhuQoPXNM1AaILS4IlVVtIaWAUgiGt+GTbbAlHh4qU00QGLMLiCYUmRbabe+HvDfCrJGoUagYFTqA5SfhMkSL9RfCS+JjFbA86XYJxHgSUqD1DWVmAp6dIWGZoLp3lQQRa4lvTF78JU6S5XL1lGl0pzWAW7o2ogkKJMHbrYjCfJcHyvnrRqZRQ5p6gGsNYmVLKLoZkMwjYRNsMeFcRelmVytZFp6kBohTykSZT3AiPY9xjkzZllXFIlly8loX1uK0OIxTXUqSRcCfiEH0lZPvGC1oHhqLTNcgzq1ACL2KtPSwE2+IdjhF4wUZHMIfL1Uajaok2H4wAO0giN9sGZzM5erXq0arzTogMrM9vLZVYjUTJAm3UX7nEnj/2+xLjr7DJeLlfvWSij0SzyG8xRKyzhjdSwYR3+d7BkBQeiSQmlk59KkSN2W173BHvjzGnwl6Ao1gyspIBCkmVexltiBYAGIMxizZvLZulTHlvOXehLFhr8tzJJRhdRMHqo7YjlwLklFhr2En/AIh1lqmjTydPzVRWcmCxUJIZdRvEXZWuLDrir0MxqoFhSLqp5iTZYGq3/tB9/fHpvA8/59F6DVh5zppVitoIEgHeDHymwtGPOOIZV0XTSWELc9NjqUMOXUIM7dSPXHZgnF+iuiuOpaD8xxekaFMU3c1GYhtRIgbBie5tO9xPTB9BazK9TSahFwWvMCWk9Z+tsV6pwp8vTSo6jmYhYuPUj99Rhjw3xBUVlRyfKDMWFrlgohv5QQTbvhpQ/wAorh7BuR4wNfmimyheWpTBJGk7aRuLnVh1maFQVRTpoQrHUCwggRzajaw2tcz64VktpIVYDETbcDaDEzH5fTD37Waa02aoTGldJMxaBNpYex6+loT90iY7z/BV+y1aMqWAlCQSRpXlHf4RBG8Tjy3L8YreX9nq8wIBQk3QyIM/wkbi/Q+/queyy1mQmqacutSmVNzE2gj+Ej9zjy3xHwitkqqq+moai6gVkiJ2AMQQe2HwRXQ2Peiy+FODD7PSrEk16rEqZgKJIIPeRMztNtsNfFnD0qZWSfLqIdVNxurDcSO4B7fUYrzcUqZTMZamWBSlJZdidYaZ9pti3cTqgrAGtSxa0XEXn5dcc2VyU1Ik7tMoWXVkqnMVWNRayRrKxDgiD9AV/wDdjviubqUWlRZxqB0iJ08wabER0Prh7K/ZGIVm8yUCxOksSAG6CLT/AJwi4zxRalKjQDnzA4p1yogrp5Sy+8j6HFotyldfZ/gorbHWXpsrItNFXy0Uv0m417fi3ntvhXxPM067VKi0m5DodpsYER8h16zfYYBenUy2ZI88B5LAs3+50Ia+59ex7YQ8Xy7+Zs4p1XLKtzuew3O2HxYk5XZowt9l48M8TWrmlEWZSjGQQEAuDNtMx+zhpxPRXzJWiaRbSdRG9ja4Bv3GPNaCFBWpyAogNIg7mwnaYv12HeX/AAXgWapvRq015mCPSvZ9RA0k9LNcHpgZMEYy5p0aWNe4FxLLpTzJWqdOq7EiZGmIFuot88AfbqS19WghAI1BSZ9/pi7+KOEHO0PtKRTFGiWOq51qX1U+0qQVJ9cUTgrZiuSioGVFLMdtKjf39sWxNSi231p/YeC9OzmlnCRqYmNQggdD/bFhYhgzqyuSoGqBNgb9On54Q18ky02sSBAsPc7e364k4LmUohncnmRoFzNxt2B7++HnG1cQyVq0GZLLjzAuoAXkkG9vrggZQEgNF2sAPivFtiRhTwkvmaukGTsOg9z8pxYsxQGVy1QONdSqyinBjRpE6jPr0Avy3ws7i68iOLugvM5pqFSii+UnlLUWbsCHsSZJBMMegueuLT4KFH7NXOour1HZ9QuBoHLckkAC04oPhvIVc1pFT4R5rCTBaChI2sJaJE9bWwb9kzGX0ggrSeojaNUSTspI94O35YhKFem9/wDpmvBaOA8ZzC0VTN5eo+Y0sNQChtAgi4J5ok9pUdcc8c4fTrMmZNV1pBG5puhOnSRJNiAfaMA+GfFH2is71YHlqYC9RJMiTciw6C4xYs3xLK5lBSDctRgGF0ME3+IXnsO+JSi4zt6EadiTj7+ai03QVBTB8uszbjqCf4xEX9DifLcGy2dyaB6eipVIIZgquCoAYrBNrGxvHS+Ac9w+tQ15eGegxfyagYEKLKBUJvqVtIv/AHht4VyxoUvKLK1TUCBJjQ4EMQbi6uTjZXUU4s210VClmauUZ6Smp5B1iWXcAwdMwIMWMEXxe/CHEVXKCpXKqiiNjAXpqtGxuRbqcC+MKdWrlq1LytWn4H1Qy9ZNiCvSxE+4xzk+M/ZctRNWm9tFNlK8vwwxkWIPrOx2wk5c0mluw3ZBneHZdappIR5oonyEB0moykkHVME2iZ64oOdzxq1NbEAltTWuG6xfv/Ww2wHxsxXqaahZVqt5ZBNlto0zcFRA+Q7YXZmsxYsTLzJMbsSWY/U478WCt2dWNcR9U4kXtuSQJ6dhc7SB+XpgnLU3qOwZSw/EYMrJmWiYBvv3wB4fqoKgSsQKfxAkWBDCOm0MbemLLxXhj5QuabkUqzlk0Ncp6kbAA2B74XI1F8Sclslq5Fvu1pHUVXn9QGJB9TeNrX6YjTh7Dndp0n4TMgMGuD6elt8B5NDLzMGIW6zJP06mIO+HXFOEtTCBdUqCWPVVIsLGDuQYmIGIvppMm409jOoiZh6ajSAKSkBiQSCNJVWBEHe/QgYSeIOKrmcs1KoGFfK1Yl7Mycw1H3tqHeCNxgvhNKnWBotaVLUnBhlZDLJMzYgNFpBnrZbxbVWOpiCsQWIUOVWxk7kG2+xOGUkjJUwjiHhpjUSq9RWqs4ZxELpIjSLzYenywZwd34fQ8qsvmGmrPSZZh1/huJBDG/SCMPsqNdCi9RtRKBmaAJ5ZmwA6/lhfS4ga2Xo1rUy0os3F2A0gGNyBbcRviUnKql0DbVEVHxBl6tIjzDSZwV0sDIaLEQLxvOA6iZfM0QtEytFgdUEFng6tQIBvNz3JxvxtkmCUSty7QJjpzGO218C8AqpSqtSDK5IDMw2mSN+p2BPpffC8fRcQcdaBuOZrK1adbzCq1aL6hrAlrTCwbqW5Tewm22Enhfi6VM15lXQuhZUKsCdt/QWvgzxJwXSzsqJpgmxAkhZI7z7d/XFLo0CJLWVokjtINvXa3rjtwQhKGi8IpotPG6mXzVYnLg+YzQRFnZjEp6Tb88Xrg6VKVGpl69bQaVgUOmEYAgK25gkRt0EbY8z8J1TTzKVFQNoYwGJ06tJ0yR69u2Lj4fzNbiFXMLXqAsgVk0qsISYsYJiwtOI/E43VeF+4mSLS14LDlOKitl6ipSHmUnXRRBjzFkHUQQBzAlovG+EJyzZzPirlafkiiQMwzcq1L3QhSQxIB9wb9MJPF3EKJqg0QVhCuoW5lLARHcde2KvS43mKasi1WCltRWbE23G2wGNg+Fai3HV+/wDJoQb2j1unw3KfaATTCioXC0yOViQhFSOlpWB3m2KR4p4G1JwfL0ggrqg6RFgAT2A/d8EZzOutQVFIIpOAlMmQoqS0XvMR7T2GJ+LeIKtWiq1suVoq8BwbgzbUIFgLHab7HdMUMmOad2BKSYj4TTYZmiEBEuo5SVkE7T03i2LNx8ZfzHSpVQVBqUNqLBYAIDD8MzAaN97zhNwZwxZKiQ6sQkdChVjf+YOP+nCniWSYVGRj8TSx9ZMz7f5x0yjznt1SGat7DOFeJKlI/dwQilVJHw6ypax3uOvfFpWlVr5akxravLOpSszUhjAYHqOmKBUowsLGox+Zi31+mLTw7L52gcvJXy+aqF1wGVYlSIBmDbfeemGyxVWtBkl4GHhPh1Km1RHn72mBqiNLA3UXmDP5XxZs/lqdSjU85ENSnFJTTA1IP/tkXJHci1ge1+MqgaoWpFfs9RCS7dKkxC9e89D8sVrjIrZLNpmawJVng6GhCACFZrbgGDqHeMcjTnL7kknJ/c5/0/NVcu9WnWIqGpzMD8TTDq/Sxg7QcTZzi1HMVskFiiywzxHK12KiLkSDc25h3OCvHFZ8slM0FQLVmSCAD1AK7MfxB97EdcUzhrmpUZRpl9gblj2Xriii5R5Mbjas9DzPiJq5zDomvL010mmPifY6wQZBB6GLeuG2W4iK1JlWn5i/iUkXWNoHUg7DvvJGKb4XytSj57bAiGEdBqgj11Aj5/Tl69OnUZaFWpTYoad4iSsQxVp3iGiQY3iMReJN8UZQvoVeIOCtl1NSk80WZivlkwAQQEa+6mBOxkd8I5LLBEnYRvPaw269cNkpH7zLkkE09TExZh95HboonAXD6TmdMklhpj1B37RAn0x3J0tl/BLwzJl3KQCfkdhqO/t88WzxFU8xKdalSqCmgKmSSqrK6RawJIIPoFxUgreYtOkVNQn4h0gbz0tJnf22w+4X4iGXoulUhkqq6raZYWPWNJ2+fpiGSDclKibTu0a4dmqSkEEtziA0bEwDAJiCflOL3msyZYoNWkrqA6L6npPbeJx5bwvJLmGcK+llEqIu/YAiw6SSfrGHVHNV8ozAtpJVTokMrgj8YuDY7+ntgTS6XYslbosopZfzGCFkJVn0kQQ224uZEj2wVw7IikCWCOpUsQwm6xO+8d+l8JuGpUqstRXIJAQkRa9lYfIGfQe2GVTirKBlsyrAEEB1IJFyJ/pHb3xyTT5d6J7sr1PxDUWilA0t1ZQWPKBBkMYtBH0xX+DcGzDim9R2NFKkgI0gMY5hG0mLx9MWepkBVBJ30kBlvE26Rt6YkyvDmoElebUEDA22F/a8xPpjsUqTrs7Plvwjjjr1KoopmKepUqko86fMBUi4Fwwm8Dp1uMA8PoKKzEyQyAAACAJ5oPczYzjusKq1UdoddQOx3EbdjA29ScE5Uyod6YH4W3EDqRbvHpOJu0hXB+RZxfJ1KbmKZdXOou7TqlZstjMX9bYX0crTfVTIhaulZAB0Np1IwPTpIPRmE3tdc7lWfkck0zswmBO3sQdP0Pc4S57hSsoLEymw2Mifz9vTD48qpBikUSrqos1PuwM/19oJ+uG/g7i7UMyrFoSodDHaR0J9jsfXFjHBFrXZZcXJOwO/adJj5HpiDNcOAClkFmILEATEDYdDtf574s80JJxYyipaBPHGZURRCjzFYlm0qVKm4BmQWn+vfCGjVVKiOVVSpVjpEau4jaItEDrixVOEgqsqoQGBJCkDtvcfI4V5rLv8QckCY+7LAxsOYRe/9JxsUopcUZQ46Qw4bwtWLoXI062B5dxpA1TcRpmR64W8UNRnrzU1JOkopMCXC7G0xPzGGuZqTq+7RoQMxPKCpjVOkj+IfM41l8utRmKAjWQz6iGW9yRBEC5veN5gYXlXqZLa2zhy1GmXCiQyjVe5NMMSIBsJQD23w34zWy5yFCozgOKQKx+JjAKx3JBJwD4ioNUohUeAoUsRcGyrKk3gEHe/6YWUA2imVCFqQ0izsRzWYaFImTERNveFiuaT82LxszwrwZM1XIckIBrMC7RYDoep+mHfjBqgrC4dEEIpM6TIBk7kxBv2wg4tkW2cFyVWytBBNhYgmJO0YsnDcrQp5RadRi+lS5ABkMfwmNoU/P54OV9S/gMl0FeBs2wy70dGspqYQbxvyiLibe5A9nPHWpZzIO6EN907JqldBH4iNxF/piJ8svkGply/wBkYE6l0jSwAHWBJEXxX+F0/ujQDMFcQDO8wdPoCfbcYhabcvuGOPlspYpVdSITOpoUk6gL9CDcXJgevW2HfAqFSjnKQenoKkEkqoIDAwe4mxiZvfBL8OE6ZKOO3pf09sJczwyqpEnUekHe/xGdh/nbHXyU1RaUGz0PiHEKYqahK1NChTM9dSwNgQWM98Vg8FYuxKkc17jqSZHyGIVZxUSo/N5kCSLhtoP8AfqL4dMhKPeIAiLwF2ifQxHTTbHLTx+SaXEE4jwskNV1amNIo07kxCkgfy272wnz5ahQemJWq5XzCO0GRbptPcn2w/wCE03FIrBao+plubCBpJtYk3HYX7YWZyl8elC4MFfnp0/kPr8sPBtOmL5oq2thIE89j3I7e07+wxZOD8VFJTRqU1ZYJUsLCRBNxAnaf7nEbUiAy6FUqJMEzAPNY+pEd4OE7K5kgtzGOu9ztjpdTWxmrRYPCxa6KsaiwWInbad42k9pw34zkGQJ5iAOgIlPxLeNU31CPmIjsKrlcs4UVEJVg/KZiIUE3HcMAPmMMafiSrUakasOiuD8InTImY/lnEpRt2ibi7tDXgmZqUHoOR9yXMMdzcKQTNyB+mLVnwtdWKFSULFlgE+6EbjrHrhMM1TOXpq6kUalZgundAGLKTva1/fCyo9bKll16itRShH4gQT06Ehdz0IxzOHIn3stWWQeZEgWuRtPYY6q07wLkmIO379MRU3MHSREc1p62PyJ/I4NzOYNSmrQNV4FpBG/v3xr2etasW1ck0GIEWNo/Y9PXCyhlzrg2Ivv0jt/X1GGmUzAblaVY2gmJ69TtiUZQAMCV1Ecxm4E7d/3Ps6ltoV09A+UzAcWuJF4G4t2i4G9sR16BJmAZMFTI2mWHabH6++OamVOsm4EfX3jrB374Y1qy1ApgQYMAdRH9PywjVO0JwoSZfN0kLaFKsBN+pHb/ADPywVWyhquHtBFliy7wSewt62GOU4cZYkleW7WsZED+3scF5doBQgyAxgtJ26dxA+WNP3QHHdoDzmVkhXl7CLkHmG9viuZv674rvEMi1J1ZVcAxzfle4A/ti4jLwV0uQpHKJO/UGbW6YC4pliF9V6d9v64rB6GWNULeIUC+X0BfvCUDEAAEcpkiCOUqB8+l8cvQZaLJTOuqAmqBp5QYgkbQdTHaRHtg2oR50Fj5bMsfynt3uAbdLemDczQSpKkkKTpZZI1qP06XE9PXC3SpkJxp0KclpfSp0kNTIN7MY/DIg3HxdO+BKWWRGAAam6mSafKQqiTfTJBHcydpIw0zNAKDVSLkCmt4CiAF3kXt6WsZMNuFZQEavhJWyGCARMj/AKbY3LgGMPcphRarlyXOoKL7r8UXEdRO/TfDfh9AqrLUIY3tsRJiTETefrecMxkNGsKFJmQehnp0jmm/qPfE9XgwZFOuSV1FiLgxJB9j0xpStUWWO+gPKcRFJHXQV1gxzT0gNtY2674UNl3EGnExbV+KTMKBebT2w2o5R9DnUHUSSHO0DaRJ7QffDPg6oaV15nEie2/vHp64m7TJ8WmJeKVNRZqZA17kgH3gEgD33iMKcjQLVOgMkBiLREmTG8Tix5vg9Jg8SNQmASIInb/i+I6XB9KmNPw3aD1FwFB39zsd+9E6VFHFoTZyghVni+q8dIG8AE2AX1t747yFHXSc3LAgEXhgxEEd/f1m+CnpvOikhIA1EltUk+4AHsRF8MsnkmpoD5zy7ArUMMQhgzcdATaxBG+NJKqZzyhLoDq5XRN6jVOaQQYBIJaN+mwMR72wJw/hQjWSp0CVIJ21GAQVEmST8sF53hdfRrNQV07FABa1xEX7RO+I+EUr1oYHlGlSoA036ARJjt2OM43F0w/KlHsXcQLLISiiWUIWliRIBnYdrAWvfHFbLIyg023N+UABoIMXmOxPce+D8vzJNxPQzf8Axt7fljrJZYpRliFBbUTvABkWW99vf2xm/CA1ukVnO5qAaYLGwSxgGbnoeo/LG+D1UAgKpqQSAfhnpfod7/Qzi1HhK1FFQBZG8d+hETNon+l8IKlBEdttN7xcz2PYT+WKJpxo3D02MMi7fE1MCCCQwLQYuF67HcnpiE1l0NZhHwyNrG1jtcxiJnZUbS+5mDPxAXg9B/m2DaQWrT9ZHeNvbvP0xCS/YRod5u1Jo/mwRlDNMT/L/TGYzCZO1+S3lAlIyKxNyKZiflg3Nnb99MbxmLLs6I9s3xBRqa3b9cBcIvQv3P6jGsZjPoX2/rwNOIiVI6eYgj0tbEdMf7R669+vTGYzEodCw+pEmZUaUsP2MKq/bpqX9RjMZisDol0BZxBCWFjSPzJucT1lHkUjG9alP/xxrGYP6jnn2M6CAmpIB06YkbcpNu174KRQKlKBHOP+0n9cZjMcr+v+vYXH2iDOWqGO3/7nGqB5Ko6aT/3EfpjMZiy6RddAmTMeZFuY/riGgxDmD+4TGYzDvyTyBtb/AGQetv8Auj9MbzB5Knv/AEGMxmB+tFJfWvwC8LH3yerX9cFoPuX9KpA9tW2MxmNk7Fn+klp/7VX1Un88VmjaixFj5Yv/ANP9z9TjMZimPoOX6UScDcmswJJgWn/04npMSWkzzf2xmMwj+o58H1DPID70/wD4/wC2FfF0HnvYW8sD051FvlbGYzDwKvyCUxap+/xHGspZKZFjDbf+psZjMZ9E0f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348" name="AutoShape 4" descr="data:image/jpeg;base64,/9j/4AAQSkZJRgABAQAAAQABAAD/2wCEAAkGBxMTEhUUExIWFhUWGR4bGBgYGCAdIBsgIR4gHhwdGyEcHiggIR8mHiAiJjEiJSktLi4uGyAzODMsNygtLisBCgoKDg0OGxAQGzImICUtLzcvLy03LS0vLS01LS0tLS0tLS0tLS0tLS0tLS0tLS0tLS0tLS0tLS0tLS0tLS0tLf/AABEIANIA8AMBIgACEQEDEQH/xAAbAAACAgMBAAAAAAAAAAAAAAAEBQMGAAECB//EAEEQAAIBAgQEBAMGBQMCBQUAAAECEQMhAAQSMQUiQVEGE2FxMoGRFCNCobHwUmLB0eEVM/GSsgckcoKiFkNzwvL/xAAZAQADAQEBAAAAAAAAAAAAAAABAgMABAX/xAAvEQACAgICAQIFAwIHAAAAAAAAAQIRAyESMUEiUQQTMmFxQpGh8PEjUoGSscHh/9oADAMBAAIRAxEAPwBAELrfdgL/AKEHEKJpfS3NtceoAk27yMMeH5CqElhGqBp9xe02j+mJaXCKrlr0gHTQNS9ZFhEwzEG4tveMec+O0cjogTLN5TDSJmBaTuGBHUdPz74ny/CS1V2YkEkpJ/BPwH5n8r4e5bIgUFXmJI5z2IYAqdvUfM4A4rWAdlpNZm1GO4g9flhVL06YPAvyOTqrUFQadJBF5IjqT0Am9zcTj0Dw5VFSixq+WWpkikRcpJFjG4utp7bRitppQIxhVYQCTbmWYM+kmPQdwMbzLsqp5cKEAmemuACREapP0IxSPxEomU6H3FOC/aFAomkxTUWBB1FSZWGG9ov6YpVLLKtT7QoBqazNIiFMbEGZguPS3bFmyVUeWitqRlECZkq1l1GPiBiL269sLKPDXfWgBlLiVWZtykkT1n64oviI2kMpIX0cussajMZJIJJkfW5PSTifiOdanlhSHMoqWYxbl2F9t7X6YHzeWrm41SLRptblPT5YhHC8zUZRpg6mIlbDlETb3w7arsqo+LGnAasVKZYSqsGmJ2vYSB++uL5xHxegVitNz0Gx79sUhOG1qSFQVEiGMC/eJ6TgLKU8wLFyBuAFBv3xoTSWmauPksvGeOo9KGpuy2lhvMWAN4APeZn1x5lxfLkFmcljawE27z9cWilnc2mlVqOoRyyRT2NjJtfEeZ4xmkFRVqf7t3BpqS07k6lnefbFLTfZqvyUHMIVqsIO/wDxGNDe8/vfDri1BmaTTYkx+E3kSYwOmbqoCAFAN4amOojYjtg2ZojzFNTVphV0fCrANN5gkE+m/wA8eor4MyCUqdR80g0nzHg/EsbC8kg3kQd7Y88pfaa5UqFLUupCi5+gNsZV4Rm35NA5RYBlG1hs2M8iQHoJ4xV05ipF1kAAPqlSZuTJmwwIzKlRSpA2sBuDEz39x64M/wBEzZfUyIWi9xO3WDfbDOpwpAi6ihaw1auogCO2wxKU432DXuKJVUszSTJi59hfsMSZLiFPynRlYi7AdSSpFyelwRHUY6zHAiJdjT0k7hjy7kgAY7bw+9QakqKRYXmwG3yxlkUemC0C+IeKu7BtCiQo2vyiInqDGrrc74Cy81WhgJb3H0ABm3pthnX4FmGhKlMKqfiDTPt74NyXh5FYmsC6QQBq0EbX2JPXBeWPuC0DcPyapRnXS1/EQxuYDSoOncbxcHocAZ/OCodNgZ1AiSB6NfoOuGWZ4SQVFOqq9iWiR2sLdscf/T2hXLKG1fDpcCLmN47YDywbDyXuVfPZxWaUSL/Xbp8pj1xqnUDNe3Ufvthvl8hQCsaqMSDvqiPbpgzL5HLaSQjwIJMyQPl2sdu2DOZnJCCrnF8sAjmnpEQNvzm/tjMvnQ7aBTQsY0sxO4G3URhzU8NUpL+aWAk6VWLST1/ftgrL8KywI06Y3uJb6/vbAeVLoLyLpFlrZlVKNESASOo6kAfX8jjvQy1kNQgAksQtlARdQBJi+F32XXo0VLnofw8pJ+XL+mGuZpLXszEMiM/YNbmEEX5SL9ZxwLZzAFfOMrsWES4ZBEadUhrD5XNxqPeca0sK9ciNNSnqA3+g7bjtGOMvljVUKVYkDlMm14v1hd/YbWuZkqav5b03LSxDOeWQSZUr+CNNh/NhW6TMB/aHoGm7KpJIK/wgNB+gFj8r3wflqgzEqzgagUDC0kNPfpAYE9x0wJ9hNSsUAL0aIJZyLQxBQLeCSigz26Y5q5aQ1WkYBl2E3CxBK9DzzfcTg+DBvEsxd+jwus6iZOoKFkmBGxHvvjunxQoVkkmlVK1Ag66RJP8AKNwPQdsK8xly9MhpDPUVoncczMxvsCQfWMEZmmGLtrI1LAUi8nVf1+Kx9ffAbCPMpnlMvIE2RZv8UX998HcPoA8z6mZwCBcW7/Fad/yxV2U03RmJVFB1awQWPwz3jaCMWXK5wmDcahcCI6DePftthL9y2KUb9SGyUlAsn1v+pxoZdZnSfl//AFiJW/nMWuDa+3TEms9Hn5j574HOB2f4NeDo0F/hP5/3xycqgMlCTsN/74kq1IgT6TiLMVNIBZ4Bt+7flh9IfhjXg01JP4W/P++I6+Tpt8SE+hBP7OJ6nW/QRff02xF9rG0mYn8uwvt/XAuKEnHEkAjhOWYQKa2NwBBH0g41/pVEEnRBO8k7fXGf6iCrVAGB2EiBPpPttg2jmQ6ybTuOgPaffE/nfc5ecLtCwcKoBidJkiDJb26nHFTg2XI06AB6WwfUYKwSfiFp2/f98bqhdj+p/vhvmodTxvtCz/R8vAXRYGRc79/fHVLh9JfglQBBE7j1n++C2QwTKle+o/3xo0SB037n+3UYfkvcZwxryDmiuy6f+gHEdTIoTLLJPXb/ABiRiJjeB++h/OMSPQUQFLGdoaLdBhfmwTqxH8voXVOC0v4DPvgWvwtmmFAPckn6dsOmpVB8JG8XA9+kYg+1nUVYAkGJUnsTe1tsNzQklHyVivwOoy6WGoT0O31+d8KF4NXouSEZlgzsZBi0Az6bY9EEXsdpkyIm8nr6QcREC14B2/xf+mKL4hVQPR7lMOZUKraCKn8EdfWT03wV/pw8uSQoseUxoA/rv8sWWpTHeR9b4BrZNCDKLH4hp+k2wFO9oMYJ9CoZhqTMGXSFVVJZbpYD3I/4xYi6mtQrqtlRldh8PKpUT2BNo7gYrtQirSpec5SprFMMqaiwKygYTJgyJxJT4RXCCiKg0eYDqAYSOkiJHMdj2tOFTpWcw64s7BHamCC13nsxI6/X2xVuH1Wo+ejTzXEW1b6WHe7dOx64uWepkUl52YKJZhYRqCspA9/ybCWlllStSanVRqdZnCq5snU6WmZ9BHabiFVSWgmcL86nrVwFpsRLt+IsgCBbRC7R/NjWSVFOhwfMOoHl1MZDaQTIXckmOw98H1PtC0mmilUEkhNUQJkEEk2gSLyDa+FnDoYs6oXqKQTfVEfFHdhB9TOApPoyC8/ThJL6qksF6gg35gNrA7WhTO842cuGCKXIdgV3swW8ySdwZA2n8s4XQ1LVNJQoIXyi8FZ02BLCQBPrJJxEqN5zeYDpSdcywF21cxvpMkT0gYDcQ0Stw5WrIrTBAMnrHwkRuTYR2JwzyVBpGh4JsQxBECNhqlevSxxzTzRIXTz00BkAjUpEG4/iF+/ucQ084rukMzjqABIv3Xe5H57RjnnkbegWMqmYS+p7rJMERboY3F/qMZRzg5SdEE2PQ94kbneMYioW1EiCZsBY7agdwZj93wnq5kUqiioqw0stTdSDAI5SINvkemJr1WYsj1JI1BoXaI5u9pvYT88DV+IiZ1Ewdogtfa53uLb/AKYAkIwFRHiSEcwYbeRAmP30wDnqWptQrino6kHex1T62ufTDLk/IecvceU80bA0qimTvEgxPra0TtIwFmS2sIUkRczERHub+nXAP+quGEamgCVEjaPhOx37TBnDTIZ1apV1SCbWN4BBUibTvuel+mGbku0bm32QZY3h93Ok3JBAPcLeMHNSRQqqraJERsRF+07YDzSFGSoSWC7gLDiSATcXtv6bb4LUh2JXUFsQZsT6ybdv+MQcgI39h+81h2aw/hMRMHb1O0Y7q5hegm/7jE5cq4BMbG3aYMaZ/fTCvibMuxjUbR1vA3w+ObfbGbZBmg+klFCK1iZki/abDfYY2K+lm5lJ94tESJkkAj6AxgdcpUanVpsAXghSWKyZkgEWjpNv1wvymVC1VTMKxflBIujKYMgRFrqR1jDp8rtiyt9jyvnRT/29VSoykysGexIn12G5BwH9uqagt1QgX2CEi0wAILRcbBsc8Qy4ZQ9FQKfJAFmFrEExCxchuvTEXCeI11VT5ZAYiGYEbTc6usQInpjKPpuhRrTZ2pWgPpaJESbfiFiP1nEDU60DSzAtpMwCsTBnsAOu/fAAzzGsUWddQ7AiwFz1Mki4APyGO+IsuoVS7ASssrNIIB1fDtPY/phlGSQA6k0ITp+8EIRFzbci9rER7Ygq50aFhQpIYXnfcxNp6DG+GlNoYHVLOw1TI2DdRpAtvfEupSjI88x5TEFew9zHSbDC2lKmYHOYAAUQFIAGoTMA2P57fniVc0rXDRUsJIk7QFifQC8dPXAnEUBUioQrajAJnYyQukagRIie/tiP7TT0KHfSH6bQQZt2Ik79cUcfCMV/O1oCxzBiJB/CFk/T19cWPg1WtAFTdiTJgMyKYUQLm5+I98L8tlH1IwQN940EMDyuACrdQwIIgjf64dU0pUiG0EVGXTJF1BIMOb31H2OKzfpryMw3y/MpGQS5X1mYO1pBIPSfywtyfDWdQGQKJDIGjTIgWsOYrNiBfDTK1kLqaY1WklbEmCOb09+5645SSVp1gVVi3LJNjcS3oTvOOb5k4aQE6Bslknp0kovUUBYMi5uZKxF1NwNoxJnKiLzLQZhOpnC8wIsGBkRy9e1r47z3DTKhKpDqNOogNIBtIkEmeo3jEpoVgs+crgAhoEHVPv32GNPJaT8/sGyLIZKkKmtA8sCSC3KdV59/6H6ELVZWZTCJMRF9UarH+GLRf6YiyJJJcPpTTBBgkkEyT1BFvpgnM1GZ2XUBp+IMhH1aQIIPQHCKUmwWBpkmChqYVW/HoFyesQIM+04GSqhYFZ1DpqhZG5v0mbD5+h1Gl5TNfUpEyF/mufa8yPc4DqZSjzHy2kHcrJO3T2MSOsxgr7hTJ8xmqUgBSbXYGBM3kGB/XC7jNJqukIXZTBiRNIze943uRa0GcHeUWU6llImmQhkwSTY+hBt/jETZLMsSsptymPiF9V4lWEQJw0fSw2S1cvWAMU2B5SSrKVqkC5gkwflJvbGshWViqsqsdRF7yYuZBjmB297YnqP5YVyfgUAlRcyNpm5LCNu2FlLJqykKpWoAYcQSSTKyBMkdbg9e2CnaMdVmV2KLT1KgDAAXiOkQReZkmJ9xg/M0EqUwyhQRGzXGm2rlE2tY+mEGSBUioK5BLBGV4Omd4nYsekdcPsio8okKZDEldXazFNMvNj63ws/S+wMlK1AgYBXffUJAtfVc82229x84qNB2lmG5gzIE7jfmG0XFsTPQptqHmHmAnsyxF4tMdvXbHWWrFSumrK3AjoBygc0kg2vO/viLdI2iWtlm0AlrgQINz89jJ6RaBjM1RY0zMOBBkW0kTNiJ/Yxuvw81AAHKljvJHqGjvNtum+FxNWk5Yyyzokm4JMAsLgj0EG8+2jFvYbCFqMeYMwIsZm8dQCCZvuI/LHGa5ksFdABI0giSxEx774H4nxIoyRS06YBDAiIazfXt07jDMvUktF/4rgGCBcSRO17euC8bi78AKnnOJGmGAYpqUEq1puZAtsQO4wrzPiZgqaWBIk3BG/y/IDFtz81Z5aSssai4DgzcaQQY+I2I6/Wq5zwWr1KjU6p03KsiXVr6RoXptcQL26Y7cDx16tGSQG2ces71VpsXUAyLAHeVkzsP16Yb5bNsgYoKauxMob2IuBczMCQex3wpq5KpTUpVqeZJA1EFZAufWN7YFrcKrsqVKZQJMQDp/Wxlbj59jjp4xYaRYKnHKfmLrADpyqEJI3uDAtuYgnEmX4qvmAgadQCEjm6aSwj0AHe31ScGoUnqfeOyMQdMMPi2A2/5xJkVSnX8t2gqBLTEN1EweWOvtIxF4UtIWi0hQxaEBtB1CRA9SoaRH+cafLmrRAplkeNYUMYNjsfUi04FqliD5JpuuqQbg3H4tJiQe20W3xpuI1Fy6uvlswPMVJsAeaLBuskdMLwnHaB0GZRBS8xaZl3e6xB3JJ9ZO0YzP5pldAo8wnoebrAklgLmLD6GMSLm45FYOwudW5JH4SAAJvfBlQpVprKLNPTUIEghjcaokz3B/pji51K2ays8UaopC6TSLmAQQYvEnS0fUdMP1q1HVAxA0AqWInWdtQAEi0E+5HTC/iGTXNPry7MKlMEQymGuSoB1CAWm/r7Y1Sy70kP2kwFqliQ0/Gh0gSLiRN+qjFpNSSr9jFgydNnZDpAen3PRlMjrMMBhLU4izmpTSmSSSatSeUEKQBbvEbDbFlTLowDOUMgQP5gJMHrttHfCHh2Zp0Wqt5a876dIHPsTzGb7Axve2Jwbp3sKR1kszUegAoA0qNRKxPy3Jvc9Zwbl82Kk06hAjSdM6jHUMGEg7HfrvgLMcVBrilQpaZlNRgFWNyY6DHHB83zNU0zUIVZAncx3v72t7YpJNLlQOh0KbzMhl3DAx1HUfuOuMCjVzrq1AHUqwAT3M3Ijf29MaesVlbi9mAGkGD3tAMCI6z7QHNkqqgojsxJWQRY3kwOoIt1YYnT/AHDYPT4modKTklQZUmQWG5HbttvvbDipCuIZV1fhnrA/+Xp6YX5pyVF9OoALIM6TuNt52j/gPKwtSGYOl2p6TJO3cfFbvjcVKNs1jbjeWDUlJDFgDp026TEbD0n2xTMm7hnXQVdVly0IACYBIME2G3WRi4rxgUVAcW2kmWB6agPTr0wj4zS1Vg1NpNQDV5hZxC/CFvyrJMx9N8Wh1xG5aCqfCKJRpLA1KcequCGLidiGA37D58ZLK0yQDWKsdXrZiSNQuvTeLwffEK54odVQiWEqn4piDBUkaZtudrY07o2uoH0M8E21MvLsv8MydvliVTv8Ct7C8/wmqVCO4CRrfyoWCLaRtYlhf3ttiDK09RFNU8uWMEttGmCuo9wDEmSOuIKGbr0ipdnNM2Ey0gTPwgnbb0wZnqjVUptCIqkEGIIDEBL7aSTcEW+sNxk3swwrs1eqQroCmkXVrn8QmRsYiJFzgHjhqCUZSRa6tI6QCImx/URe2Ac1nqlMINIQq0uzEzqMiTG4sN/TEef4lXprqrqFpODoZSurf/ta1j74ChJyejDjJZggeXLKVsCZgkG6wRJt3FonEuRzIr03C6dcMbGJYyO/WO3+azl8+PM56z/CWBW5+IxOoxMAAjaTgzhOcIFbSgGp2gidVjuIv1Fgf1GHeNWqMG5MsFUFmPmAMRoGkdzYSWABBE3HpjBxAJRTzNIkcwaJpjUVBiZgwO4+WI+DcWaqyKy8ygyCY1KVP8NjZp67TvJxg4fRWpVq02H3gllJDWAHLNxboCR2wsqfd2YQeJ8qkrXVqjBnXVTTZRs8RF4vvB6RAGOuC8UDTSVAaYBJFSnB0ieZjFoki0xI2ucPHSmpUJQT7xQNQN7SSGvy7kxeb9sZxGmryzF6dUDTSYbSLmdPxBrSJOKOdRSn+5nXkrPEOH5WsS+UqAukEU2uCCNgSdwehg/TAHEMjX0LUNIQgAcKDzXGoyLAgnv+QxM3B6jsayKqq128sw0hgIt37bTFrYbcO4hoZ1FRFBGmCCeaI0uDBkiQehmemOiWVpXHddhsp5zQClASFJn4pE3uJ+GOvfBPCKzISHkpp31G3cAR164649wfRNUUiEbby+ZVvEta0xsY37YEytKVD0XcaSRUWoIvvyxv17HF7jKNoNJou48I5gEkOGhBoEWkfhIsfY4K4fRzdBgHoFgTpZrTcSCIMsoJ2PriSqr5XMOSXanUXTS3bSZUTI2gSSOw33w6yTOXYVHeUlYiEbaGGofoYEwScePKc2t00J4EPDuPmr/tANqJAkBTI3O5EiNgSfzxt+JFmKtQZ1DHWWQ9JCxYAdp3/q0pN5VZVekieZqlk2a3L1lfUAHBOVqCo7o5LMpmVuoBMrB3BggfL3xnNR9SRqFi53zzUWgKycrAGosrbrJJZfiIAJ6HAtDgOrUEzA0hhpK9QFtqGxMnexOmZvhrxXgtRtPlvo0kXIDAXNx6wT6+t8LK3/lq0JULjQquoGtl0izaRYCDPT4sWjNP6GEkXg7in5lVjUBRizqOZAQeaN2sSI7YGXKUWVWFYPpIcOFKggiIqJ0ZdwbHcYP1NmNLVUPlqJCgHmJmGIPwkQcCZ41qH3i6lFYBYcSTfeLxYm29sZSk1t7/AIC2EUeGM1NoaaerUQH1BrAnbeD8+nTAmRy7Es5qSgBUBob4zICsDMW6+nriGpmzSRHVmVaZbUgPMVbYRMWYyT+mB/txak+gqaShSzIuliSSebVvc7jrPTFHyaFGejW4dHOtKI8xSdt+5HY+nXe+CP8AUgjuTpUBtzaNQue8H0xTWr1ZOmqFBsQBaJm25JnsMOOE5tajv5rByEBQEgSwIAB+QvO+r1ws8H30aiw8TqrTQ1joExraJBEXkjcW6j9cV/N5pqYGhGCt8MLJgxyx+Jfcdu2GHGeJUqlFWDaWU6gq2lgI0ne8WBxNxPMFqYqSqqukMjNM331abPc7YaMePgyBshwoyalVObUpAJ/CTzCIFr7Sdu5wXxLgTkHyqwYWLM0kqNMKBE6hvb1+eFFThmnNBCXaG7GIJhoNoAUz2t1xb8pIZxrmmmmNRupIJK6jM2gx0kYEpSiw+BdwXM/fFWMAKFUbq09bbG2xuL43xjiDISKdJSpXU3cNcSvrF/rjeTyitUapSdQQzKwiQ0/i3G5v+WN55hp8wnkpSKgCx2JLAySpAiR6dJgJOTB0J65pqAaihqbgMWLdSSIYXJI3mN5F+hWfhNa1KOqmCsSQ6SbjlgMqjT0npvEYDoLl6LV1WkW80ctPWuk7htMAwwMD1kEY64f4kRXXzWCSv3jMpZSyyNCkASep+eNKEn4CR8QoCiVehTYUyskrzAKRIYTLRB9IiJwFleIr5J01gIOlQSQH1TqZREiJG3LbBa1Yqg0WpxUPljSOUgGVplfiRtNouCNu2Kz4m4U1HUCbaxAn4QSSZIAjcW9sPBKTqQOy38DrgOqtUhpUAgXIFjBWLHvGx+eOc3lFoh2qlQlVmalUpkgg9mEe3QxBwsrcEzCal5R5VVT5mkktuVqIFmZAhk9JudyfD2aXyaorqGU1tShiXQP6SCwQkmd4jph6SV9hOcpSK+W8EJOqLG0QbyCY1Dafiwfw7Pir5lKF8xTqplxI2PpIsSJG2rFZ8QoUzX3fmAoskAxED4lKgAj1/TbEvhniTCpOoNuNJN7jlI63MfMHAlCXGwUNOIO1AKA9NUiaigglTu0ib83WZwk4lw1cyFalV8tg8EFiJjrqmZ3iTFumLPVoKW10+R5ACk6Q0jb0NuvcxcRjjJ0Xy50eUul3GsGNQWQAOWB1mYG57YnBpPktMy1sBy5H2Y1KNNnFMlGBgVRZZg3kENt3jfCynnkq5n7hSTVXVpABDdLmAQwO8x17ybUuWTztSUWUMdTCV0sAJDMp9to7HcYQ+JqaJVqaaZ17oSpnmBBBbf8AivfYYeMo8qCXNs9pYppNtx2B63mR0tiXh/EdYU6bEkH+Ujoe2KoviMGoXI0iIE/ERO5iwncC9wMS5XjFNKhJB0TAMwApF7ab3BPTHOsDTqhdj/i+QFULDstz8I3PrEHsJxBwinTpkrTHKYU0yIKEDY7kkzM3Ft8L38R6XDKR5IF1iT8P1BB72wfkeNLmEpvTI0szTK3BANj26XxpwfGn0bYbls1oEEu0bzdh36CQN4A+WBc9RlhqrHa1jy2uTp9P6YFq1a5qHyzJ1CzQAALsNpk7X/KJwiz2azCvVpsG+zEAJUdiCkwzKYkt1EG8KLxuuLG/0sxZeEZh2Z3puNKDSJAJ+Rnab3Hpgji7BhorkFWBhhYgwflIH7vivZLP0GpooqKHUKQUO5Q8pdSOo79cMa3AWalVFRqlWowJViwUjYhUtpUnvGGWP1XIwqyObySHTVDuVMAwSJBPMIM/l3743NKsA+WACI0tJILixi/qOvptii1M01KoVWVdSZ1XI76gRY/L6Y22eKFRuGBJCEdpMRsfT3x6HyW+mPxZeU4Qr5Zap0oxXUiAQN5BY/ObQBbsMV7i+U8uh5tPToZQYaNXMensbYU5vxDUq0xSVitJRERBIF+b99MLvthf7uTomxiY36D3Fpw8cL8jKDG+Wzr0wtSNScuoL1JEgCfS+CKvF3raX81QAwK05I0kXDMCCDe3XbscVxXKJ8I7kSfb8p/XBeoNTkByJjUFMSegj5emKvGuwuNHo+W4zNQKa0kQz1UXUIvy7QL+1pw0zPEvKp0apcVRU+J9AUHeCVHUCB8sebcDzLUNekWsGFzO4g+sE3x6lSzNBqNJiFGlBaQVW0kHpjz82OMSbJMpnaGhSzAeXYEP/HvqAtJI2Ox2xRcxxTMZbN13rKVR1IG7JUW0IJ6gE3sfitBxaKVKoc5UT7Mr5ZkEkgDcSYn4r7rfbod0q8SVvMUZcVstSYalYWUDvEwZ72t7nBg+K9zJlXyNFqxLtSmiCFOkgvtdlBN/le0YtvDKTpT8lHWorVA9N9JJR121obhSE36SbYE4zlRQryqa6NZ/MCeWylYAdlUAFTymbdjYQTgri3iJaNM1qdFH5dK1gZKv0WqLFToMgzuek3rK5VxGa8IrWbqharVGo6QINUUW5A0ytmXlJIkr7xiw5bxVlaoRqtJy7kjzNAOktKAmJ6ggDsMI241QenV0CatQKSlQSrWWxMgE8zR1EeuCuA52gZU5UUKqpNiSrCdRUCwF7x3M4E/puS6A+tls4QtVGem0hdlYDUC2xZhsACJgbAm/ZLxPOnLVjpU0xVqsKzCCF1HUjLpNpW8xFrzgvMeIFZHQCojupJZRzJP4lUkbdADPvinPmzRqlHrrUKhgrsCNQuwDAzETAnbYWg4TClJM0dl34zwYVdHl1oqqFh/hU22JFuaVt/fA+ZyNPykJ0pWsREgWIZhB/DBnv12GKynF9OoVpNF1BplLqjAyWWbypgiY6gmww/pZusaTEMMzTkQ6KJTUsHWCZgTYgHrIGBKElpsFBnEsv59Ur5qKS/IwBMKRzAmQDJIxx5SHTRruWqWBqaQZGr4lYTNrCRI7YF4JWUV8vRcMrmHUzysuifmNwb79cMON0qYqqtRHQVSRrEae5N9p+eIJT+lgFvFKL0qlCsdT0KbDQ2q24+M72IsTbp1xF4i11mpmrVZaakmr5Q+FCSRyxLRYWvHfDPLcTWkjqPLemswqmdQBC6gRswJGpSOs22wmzeeaq+qmqhdUaQZJmNUqBEHqAZxVJxaa8BToC8P5motZQ1E1VdYHLcReQWIGn3+RxZU4eG86B8QGmmVAgi+99ybHYY3SyQoZlKlMk06srB3UsLX9wPriAF6lRnDGmFUojTfUSJJB/mC2Pb1wHNTfKIt30DVMnlnoB6dTUfNQalablguk9on5YMr8EpIKaJVdUqEL5kBgWHwbQBJBE94E4U+IPD9OnR+6VwWYamEkswndV732FsN6FZ/sWXUU1LQisrbRMN25j+pwckqprdsP4E9HK5uj5havrp0m5tYswFjJJJ2MD5YaLWVQWWpSY+XyqWnYCD3uDEbwfliSvkPPrMKmrygDFOSZeWl0JFxG3W2w61QeG6VUqadR0qFwFtMHcdgYBnpbAi1NtSdfhG77G2YqKmiqUJSqsCosbtYAgyRe25sIw3za161LXkq5VwRp1MQpK7gjYT1BG+DOHcFWlSXLswqKrSSyjfVq22FzgDwpwdsp56s+slrCbKLwfmp39MZS8+38mso/iGg1etWzFZRTZoBW/wAaooYfW8zsRh1kMutHyUFJdGbVeYtzLqAVgCReTcL63w88acOV8vUamwDoNToIJcgQCb2YLsetuwxU+G8HFfKrmDX86spUBSf9lQeUANY3j8MH1Ez0qfKCb0uq/wCB7tbLJkPClNMzQq05dObWGHwnSwvay+/5zip+JOCrlCzI40Mx0gkSLkgQLkepw04Lx7MCqftGdUoXhlYDVEWaAoAWSJPphf41z4zMstlTVJBIDibMVm39jgYnlWWpPRlaa2V2vxAOIAgHeD12OGfD+LolHykoRUJH3gcydgQVMg6vSL/TCvilFkdVbcU1jkKSItIN59Tvibw3q+1UNBAfzF0kjUNU8siR1jqMelwjJHZGEWix0eN+QzCvlWNWQTrOkqbEGCszsb/phhl/G9HUxqZJWDKFIDgC0xbRA327ycPaPDMwrBlfKVH1FlmlUJOlUpwrajqiUMyTqEzIbFB8VVvvQnm06gpDQPKUqoixiQNRJvquO1ows/hsb7QfkQLfS/8AEKipDDKuGAi1Tp1tEYx0SrTGfyo+ylmKVBp1Bx3IQgfF3tYz6+alseleCs7UOWpJTYBabsawamHgEswMSCdokbY582KEI2iOWEYxtD7gvGWr+XUagGGpoY2AIBWVLDcGVm0ht+gG4r4NpnVopwrAsXPxKZkSAwmPbYAdsHcR8Q0aNOCio5OsLsrXGq8QG0mdJ3jfc4D4QiV0aXepRqkQCWBRjJImfblkjtYwOBP5fqXRz3R5zxThmZoUxUFI1KMGW06gomBJWO1iQMEeGOJinUph6RFRLP5hjUHESAd+VgQOoWcXGllquSzBp03NQVELUYN2gjXS0mUFrzHcGDEsPD/G8tmydVEKUphiGQfAoICncQkn8sXnmXHate49qtoo3iOjU8w5ihUBokAhpgAMBywxmZvAsOgEYiy2fMh6g+6JC1acCfhIDqekGR9Pk68RZLK0csUp5ymXWSKVYXJ6gKACJ9R8xvio8PfzqyUp8sudOksNJHdC9pmIB36YpjXKG+v+jJNosHF/DCimKuUqkpWA0oV+EhTIYg6RrjfoR62E4V4kr5bLBPJ+JpqO29yIBUfCAO/WdrYta8W0VaVBkJC5cI5Nwai6Qs3jpYzfVGNcfq0zpqCgSzNFSNL72h16X2ItiEMkvpmr+4OXhgdCmaq5d9elEYtKkSoIPJ1iSAb98WurUbRz01dFAKFYJUiQbe0GNsVtcrl6gpvRq1KbkLJosABF+aTdb9ZF/cYK/wBCailVhUUszF0q05UxIPMEGnT8UwIuNrYm1fT2ILuK5DM5Wl5aotfzZ0lQZKkcykC/wjpO/oMI8yPJ8tqWpWjdjquf4toPTaIvixUeIVqJQ1tNU0yCzEDkO8odyCOoj4iOuIPH3AlBGYpArqJNWm2ym51A7iTYj+YRGKQmnLjL+4ypsaasy0MaI8rsWGu/wlSux2kHb8sKfE1epSoOHfUWdUBIlhK3FoHSQ3r3wTm+ICvVXLozIodlepSYDUqLOmwsSYgjoDifOUA5FN+cGy6zdytz8wL29cQguDTr/QmtMrnBfHtZW0VKbVIWCbA9CGa0TFp9fq78ReIFd6S0HHmKQ0i+mQCB67zbthXks+lCvUp1KdM6IgaSakEgqoaIPcCOo7YG4pVpmp9opAo6MusT2O4ttaDH6G/RLHGU+XGtDtK+h1wqvnKb12XK1HNTQ+l4UySIJJIuF1AxcaRgWrxX7PXNc0zoFRgACIDkkDWRYXJkx0w6zXGTXfVlah5ZgxZyBsQRdZ/wcVXPZ9aJrf8Al6ZGYbVpYTp3BBBAIlrx6274njVytrfsBbezrMeKvtAdSj6lJBYEaQCZAPMZ51F47/OzZesPO1q7PNFQyiLHTA5iZ1C5I7n5YQ+HeG1RSqpNNKjEOQwlqamxqAC5n/1WIFr4zgWebzjQDKrGlY7ztPzBv7YfLGMvo8DSSrRniwq9NaqVxVBOkkRymOoB5SdogbYV+APECUq/2fMUEcMw01gnPTPQkxJSY323uMC8Wqo7mhUUU6yDQGQQJgQRp2n5DHfhurTyxq1DL1xT0OoMhtUExIiIEHecX4L5Li9+3j8MeKqLsu/ih1rUClOklMLVIaQFJCmQogTq2aDH5483o8ZAqAKkhSukneQbG/y37Ysg8QGoV1hXqsFWGBiUBh9okgxe+wwgz9ELV8wAB1kkD8j2wPhYPGnGQI1ewfimbapmdddjUMrrOxKiJFtrTg7ifDcmsNSzYcSFKBbmCQzSTZTEiV/Eo9cI8rRYZjVURry0KAd9rSAPnGDM/nmOkFLWEmLfIY71LjSR0qdUkOvDOTR1QnO+S1yV1REOsQCNMlQxuZnR0xrhuQoPXNM1AaILS4IlVVtIaWAUgiGt+GTbbAlHh4qU00QGLMLiCYUmRbabe+HvDfCrJGoUagYFTqA5SfhMkSL9RfCS+JjFbA86XYJxHgSUqD1DWVmAp6dIWGZoLp3lQQRa4lvTF78JU6S5XL1lGl0pzWAW7o2ogkKJMHbrYjCfJcHyvnrRqZRQ5p6gGsNYmVLKLoZkMwjYRNsMeFcRelmVytZFp6kBohTykSZT3AiPY9xjkzZllXFIlly8loX1uK0OIxTXUqSRcCfiEH0lZPvGC1oHhqLTNcgzq1ACL2KtPSwE2+IdjhF4wUZHMIfL1Uajaok2H4wAO0giN9sGZzM5erXq0arzTogMrM9vLZVYjUTJAm3UX7nEnj/2+xLjr7DJeLlfvWSij0SzyG8xRKyzhjdSwYR3+d7BkBQeiSQmlk59KkSN2W173BHvjzGnwl6Ao1gyspIBCkmVexltiBYAGIMxizZvLZulTHlvOXehLFhr8tzJJRhdRMHqo7YjlwLklFhr2En/AIh1lqmjTydPzVRWcmCxUJIZdRvEXZWuLDrir0MxqoFhSLqp5iTZYGq3/tB9/fHpvA8/59F6DVh5zppVitoIEgHeDHymwtGPOOIZV0XTSWELc9NjqUMOXUIM7dSPXHZgnF+iuiuOpaD8xxekaFMU3c1GYhtRIgbBie5tO9xPTB9BazK9TSahFwWvMCWk9Z+tsV6pwp8vTSo6jmYhYuPUj99Rhjw3xBUVlRyfKDMWFrlgohv5QQTbvhpQ/wAorh7BuR4wNfmimyheWpTBJGk7aRuLnVh1maFQVRTpoQrHUCwggRzajaw2tcz64VktpIVYDETbcDaDEzH5fTD37Waa02aoTGldJMxaBNpYex6+loT90iY7z/BV+y1aMqWAlCQSRpXlHf4RBG8Tjy3L8YreX9nq8wIBQk3QyIM/wkbi/Q+/queyy1mQmqacutSmVNzE2gj+Ej9zjy3xHwitkqqq+moai6gVkiJ2AMQQe2HwRXQ2Peiy+FODD7PSrEk16rEqZgKJIIPeRMztNtsNfFnD0qZWSfLqIdVNxurDcSO4B7fUYrzcUqZTMZamWBSlJZdidYaZ9pti3cTqgrAGtSxa0XEXn5dcc2VyU1Ik7tMoWXVkqnMVWNRayRrKxDgiD9AV/wDdjviubqUWlRZxqB0iJ08wabER0Prh7K/ZGIVm8yUCxOksSAG6CLT/AJwi4zxRalKjQDnzA4p1yogrp5Sy+8j6HFotyldfZ/gorbHWXpsrItNFXy0Uv0m417fi3ntvhXxPM067VKi0m5DodpsYER8h16zfYYBenUy2ZI88B5LAs3+50Ia+59ex7YQ8Xy7+Zs4p1XLKtzuew3O2HxYk5XZowt9l48M8TWrmlEWZSjGQQEAuDNtMx+zhpxPRXzJWiaRbSdRG9ja4Bv3GPNaCFBWpyAogNIg7mwnaYv12HeX/AAXgWapvRq015mCPSvZ9RA0k9LNcHpgZMEYy5p0aWNe4FxLLpTzJWqdOq7EiZGmIFuot88AfbqS19WghAI1BSZ9/pi7+KOEHO0PtKRTFGiWOq51qX1U+0qQVJ9cUTgrZiuSioGVFLMdtKjf39sWxNSi231p/YeC9OzmlnCRqYmNQggdD/bFhYhgzqyuSoGqBNgb9On54Q18ky02sSBAsPc7e364k4LmUohncnmRoFzNxt2B7++HnG1cQyVq0GZLLjzAuoAXkkG9vrggZQEgNF2sAPivFtiRhTwkvmaukGTsOg9z8pxYsxQGVy1QONdSqyinBjRpE6jPr0Avy3ws7i68iOLugvM5pqFSii+UnlLUWbsCHsSZJBMMegueuLT4KFH7NXOour1HZ9QuBoHLckkAC04oPhvIVc1pFT4R5rCTBaChI2sJaJE9bWwb9kzGX0ggrSeojaNUSTspI94O35YhKFem9/wDpmvBaOA8ZzC0VTN5eo+Y0sNQChtAgi4J5ok9pUdcc8c4fTrMmZNV1pBG5puhOnSRJNiAfaMA+GfFH2is71YHlqYC9RJMiTciw6C4xYs3xLK5lBSDctRgGF0ME3+IXnsO+JSi4zt6EadiTj7+ai03QVBTB8uszbjqCf4xEX9DifLcGy2dyaB6eipVIIZgquCoAYrBNrGxvHS+Ac9w+tQ15eGegxfyagYEKLKBUJvqVtIv/AHht4VyxoUvKLK1TUCBJjQ4EMQbi6uTjZXUU4s210VClmauUZ6Smp5B1iWXcAwdMwIMWMEXxe/CHEVXKCpXKqiiNjAXpqtGxuRbqcC+MKdWrlq1LytWn4H1Qy9ZNiCvSxE+4xzk+M/ZctRNWm9tFNlK8vwwxkWIPrOx2wk5c0mluw3ZBneHZdappIR5oonyEB0moykkHVME2iZ64oOdzxq1NbEAltTWuG6xfv/Ww2wHxsxXqaahZVqt5ZBNlto0zcFRA+Q7YXZmsxYsTLzJMbsSWY/U478WCt2dWNcR9U4kXtuSQJ6dhc7SB+XpgnLU3qOwZSw/EYMrJmWiYBvv3wB4fqoKgSsQKfxAkWBDCOm0MbemLLxXhj5QuabkUqzlk0Ncp6kbAA2B74XI1F8Sclslq5Fvu1pHUVXn9QGJB9TeNrX6YjTh7Dndp0n4TMgMGuD6elt8B5NDLzMGIW6zJP06mIO+HXFOEtTCBdUqCWPVVIsLGDuQYmIGIvppMm409jOoiZh6ajSAKSkBiQSCNJVWBEHe/QgYSeIOKrmcs1KoGFfK1Yl7Mycw1H3tqHeCNxgvhNKnWBotaVLUnBhlZDLJMzYgNFpBnrZbxbVWOpiCsQWIUOVWxk7kG2+xOGUkjJUwjiHhpjUSq9RWqs4ZxELpIjSLzYenywZwd34fQ8qsvmGmrPSZZh1/huJBDG/SCMPsqNdCi9RtRKBmaAJ5ZmwA6/lhfS4ga2Xo1rUy0os3F2A0gGNyBbcRviUnKql0DbVEVHxBl6tIjzDSZwV0sDIaLEQLxvOA6iZfM0QtEytFgdUEFng6tQIBvNz3JxvxtkmCUSty7QJjpzGO218C8AqpSqtSDK5IDMw2mSN+p2BPpffC8fRcQcdaBuOZrK1adbzCq1aL6hrAlrTCwbqW5Tewm22Enhfi6VM15lXQuhZUKsCdt/QWvgzxJwXSzsqJpgmxAkhZI7z7d/XFLo0CJLWVokjtINvXa3rjtwQhKGi8IpotPG6mXzVYnLg+YzQRFnZjEp6Tb88Xrg6VKVGpl69bQaVgUOmEYAgK25gkRt0EbY8z8J1TTzKVFQNoYwGJ06tJ0yR69u2Lj4fzNbiFXMLXqAsgVk0qsISYsYJiwtOI/E43VeF+4mSLS14LDlOKitl6ipSHmUnXRRBjzFkHUQQBzAlovG+EJyzZzPirlafkiiQMwzcq1L3QhSQxIB9wb9MJPF3EKJqg0QVhCuoW5lLARHcde2KvS43mKasi1WCltRWbE23G2wGNg+Fai3HV+/wDJoQb2j1unw3KfaATTCioXC0yOViQhFSOlpWB3m2KR4p4G1JwfL0ggrqg6RFgAT2A/d8EZzOutQVFIIpOAlMmQoqS0XvMR7T2GJ+LeIKtWiq1suVoq8BwbgzbUIFgLHab7HdMUMmOad2BKSYj4TTYZmiEBEuo5SVkE7T03i2LNx8ZfzHSpVQVBqUNqLBYAIDD8MzAaN97zhNwZwxZKiQ6sQkdChVjf+YOP+nCniWSYVGRj8TSx9ZMz7f5x0yjznt1SGat7DOFeJKlI/dwQilVJHw6ypax3uOvfFpWlVr5akxravLOpSszUhjAYHqOmKBUowsLGox+Zi31+mLTw7L52gcvJXy+aqF1wGVYlSIBmDbfeemGyxVWtBkl4GHhPh1Km1RHn72mBqiNLA3UXmDP5XxZs/lqdSjU85ENSnFJTTA1IP/tkXJHci1ge1+MqgaoWpFfs9RCS7dKkxC9e89D8sVrjIrZLNpmawJVng6GhCACFZrbgGDqHeMcjTnL7kknJ/c5/0/NVcu9WnWIqGpzMD8TTDq/Sxg7QcTZzi1HMVskFiiywzxHK12KiLkSDc25h3OCvHFZ8slM0FQLVmSCAD1AK7MfxB97EdcUzhrmpUZRpl9gblj2Xriii5R5Mbjas9DzPiJq5zDomvL010mmPifY6wQZBB6GLeuG2W4iK1JlWn5i/iUkXWNoHUg7DvvJGKb4XytSj57bAiGEdBqgj11Aj5/Tl69OnUZaFWpTYoad4iSsQxVp3iGiQY3iMReJN8UZQvoVeIOCtl1NSk80WZivlkwAQQEa+6mBOxkd8I5LLBEnYRvPaw269cNkpH7zLkkE09TExZh95HboonAXD6TmdMklhpj1B37RAn0x3J0tl/BLwzJl3KQCfkdhqO/t88WzxFU8xKdalSqCmgKmSSqrK6RawJIIPoFxUgreYtOkVNQn4h0gbz0tJnf22w+4X4iGXoulUhkqq6raZYWPWNJ2+fpiGSDclKibTu0a4dmqSkEEtziA0bEwDAJiCflOL3msyZYoNWkrqA6L6npPbeJx5bwvJLmGcK+llEqIu/YAiw6SSfrGHVHNV8ozAtpJVTokMrgj8YuDY7+ntgTS6XYslbosopZfzGCFkJVn0kQQ224uZEj2wVw7IikCWCOpUsQwm6xO+8d+l8JuGpUqstRXIJAQkRa9lYfIGfQe2GVTirKBlsyrAEEB1IJFyJ/pHb3xyTT5d6J7sr1PxDUWilA0t1ZQWPKBBkMYtBH0xX+DcGzDim9R2NFKkgI0gMY5hG0mLx9MWepkBVBJ30kBlvE26Rt6YkyvDmoElebUEDA22F/a8xPpjsUqTrs7Plvwjjjr1KoopmKepUqko86fMBUi4Fwwm8Dp1uMA8PoKKzEyQyAAACAJ5oPczYzjusKq1UdoddQOx3EbdjA29ScE5Uyod6YH4W3EDqRbvHpOJu0hXB+RZxfJ1KbmKZdXOou7TqlZstjMX9bYX0crTfVTIhaulZAB0Np1IwPTpIPRmE3tdc7lWfkck0zswmBO3sQdP0Pc4S57hSsoLEymw2Mifz9vTD48qpBikUSrqos1PuwM/19oJ+uG/g7i7UMyrFoSodDHaR0J9jsfXFjHBFrXZZcXJOwO/adJj5HpiDNcOAClkFmILEATEDYdDtf574s80JJxYyipaBPHGZURRCjzFYlm0qVKm4BmQWn+vfCGjVVKiOVVSpVjpEau4jaItEDrixVOEgqsqoQGBJCkDtvcfI4V5rLv8QckCY+7LAxsOYRe/9JxsUopcUZQ46Qw4bwtWLoXI062B5dxpA1TcRpmR64W8UNRnrzU1JOkopMCXC7G0xPzGGuZqTq+7RoQMxPKCpjVOkj+IfM41l8utRmKAjWQz6iGW9yRBEC5veN5gYXlXqZLa2zhy1GmXCiQyjVe5NMMSIBsJQD23w34zWy5yFCozgOKQKx+JjAKx3JBJwD4ioNUohUeAoUsRcGyrKk3gEHe/6YWUA2imVCFqQ0izsRzWYaFImTERNveFiuaT82LxszwrwZM1XIckIBrMC7RYDoep+mHfjBqgrC4dEEIpM6TIBk7kxBv2wg4tkW2cFyVWytBBNhYgmJO0YsnDcrQp5RadRi+lS5ABkMfwmNoU/P54OV9S/gMl0FeBs2wy70dGspqYQbxvyiLibe5A9nPHWpZzIO6EN907JqldBH4iNxF/piJ8svkGply/wBkYE6l0jSwAHWBJEXxX+F0/ujQDMFcQDO8wdPoCfbcYhabcvuGOPlspYpVdSITOpoUk6gL9CDcXJgevW2HfAqFSjnKQenoKkEkqoIDAwe4mxiZvfBL8OE6ZKOO3pf09sJczwyqpEnUekHe/xGdh/nbHXyU1RaUGz0PiHEKYqahK1NChTM9dSwNgQWM98Vg8FYuxKkc17jqSZHyGIVZxUSo/N5kCSLhtoP8AfqL4dMhKPeIAiLwF2ifQxHTTbHLTx+SaXEE4jwskNV1amNIo07kxCkgfy272wnz5ahQemJWq5XzCO0GRbptPcn2w/wCE03FIrBao+plubCBpJtYk3HYX7YWZyl8elC4MFfnp0/kPr8sPBtOmL5oq2thIE89j3I7e07+wxZOD8VFJTRqU1ZYJUsLCRBNxAnaf7nEbUiAy6FUqJMEzAPNY+pEd4OE7K5kgtzGOu9ztjpdTWxmrRYPCxa6KsaiwWInbad42k9pw34zkGQJ5iAOgIlPxLeNU31CPmIjsKrlcs4UVEJVg/KZiIUE3HcMAPmMMafiSrUakasOiuD8InTImY/lnEpRt2ibi7tDXgmZqUHoOR9yXMMdzcKQTNyB+mLVnwtdWKFSULFlgE+6EbjrHrhMM1TOXpq6kUalZgundAGLKTva1/fCyo9bKll16itRShH4gQT06Ehdz0IxzOHIn3stWWQeZEgWuRtPYY6q07wLkmIO379MRU3MHSREc1p62PyJ/I4NzOYNSmrQNV4FpBG/v3xr2etasW1ck0GIEWNo/Y9PXCyhlzrg2Ivv0jt/X1GGmUzAblaVY2gmJ69TtiUZQAMCV1Ecxm4E7d/3Ps6ltoV09A+UzAcWuJF4G4t2i4G9sR16BJmAZMFTI2mWHabH6++OamVOsm4EfX3jrB374Y1qy1ApgQYMAdRH9PywjVO0JwoSZfN0kLaFKsBN+pHb/ADPywVWyhquHtBFliy7wSewt62GOU4cZYkleW7WsZED+3scF5doBQgyAxgtJ26dxA+WNP3QHHdoDzmVkhXl7CLkHmG9viuZv674rvEMi1J1ZVcAxzfle4A/ti4jLwV0uQpHKJO/UGbW6YC4pliF9V6d9v64rB6GWNULeIUC+X0BfvCUDEAAEcpkiCOUqB8+l8cvQZaLJTOuqAmqBp5QYgkbQdTHaRHtg2oR50Fj5bMsfynt3uAbdLemDczQSpKkkKTpZZI1qP06XE9PXC3SpkJxp0KclpfSp0kNTIN7MY/DIg3HxdO+BKWWRGAAam6mSafKQqiTfTJBHcydpIw0zNAKDVSLkCmt4CiAF3kXt6WsZMNuFZQEavhJWyGCARMj/AKbY3LgGMPcphRarlyXOoKL7r8UXEdRO/TfDfh9AqrLUIY3tsRJiTETefrecMxkNGsKFJmQehnp0jmm/qPfE9XgwZFOuSV1FiLgxJB9j0xpStUWWO+gPKcRFJHXQV1gxzT0gNtY2674UNl3EGnExbV+KTMKBebT2w2o5R9DnUHUSSHO0DaRJ7QffDPg6oaV15nEie2/vHp64m7TJ8WmJeKVNRZqZA17kgH3gEgD33iMKcjQLVOgMkBiLREmTG8Tix5vg9Jg8SNQmASIInb/i+I6XB9KmNPw3aD1FwFB39zsd+9E6VFHFoTZyghVni+q8dIG8AE2AX1t747yFHXSc3LAgEXhgxEEd/f1m+CnpvOikhIA1EltUk+4AHsRF8MsnkmpoD5zy7ArUMMQhgzcdATaxBG+NJKqZzyhLoDq5XRN6jVOaQQYBIJaN+mwMR72wJw/hQjWSp0CVIJ21GAQVEmST8sF53hdfRrNQV07FABa1xEX7RO+I+EUr1oYHlGlSoA036ARJjt2OM43F0w/KlHsXcQLLISiiWUIWliRIBnYdrAWvfHFbLIyg023N+UABoIMXmOxPce+D8vzJNxPQzf8Axt7fljrJZYpRliFBbUTvABkWW99vf2xm/CA1ukVnO5qAaYLGwSxgGbnoeo/LG+D1UAgKpqQSAfhnpfod7/Qzi1HhK1FFQBZG8d+hETNon+l8IKlBEdttN7xcz2PYT+WKJpxo3D02MMi7fE1MCCCQwLQYuF67HcnpiE1l0NZhHwyNrG1jtcxiJnZUbS+5mDPxAXg9B/m2DaQWrT9ZHeNvbvP0xCS/YRod5u1Jo/mwRlDNMT/L/TGYzCZO1+S3lAlIyKxNyKZiflg3Nnb99MbxmLLs6I9s3xBRqa3b9cBcIvQv3P6jGsZjPoX2/rwNOIiVI6eYgj0tbEdMf7R669+vTGYzEodCw+pEmZUaUsP2MKq/bpqX9RjMZisDol0BZxBCWFjSPzJucT1lHkUjG9alP/xxrGYP6jnn2M6CAmpIB06YkbcpNu174KRQKlKBHOP+0n9cZjMcr+v+vYXH2iDOWqGO3/7nGqB5Ko6aT/3EfpjMZiy6RddAmTMeZFuY/riGgxDmD+4TGYzDvyTyBtb/AGQetv8Auj9MbzB5Knv/AEGMxmB+tFJfWvwC8LH3yerX9cFoPuX9KpA9tW2MxmNk7Fn+klp/7VX1Un88VmjaixFj5Yv/ANP9z9TjMZimPoOX6UScDcmswJJgWn/04npMSWkzzf2xmMwj+o58H1DPID70/wD4/wC2FfF0HnvYW8sD051FvlbGYzDwKvyCUxap+/xHGspZKZFjDbf+psZjMZ9E0f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350" name="AutoShape 6" descr="data:image/jpeg;base64,/9j/4AAQSkZJRgABAQAAAQABAAD/2wCEAAkGBxMTEhUUExIWFhUWGR4bGBgYGCAdIBsgIR4gHhwdGyEcHiggIR8mHiAiJjEiJSktLi4uGyAzODMsNygtLisBCgoKDg0OGxAQGzImICUtLzcvLy03LS0vLS01LS0tLS0tLS0tLS0tLS0tLS0tLS0tLS0tLS0tLS0tLS0tLS0tLf/AABEIANIA8AMBIgACEQEDEQH/xAAbAAACAgMBAAAAAAAAAAAAAAAEBQMGAAECB//EAEEQAAIBAgQEBAMGBQMCBQUAAAECEQMhAAQSMQUiQVEGE2FxMoGRFCNCobHwUmLB0eEVM/GSsgckcoKiFkNzwvL/xAAZAQADAQEBAAAAAAAAAAAAAAABAgMABAX/xAAvEQACAgICAQIFAwIHAAAAAAAAAQIRAyESMUEiUQQTMmFxQpGh8PEjUoGSscHh/9oADAMBAAIRAxEAPwBAELrfdgL/AKEHEKJpfS3NtceoAk27yMMeH5CqElhGqBp9xe02j+mJaXCKrlr0gHTQNS9ZFhEwzEG4tveMec+O0cjogTLN5TDSJmBaTuGBHUdPz74ny/CS1V2YkEkpJ/BPwH5n8r4e5bIgUFXmJI5z2IYAqdvUfM4A4rWAdlpNZm1GO4g9flhVL06YPAvyOTqrUFQadJBF5IjqT0Am9zcTj0Dw5VFSixq+WWpkikRcpJFjG4utp7bRitppQIxhVYQCTbmWYM+kmPQdwMbzLsqp5cKEAmemuACREapP0IxSPxEomU6H3FOC/aFAomkxTUWBB1FSZWGG9ov6YpVLLKtT7QoBqazNIiFMbEGZguPS3bFmyVUeWitqRlECZkq1l1GPiBiL269sLKPDXfWgBlLiVWZtykkT1n64oviI2kMpIX0cussajMZJIJJkfW5PSTifiOdanlhSHMoqWYxbl2F9t7X6YHzeWrm41SLRptblPT5YhHC8zUZRpg6mIlbDlETb3w7arsqo+LGnAasVKZYSqsGmJ2vYSB++uL5xHxegVitNz0Gx79sUhOG1qSFQVEiGMC/eJ6TgLKU8wLFyBuAFBv3xoTSWmauPksvGeOo9KGpuy2lhvMWAN4APeZn1x5lxfLkFmcljawE27z9cWilnc2mlVqOoRyyRT2NjJtfEeZ4xmkFRVqf7t3BpqS07k6lnefbFLTfZqvyUHMIVqsIO/wDxGNDe8/vfDri1BmaTTYkx+E3kSYwOmbqoCAFAN4amOojYjtg2ZojzFNTVphV0fCrANN5gkE+m/wA8eor4MyCUqdR80g0nzHg/EsbC8kg3kQd7Y88pfaa5UqFLUupCi5+gNsZV4Rm35NA5RYBlG1hs2M8iQHoJ4xV05ipF1kAAPqlSZuTJmwwIzKlRSpA2sBuDEz39x64M/wBEzZfUyIWi9xO3WDfbDOpwpAi6ihaw1auogCO2wxKU432DXuKJVUszSTJi59hfsMSZLiFPynRlYi7AdSSpFyelwRHUY6zHAiJdjT0k7hjy7kgAY7bw+9QakqKRYXmwG3yxlkUemC0C+IeKu7BtCiQo2vyiInqDGrrc74Cy81WhgJb3H0ABm3pthnX4FmGhKlMKqfiDTPt74NyXh5FYmsC6QQBq0EbX2JPXBeWPuC0DcPyapRnXS1/EQxuYDSoOncbxcHocAZ/OCodNgZ1AiSB6NfoOuGWZ4SQVFOqq9iWiR2sLdscf/T2hXLKG1fDpcCLmN47YDywbDyXuVfPZxWaUSL/Xbp8pj1xqnUDNe3Ufvthvl8hQCsaqMSDvqiPbpgzL5HLaSQjwIJMyQPl2sdu2DOZnJCCrnF8sAjmnpEQNvzm/tjMvnQ7aBTQsY0sxO4G3URhzU8NUpL+aWAk6VWLST1/ftgrL8KywI06Y3uJb6/vbAeVLoLyLpFlrZlVKNESASOo6kAfX8jjvQy1kNQgAksQtlARdQBJi+F32XXo0VLnofw8pJ+XL+mGuZpLXszEMiM/YNbmEEX5SL9ZxwLZzAFfOMrsWES4ZBEadUhrD5XNxqPeca0sK9ciNNSnqA3+g7bjtGOMvljVUKVYkDlMm14v1hd/YbWuZkqav5b03LSxDOeWQSZUr+CNNh/NhW6TMB/aHoGm7KpJIK/wgNB+gFj8r3wflqgzEqzgagUDC0kNPfpAYE9x0wJ9hNSsUAL0aIJZyLQxBQLeCSigz26Y5q5aQ1WkYBl2E3CxBK9DzzfcTg+DBvEsxd+jwus6iZOoKFkmBGxHvvjunxQoVkkmlVK1Ag66RJP8AKNwPQdsK8xly9MhpDPUVoncczMxvsCQfWMEZmmGLtrI1LAUi8nVf1+Kx9ffAbCPMpnlMvIE2RZv8UX998HcPoA8z6mZwCBcW7/Fad/yxV2U03RmJVFB1awQWPwz3jaCMWXK5wmDcahcCI6DePftthL9y2KUb9SGyUlAsn1v+pxoZdZnSfl//AFiJW/nMWuDa+3TEms9Hn5j574HOB2f4NeDo0F/hP5/3xycqgMlCTsN/74kq1IgT6TiLMVNIBZ4Bt+7flh9IfhjXg01JP4W/P++I6+Tpt8SE+hBP7OJ6nW/QRff02xF9rG0mYn8uwvt/XAuKEnHEkAjhOWYQKa2NwBBH0g41/pVEEnRBO8k7fXGf6iCrVAGB2EiBPpPttg2jmQ6ybTuOgPaffE/nfc5ecLtCwcKoBidJkiDJb26nHFTg2XI06AB6WwfUYKwSfiFp2/f98bqhdj+p/vhvmodTxvtCz/R8vAXRYGRc79/fHVLh9JfglQBBE7j1n++C2QwTKle+o/3xo0SB037n+3UYfkvcZwxryDmiuy6f+gHEdTIoTLLJPXb/ABiRiJjeB++h/OMSPQUQFLGdoaLdBhfmwTqxH8voXVOC0v4DPvgWvwtmmFAPckn6dsOmpVB8JG8XA9+kYg+1nUVYAkGJUnsTe1tsNzQklHyVivwOoy6WGoT0O31+d8KF4NXouSEZlgzsZBi0Az6bY9EEXsdpkyIm8nr6QcREC14B2/xf+mKL4hVQPR7lMOZUKraCKn8EdfWT03wV/pw8uSQoseUxoA/rv8sWWpTHeR9b4BrZNCDKLH4hp+k2wFO9oMYJ9CoZhqTMGXSFVVJZbpYD3I/4xYi6mtQrqtlRldh8PKpUT2BNo7gYrtQirSpec5SprFMMqaiwKygYTJgyJxJT4RXCCiKg0eYDqAYSOkiJHMdj2tOFTpWcw64s7BHamCC13nsxI6/X2xVuH1Wo+ejTzXEW1b6WHe7dOx64uWepkUl52YKJZhYRqCspA9/ybCWlllStSanVRqdZnCq5snU6WmZ9BHabiFVSWgmcL86nrVwFpsRLt+IsgCBbRC7R/NjWSVFOhwfMOoHl1MZDaQTIXckmOw98H1PtC0mmilUEkhNUQJkEEk2gSLyDa+FnDoYs6oXqKQTfVEfFHdhB9TOApPoyC8/ThJL6qksF6gg35gNrA7WhTO842cuGCKXIdgV3swW8ySdwZA2n8s4XQ1LVNJQoIXyi8FZ02BLCQBPrJJxEqN5zeYDpSdcywF21cxvpMkT0gYDcQ0Stw5WrIrTBAMnrHwkRuTYR2JwzyVBpGh4JsQxBECNhqlevSxxzTzRIXTz00BkAjUpEG4/iF+/ucQ084rukMzjqABIv3Xe5H57RjnnkbegWMqmYS+p7rJMERboY3F/qMZRzg5SdEE2PQ94kbneMYioW1EiCZsBY7agdwZj93wnq5kUqiioqw0stTdSDAI5SINvkemJr1WYsj1JI1BoXaI5u9pvYT88DV+IiZ1Ewdogtfa53uLb/AKYAkIwFRHiSEcwYbeRAmP30wDnqWptQrino6kHex1T62ufTDLk/IecvceU80bA0qimTvEgxPra0TtIwFmS2sIUkRczERHub+nXAP+quGEamgCVEjaPhOx37TBnDTIZ1apV1SCbWN4BBUibTvuel+mGbku0bm32QZY3h93Ok3JBAPcLeMHNSRQqqraJERsRF+07YDzSFGSoSWC7gLDiSATcXtv6bb4LUh2JXUFsQZsT6ybdv+MQcgI39h+81h2aw/hMRMHb1O0Y7q5hegm/7jE5cq4BMbG3aYMaZ/fTCvibMuxjUbR1vA3w+ObfbGbZBmg+klFCK1iZki/abDfYY2K+lm5lJ94tESJkkAj6AxgdcpUanVpsAXghSWKyZkgEWjpNv1wvymVC1VTMKxflBIujKYMgRFrqR1jDp8rtiyt9jyvnRT/29VSoykysGexIn12G5BwH9uqagt1QgX2CEi0wAILRcbBsc8Qy4ZQ9FQKfJAFmFrEExCxchuvTEXCeI11VT5ZAYiGYEbTc6usQInpjKPpuhRrTZ2pWgPpaJESbfiFiP1nEDU60DSzAtpMwCsTBnsAOu/fAAzzGsUWddQ7AiwFz1Mki4APyGO+IsuoVS7ASssrNIIB1fDtPY/phlGSQA6k0ITp+8EIRFzbci9rER7Ygq50aFhQpIYXnfcxNp6DG+GlNoYHVLOw1TI2DdRpAtvfEupSjI88x5TEFew9zHSbDC2lKmYHOYAAUQFIAGoTMA2P57fniVc0rXDRUsJIk7QFifQC8dPXAnEUBUioQrajAJnYyQukagRIie/tiP7TT0KHfSH6bQQZt2Ik79cUcfCMV/O1oCxzBiJB/CFk/T19cWPg1WtAFTdiTJgMyKYUQLm5+I98L8tlH1IwQN940EMDyuACrdQwIIgjf64dU0pUiG0EVGXTJF1BIMOb31H2OKzfpryMw3y/MpGQS5X1mYO1pBIPSfywtyfDWdQGQKJDIGjTIgWsOYrNiBfDTK1kLqaY1WklbEmCOb09+5645SSVp1gVVi3LJNjcS3oTvOOb5k4aQE6Bslknp0kovUUBYMi5uZKxF1NwNoxJnKiLzLQZhOpnC8wIsGBkRy9e1r47z3DTKhKpDqNOogNIBtIkEmeo3jEpoVgs+crgAhoEHVPv32GNPJaT8/sGyLIZKkKmtA8sCSC3KdV59/6H6ELVZWZTCJMRF9UarH+GLRf6YiyJJJcPpTTBBgkkEyT1BFvpgnM1GZ2XUBp+IMhH1aQIIPQHCKUmwWBpkmChqYVW/HoFyesQIM+04GSqhYFZ1DpqhZG5v0mbD5+h1Gl5TNfUpEyF/mufa8yPc4DqZSjzHy2kHcrJO3T2MSOsxgr7hTJ8xmqUgBSbXYGBM3kGB/XC7jNJqukIXZTBiRNIze943uRa0GcHeUWU6llImmQhkwSTY+hBt/jETZLMsSsptymPiF9V4lWEQJw0fSw2S1cvWAMU2B5SSrKVqkC5gkwflJvbGshWViqsqsdRF7yYuZBjmB297YnqP5YVyfgUAlRcyNpm5LCNu2FlLJqykKpWoAYcQSSTKyBMkdbg9e2CnaMdVmV2KLT1KgDAAXiOkQReZkmJ9xg/M0EqUwyhQRGzXGm2rlE2tY+mEGSBUioK5BLBGV4Omd4nYsekdcPsio8okKZDEldXazFNMvNj63ws/S+wMlK1AgYBXffUJAtfVc82229x84qNB2lmG5gzIE7jfmG0XFsTPQptqHmHmAnsyxF4tMdvXbHWWrFSumrK3AjoBygc0kg2vO/viLdI2iWtlm0AlrgQINz89jJ6RaBjM1RY0zMOBBkW0kTNiJ/Yxuvw81AAHKljvJHqGjvNtum+FxNWk5Yyyzokm4JMAsLgj0EG8+2jFvYbCFqMeYMwIsZm8dQCCZvuI/LHGa5ksFdABI0giSxEx774H4nxIoyRS06YBDAiIazfXt07jDMvUktF/4rgGCBcSRO17euC8bi78AKnnOJGmGAYpqUEq1puZAtsQO4wrzPiZgqaWBIk3BG/y/IDFtz81Z5aSssai4DgzcaQQY+I2I6/Wq5zwWr1KjU6p03KsiXVr6RoXptcQL26Y7cDx16tGSQG2ces71VpsXUAyLAHeVkzsP16Yb5bNsgYoKauxMob2IuBczMCQex3wpq5KpTUpVqeZJA1EFZAufWN7YFrcKrsqVKZQJMQDp/Wxlbj59jjp4xYaRYKnHKfmLrADpyqEJI3uDAtuYgnEmX4qvmAgadQCEjm6aSwj0AHe31ScGoUnqfeOyMQdMMPi2A2/5xJkVSnX8t2gqBLTEN1EweWOvtIxF4UtIWi0hQxaEBtB1CRA9SoaRH+cafLmrRAplkeNYUMYNjsfUi04FqliD5JpuuqQbg3H4tJiQe20W3xpuI1Fy6uvlswPMVJsAeaLBuskdMLwnHaB0GZRBS8xaZl3e6xB3JJ9ZO0YzP5pldAo8wnoebrAklgLmLD6GMSLm45FYOwudW5JH4SAAJvfBlQpVprKLNPTUIEghjcaokz3B/pji51K2ays8UaopC6TSLmAQQYvEnS0fUdMP1q1HVAxA0AqWInWdtQAEi0E+5HTC/iGTXNPry7MKlMEQymGuSoB1CAWm/r7Y1Sy70kP2kwFqliQ0/Gh0gSLiRN+qjFpNSSr9jFgydNnZDpAen3PRlMjrMMBhLU4izmpTSmSSSatSeUEKQBbvEbDbFlTLowDOUMgQP5gJMHrttHfCHh2Zp0Wqt5a876dIHPsTzGb7Axve2Jwbp3sKR1kszUegAoA0qNRKxPy3Jvc9Zwbl82Kk06hAjSdM6jHUMGEg7HfrvgLMcVBrilQpaZlNRgFWNyY6DHHB83zNU0zUIVZAncx3v72t7YpJNLlQOh0KbzMhl3DAx1HUfuOuMCjVzrq1AHUqwAT3M3Ijf29MaesVlbi9mAGkGD3tAMCI6z7QHNkqqgojsxJWQRY3kwOoIt1YYnT/AHDYPT4modKTklQZUmQWG5HbttvvbDipCuIZV1fhnrA/+Xp6YX5pyVF9OoALIM6TuNt52j/gPKwtSGYOl2p6TJO3cfFbvjcVKNs1jbjeWDUlJDFgDp026TEbD0n2xTMm7hnXQVdVly0IACYBIME2G3WRi4rxgUVAcW2kmWB6agPTr0wj4zS1Vg1NpNQDV5hZxC/CFvyrJMx9N8Wh1xG5aCqfCKJRpLA1KcequCGLidiGA37D58ZLK0yQDWKsdXrZiSNQuvTeLwffEK54odVQiWEqn4piDBUkaZtudrY07o2uoH0M8E21MvLsv8MydvliVTv8Ct7C8/wmqVCO4CRrfyoWCLaRtYlhf3ttiDK09RFNU8uWMEttGmCuo9wDEmSOuIKGbr0ipdnNM2Ey0gTPwgnbb0wZnqjVUptCIqkEGIIDEBL7aSTcEW+sNxk3swwrs1eqQroCmkXVrn8QmRsYiJFzgHjhqCUZSRa6tI6QCImx/URe2Ac1nqlMINIQq0uzEzqMiTG4sN/TEef4lXprqrqFpODoZSurf/ta1j74ChJyejDjJZggeXLKVsCZgkG6wRJt3FonEuRzIr03C6dcMbGJYyO/WO3+azl8+PM56z/CWBW5+IxOoxMAAjaTgzhOcIFbSgGp2gidVjuIv1Fgf1GHeNWqMG5MsFUFmPmAMRoGkdzYSWABBE3HpjBxAJRTzNIkcwaJpjUVBiZgwO4+WI+DcWaqyKy8ygyCY1KVP8NjZp67TvJxg4fRWpVq02H3gllJDWAHLNxboCR2wsqfd2YQeJ8qkrXVqjBnXVTTZRs8RF4vvB6RAGOuC8UDTSVAaYBJFSnB0ieZjFoki0xI2ucPHSmpUJQT7xQNQN7SSGvy7kxeb9sZxGmryzF6dUDTSYbSLmdPxBrSJOKOdRSn+5nXkrPEOH5WsS+UqAukEU2uCCNgSdwehg/TAHEMjX0LUNIQgAcKDzXGoyLAgnv+QxM3B6jsayKqq128sw0hgIt37bTFrYbcO4hoZ1FRFBGmCCeaI0uDBkiQehmemOiWVpXHddhsp5zQClASFJn4pE3uJ+GOvfBPCKzISHkpp31G3cAR164649wfRNUUiEbby+ZVvEta0xsY37YEytKVD0XcaSRUWoIvvyxv17HF7jKNoNJou48I5gEkOGhBoEWkfhIsfY4K4fRzdBgHoFgTpZrTcSCIMsoJ2PriSqr5XMOSXanUXTS3bSZUTI2gSSOw33w6yTOXYVHeUlYiEbaGGofoYEwScePKc2t00J4EPDuPmr/tANqJAkBTI3O5EiNgSfzxt+JFmKtQZ1DHWWQ9JCxYAdp3/q0pN5VZVekieZqlk2a3L1lfUAHBOVqCo7o5LMpmVuoBMrB3BggfL3xnNR9SRqFi53zzUWgKycrAGosrbrJJZfiIAJ6HAtDgOrUEzA0hhpK9QFtqGxMnexOmZvhrxXgtRtPlvo0kXIDAXNx6wT6+t8LK3/lq0JULjQquoGtl0izaRYCDPT4sWjNP6GEkXg7in5lVjUBRizqOZAQeaN2sSI7YGXKUWVWFYPpIcOFKggiIqJ0ZdwbHcYP1NmNLVUPlqJCgHmJmGIPwkQcCZ41qH3i6lFYBYcSTfeLxYm29sZSk1t7/AIC2EUeGM1NoaaerUQH1BrAnbeD8+nTAmRy7Es5qSgBUBob4zICsDMW6+nriGpmzSRHVmVaZbUgPMVbYRMWYyT+mB/txak+gqaShSzIuliSSebVvc7jrPTFHyaFGejW4dHOtKI8xSdt+5HY+nXe+CP8AUgjuTpUBtzaNQue8H0xTWr1ZOmqFBsQBaJm25JnsMOOE5tajv5rByEBQEgSwIAB+QvO+r1ws8H30aiw8TqrTQ1joExraJBEXkjcW6j9cV/N5pqYGhGCt8MLJgxyx+Jfcdu2GHGeJUqlFWDaWU6gq2lgI0ne8WBxNxPMFqYqSqqukMjNM331abPc7YaMePgyBshwoyalVObUpAJ/CTzCIFr7Sdu5wXxLgTkHyqwYWLM0kqNMKBE6hvb1+eFFThmnNBCXaG7GIJhoNoAUz2t1xb8pIZxrmmmmNRupIJK6jM2gx0kYEpSiw+BdwXM/fFWMAKFUbq09bbG2xuL43xjiDISKdJSpXU3cNcSvrF/rjeTyitUapSdQQzKwiQ0/i3G5v+WN55hp8wnkpSKgCx2JLAySpAiR6dJgJOTB0J65pqAaihqbgMWLdSSIYXJI3mN5F+hWfhNa1KOqmCsSQ6SbjlgMqjT0npvEYDoLl6LV1WkW80ctPWuk7htMAwwMD1kEY64f4kRXXzWCSv3jMpZSyyNCkASep+eNKEn4CR8QoCiVehTYUyskrzAKRIYTLRB9IiJwFleIr5J01gIOlQSQH1TqZREiJG3LbBa1Yqg0WpxUPljSOUgGVplfiRtNouCNu2Kz4m4U1HUCbaxAn4QSSZIAjcW9sPBKTqQOy38DrgOqtUhpUAgXIFjBWLHvGx+eOc3lFoh2qlQlVmalUpkgg9mEe3QxBwsrcEzCal5R5VVT5mkktuVqIFmZAhk9JudyfD2aXyaorqGU1tShiXQP6SCwQkmd4jph6SV9hOcpSK+W8EJOqLG0QbyCY1Dafiwfw7Pir5lKF8xTqplxI2PpIsSJG2rFZ8QoUzX3fmAoskAxED4lKgAj1/TbEvhniTCpOoNuNJN7jlI63MfMHAlCXGwUNOIO1AKA9NUiaigglTu0ib83WZwk4lw1cyFalV8tg8EFiJjrqmZ3iTFumLPVoKW10+R5ACk6Q0jb0NuvcxcRjjJ0Xy50eUul3GsGNQWQAOWB1mYG57YnBpPktMy1sBy5H2Y1KNNnFMlGBgVRZZg3kENt3jfCynnkq5n7hSTVXVpABDdLmAQwO8x17ybUuWTztSUWUMdTCV0sAJDMp9to7HcYQ+JqaJVqaaZ17oSpnmBBBbf8AivfYYeMo8qCXNs9pYppNtx2B63mR0tiXh/EdYU6bEkH+Ujoe2KoviMGoXI0iIE/ERO5iwncC9wMS5XjFNKhJB0TAMwApF7ab3BPTHOsDTqhdj/i+QFULDstz8I3PrEHsJxBwinTpkrTHKYU0yIKEDY7kkzM3Ft8L38R6XDKR5IF1iT8P1BB72wfkeNLmEpvTI0szTK3BANj26XxpwfGn0bYbls1oEEu0bzdh36CQN4A+WBc9RlhqrHa1jy2uTp9P6YFq1a5qHyzJ1CzQAALsNpk7X/KJwiz2azCvVpsG+zEAJUdiCkwzKYkt1EG8KLxuuLG/0sxZeEZh2Z3puNKDSJAJ+Rnab3Hpgji7BhorkFWBhhYgwflIH7vivZLP0GpooqKHUKQUO5Q8pdSOo79cMa3AWalVFRqlWowJViwUjYhUtpUnvGGWP1XIwqyObySHTVDuVMAwSJBPMIM/l3743NKsA+WACI0tJILixi/qOvptii1M01KoVWVdSZ1XI76gRY/L6Y22eKFRuGBJCEdpMRsfT3x6HyW+mPxZeU4Qr5Zap0oxXUiAQN5BY/ObQBbsMV7i+U8uh5tPToZQYaNXMensbYU5vxDUq0xSVitJRERBIF+b99MLvthf7uTomxiY36D3Fpw8cL8jKDG+Wzr0wtSNScuoL1JEgCfS+CKvF3raX81QAwK05I0kXDMCCDe3XbscVxXKJ8I7kSfb8p/XBeoNTkByJjUFMSegj5emKvGuwuNHo+W4zNQKa0kQz1UXUIvy7QL+1pw0zPEvKp0apcVRU+J9AUHeCVHUCB8sebcDzLUNekWsGFzO4g+sE3x6lSzNBqNJiFGlBaQVW0kHpjz82OMSbJMpnaGhSzAeXYEP/HvqAtJI2Ox2xRcxxTMZbN13rKVR1IG7JUW0IJ6gE3sfitBxaKVKoc5UT7Mr5ZkEkgDcSYn4r7rfbod0q8SVvMUZcVstSYalYWUDvEwZ72t7nBg+K9zJlXyNFqxLtSmiCFOkgvtdlBN/le0YtvDKTpT8lHWorVA9N9JJR121obhSE36SbYE4zlRQryqa6NZ/MCeWylYAdlUAFTymbdjYQTgri3iJaNM1qdFH5dK1gZKv0WqLFToMgzuek3rK5VxGa8IrWbqharVGo6QINUUW5A0ytmXlJIkr7xiw5bxVlaoRqtJy7kjzNAOktKAmJ6ggDsMI241QenV0CatQKSlQSrWWxMgE8zR1EeuCuA52gZU5UUKqpNiSrCdRUCwF7x3M4E/puS6A+tls4QtVGem0hdlYDUC2xZhsACJgbAm/ZLxPOnLVjpU0xVqsKzCCF1HUjLpNpW8xFrzgvMeIFZHQCojupJZRzJP4lUkbdADPvinPmzRqlHrrUKhgrsCNQuwDAzETAnbYWg4TClJM0dl34zwYVdHl1oqqFh/hU22JFuaVt/fA+ZyNPykJ0pWsREgWIZhB/DBnv12GKynF9OoVpNF1BplLqjAyWWbypgiY6gmww/pZusaTEMMzTkQ6KJTUsHWCZgTYgHrIGBKElpsFBnEsv59Ur5qKS/IwBMKRzAmQDJIxx5SHTRruWqWBqaQZGr4lYTNrCRI7YF4JWUV8vRcMrmHUzysuifmNwb79cMON0qYqqtRHQVSRrEae5N9p+eIJT+lgFvFKL0qlCsdT0KbDQ2q24+M72IsTbp1xF4i11mpmrVZaakmr5Q+FCSRyxLRYWvHfDPLcTWkjqPLemswqmdQBC6gRswJGpSOs22wmzeeaq+qmqhdUaQZJmNUqBEHqAZxVJxaa8BToC8P5motZQ1E1VdYHLcReQWIGn3+RxZU4eG86B8QGmmVAgi+99ybHYY3SyQoZlKlMk06srB3UsLX9wPriAF6lRnDGmFUojTfUSJJB/mC2Pb1wHNTfKIt30DVMnlnoB6dTUfNQalablguk9on5YMr8EpIKaJVdUqEL5kBgWHwbQBJBE94E4U+IPD9OnR+6VwWYamEkswndV732FsN6FZ/sWXUU1LQisrbRMN25j+pwckqprdsP4E9HK5uj5havrp0m5tYswFjJJJ2MD5YaLWVQWWpSY+XyqWnYCD3uDEbwfliSvkPPrMKmrygDFOSZeWl0JFxG3W2w61QeG6VUqadR0qFwFtMHcdgYBnpbAi1NtSdfhG77G2YqKmiqUJSqsCosbtYAgyRe25sIw3za161LXkq5VwRp1MQpK7gjYT1BG+DOHcFWlSXLswqKrSSyjfVq22FzgDwpwdsp56s+slrCbKLwfmp39MZS8+38mso/iGg1etWzFZRTZoBW/wAaooYfW8zsRh1kMutHyUFJdGbVeYtzLqAVgCReTcL63w88acOV8vUamwDoNToIJcgQCb2YLsetuwxU+G8HFfKrmDX86spUBSf9lQeUANY3j8MH1Ez0qfKCb0uq/wCB7tbLJkPClNMzQq05dObWGHwnSwvay+/5zip+JOCrlCzI40Mx0gkSLkgQLkepw04Lx7MCqftGdUoXhlYDVEWaAoAWSJPphf41z4zMstlTVJBIDibMVm39jgYnlWWpPRlaa2V2vxAOIAgHeD12OGfD+LolHykoRUJH3gcydgQVMg6vSL/TCvilFkdVbcU1jkKSItIN59Tvibw3q+1UNBAfzF0kjUNU8siR1jqMelwjJHZGEWix0eN+QzCvlWNWQTrOkqbEGCszsb/phhl/G9HUxqZJWDKFIDgC0xbRA327ycPaPDMwrBlfKVH1FlmlUJOlUpwrajqiUMyTqEzIbFB8VVvvQnm06gpDQPKUqoixiQNRJvquO1ows/hsb7QfkQLfS/8AEKipDDKuGAi1Tp1tEYx0SrTGfyo+ylmKVBp1Bx3IQgfF3tYz6+alseleCs7UOWpJTYBabsawamHgEswMSCdokbY582KEI2iOWEYxtD7gvGWr+XUagGGpoY2AIBWVLDcGVm0ht+gG4r4NpnVopwrAsXPxKZkSAwmPbYAdsHcR8Q0aNOCio5OsLsrXGq8QG0mdJ3jfc4D4QiV0aXepRqkQCWBRjJImfblkjtYwOBP5fqXRz3R5zxThmZoUxUFI1KMGW06gomBJWO1iQMEeGOJinUph6RFRLP5hjUHESAd+VgQOoWcXGllquSzBp03NQVELUYN2gjXS0mUFrzHcGDEsPD/G8tmydVEKUphiGQfAoICncQkn8sXnmXHate49qtoo3iOjU8w5ihUBokAhpgAMBywxmZvAsOgEYiy2fMh6g+6JC1acCfhIDqekGR9Pk68RZLK0csUp5ymXWSKVYXJ6gKACJ9R8xvio8PfzqyUp8sudOksNJHdC9pmIB36YpjXKG+v+jJNosHF/DCimKuUqkpWA0oV+EhTIYg6RrjfoR62E4V4kr5bLBPJ+JpqO29yIBUfCAO/WdrYta8W0VaVBkJC5cI5Nwai6Qs3jpYzfVGNcfq0zpqCgSzNFSNL72h16X2ItiEMkvpmr+4OXhgdCmaq5d9elEYtKkSoIPJ1iSAb98WurUbRz01dFAKFYJUiQbe0GNsVtcrl6gpvRq1KbkLJosABF+aTdb9ZF/cYK/wBCailVhUUszF0q05UxIPMEGnT8UwIuNrYm1fT2ILuK5DM5Wl5aotfzZ0lQZKkcykC/wjpO/oMI8yPJ8tqWpWjdjquf4toPTaIvixUeIVqJQ1tNU0yCzEDkO8odyCOoj4iOuIPH3AlBGYpArqJNWm2ym51A7iTYj+YRGKQmnLjL+4ypsaasy0MaI8rsWGu/wlSux2kHb8sKfE1epSoOHfUWdUBIlhK3FoHSQ3r3wTm+ICvVXLozIodlepSYDUqLOmwsSYgjoDifOUA5FN+cGy6zdytz8wL29cQguDTr/QmtMrnBfHtZW0VKbVIWCbA9CGa0TFp9fq78ReIFd6S0HHmKQ0i+mQCB67zbthXks+lCvUp1KdM6IgaSakEgqoaIPcCOo7YG4pVpmp9opAo6MusT2O4ttaDH6G/RLHGU+XGtDtK+h1wqvnKb12XK1HNTQ+l4UySIJJIuF1AxcaRgWrxX7PXNc0zoFRgACIDkkDWRYXJkx0w6zXGTXfVlah5ZgxZyBsQRdZ/wcVXPZ9aJrf8Al6ZGYbVpYTp3BBBAIlrx6274njVytrfsBbezrMeKvtAdSj6lJBYEaQCZAPMZ51F47/OzZesPO1q7PNFQyiLHTA5iZ1C5I7n5YQ+HeG1RSqpNNKjEOQwlqamxqAC5n/1WIFr4zgWebzjQDKrGlY7ztPzBv7YfLGMvo8DSSrRniwq9NaqVxVBOkkRymOoB5SdogbYV+APECUq/2fMUEcMw01gnPTPQkxJSY323uMC8Wqo7mhUUU6yDQGQQJgQRp2n5DHfhurTyxq1DL1xT0OoMhtUExIiIEHecX4L5Li9+3j8MeKqLsu/ih1rUClOklMLVIaQFJCmQogTq2aDH5483o8ZAqAKkhSukneQbG/y37Ysg8QGoV1hXqsFWGBiUBh9okgxe+wwgz9ELV8wAB1kkD8j2wPhYPGnGQI1ewfimbapmdddjUMrrOxKiJFtrTg7ifDcmsNSzYcSFKBbmCQzSTZTEiV/Eo9cI8rRYZjVURry0KAd9rSAPnGDM/nmOkFLWEmLfIY71LjSR0qdUkOvDOTR1QnO+S1yV1REOsQCNMlQxuZnR0xrhuQoPXNM1AaILS4IlVVtIaWAUgiGt+GTbbAlHh4qU00QGLMLiCYUmRbabe+HvDfCrJGoUagYFTqA5SfhMkSL9RfCS+JjFbA86XYJxHgSUqD1DWVmAp6dIWGZoLp3lQQRa4lvTF78JU6S5XL1lGl0pzWAW7o2ogkKJMHbrYjCfJcHyvnrRqZRQ5p6gGsNYmVLKLoZkMwjYRNsMeFcRelmVytZFp6kBohTykSZT3AiPY9xjkzZllXFIlly8loX1uK0OIxTXUqSRcCfiEH0lZPvGC1oHhqLTNcgzq1ACL2KtPSwE2+IdjhF4wUZHMIfL1Uajaok2H4wAO0giN9sGZzM5erXq0arzTogMrM9vLZVYjUTJAm3UX7nEnj/2+xLjr7DJeLlfvWSij0SzyG8xRKyzhjdSwYR3+d7BkBQeiSQmlk59KkSN2W173BHvjzGnwl6Ao1gyspIBCkmVexltiBYAGIMxizZvLZulTHlvOXehLFhr8tzJJRhdRMHqo7YjlwLklFhr2En/AIh1lqmjTydPzVRWcmCxUJIZdRvEXZWuLDrir0MxqoFhSLqp5iTZYGq3/tB9/fHpvA8/59F6DVh5zppVitoIEgHeDHymwtGPOOIZV0XTSWELc9NjqUMOXUIM7dSPXHZgnF+iuiuOpaD8xxekaFMU3c1GYhtRIgbBie5tO9xPTB9BazK9TSahFwWvMCWk9Z+tsV6pwp8vTSo6jmYhYuPUj99Rhjw3xBUVlRyfKDMWFrlgohv5QQTbvhpQ/wAorh7BuR4wNfmimyheWpTBJGk7aRuLnVh1maFQVRTpoQrHUCwggRzajaw2tcz64VktpIVYDETbcDaDEzH5fTD37Waa02aoTGldJMxaBNpYex6+loT90iY7z/BV+y1aMqWAlCQSRpXlHf4RBG8Tjy3L8YreX9nq8wIBQk3QyIM/wkbi/Q+/queyy1mQmqacutSmVNzE2gj+Ej9zjy3xHwitkqqq+moai6gVkiJ2AMQQe2HwRXQ2Peiy+FODD7PSrEk16rEqZgKJIIPeRMztNtsNfFnD0qZWSfLqIdVNxurDcSO4B7fUYrzcUqZTMZamWBSlJZdidYaZ9pti3cTqgrAGtSxa0XEXn5dcc2VyU1Ik7tMoWXVkqnMVWNRayRrKxDgiD9AV/wDdjviubqUWlRZxqB0iJ08wabER0Prh7K/ZGIVm8yUCxOksSAG6CLT/AJwi4zxRalKjQDnzA4p1yogrp5Sy+8j6HFotyldfZ/gorbHWXpsrItNFXy0Uv0m417fi3ntvhXxPM067VKi0m5DodpsYER8h16zfYYBenUy2ZI88B5LAs3+50Ia+59ex7YQ8Xy7+Zs4p1XLKtzuew3O2HxYk5XZowt9l48M8TWrmlEWZSjGQQEAuDNtMx+zhpxPRXzJWiaRbSdRG9ja4Bv3GPNaCFBWpyAogNIg7mwnaYv12HeX/AAXgWapvRq015mCPSvZ9RA0k9LNcHpgZMEYy5p0aWNe4FxLLpTzJWqdOq7EiZGmIFuot88AfbqS19WghAI1BSZ9/pi7+KOEHO0PtKRTFGiWOq51qX1U+0qQVJ9cUTgrZiuSioGVFLMdtKjf39sWxNSi231p/YeC9OzmlnCRqYmNQggdD/bFhYhgzqyuSoGqBNgb9On54Q18ky02sSBAsPc7e364k4LmUohncnmRoFzNxt2B7++HnG1cQyVq0GZLLjzAuoAXkkG9vrggZQEgNF2sAPivFtiRhTwkvmaukGTsOg9z8pxYsxQGVy1QONdSqyinBjRpE6jPr0Avy3ws7i68iOLugvM5pqFSii+UnlLUWbsCHsSZJBMMegueuLT4KFH7NXOour1HZ9QuBoHLckkAC04oPhvIVc1pFT4R5rCTBaChI2sJaJE9bWwb9kzGX0ggrSeojaNUSTspI94O35YhKFem9/wDpmvBaOA8ZzC0VTN5eo+Y0sNQChtAgi4J5ok9pUdcc8c4fTrMmZNV1pBG5puhOnSRJNiAfaMA+GfFH2is71YHlqYC9RJMiTciw6C4xYs3xLK5lBSDctRgGF0ME3+IXnsO+JSi4zt6EadiTj7+ai03QVBTB8uszbjqCf4xEX9DifLcGy2dyaB6eipVIIZgquCoAYrBNrGxvHS+Ac9w+tQ15eGegxfyagYEKLKBUJvqVtIv/AHht4VyxoUvKLK1TUCBJjQ4EMQbi6uTjZXUU4s210VClmauUZ6Smp5B1iWXcAwdMwIMWMEXxe/CHEVXKCpXKqiiNjAXpqtGxuRbqcC+MKdWrlq1LytWn4H1Qy9ZNiCvSxE+4xzk+M/ZctRNWm9tFNlK8vwwxkWIPrOx2wk5c0mluw3ZBneHZdappIR5oonyEB0moykkHVME2iZ64oOdzxq1NbEAltTWuG6xfv/Ww2wHxsxXqaahZVqt5ZBNlto0zcFRA+Q7YXZmsxYsTLzJMbsSWY/U478WCt2dWNcR9U4kXtuSQJ6dhc7SB+XpgnLU3qOwZSw/EYMrJmWiYBvv3wB4fqoKgSsQKfxAkWBDCOm0MbemLLxXhj5QuabkUqzlk0Ncp6kbAA2B74XI1F8Sclslq5Fvu1pHUVXn9QGJB9TeNrX6YjTh7Dndp0n4TMgMGuD6elt8B5NDLzMGIW6zJP06mIO+HXFOEtTCBdUqCWPVVIsLGDuQYmIGIvppMm409jOoiZh6ajSAKSkBiQSCNJVWBEHe/QgYSeIOKrmcs1KoGFfK1Yl7Mycw1H3tqHeCNxgvhNKnWBotaVLUnBhlZDLJMzYgNFpBnrZbxbVWOpiCsQWIUOVWxk7kG2+xOGUkjJUwjiHhpjUSq9RWqs4ZxELpIjSLzYenywZwd34fQ8qsvmGmrPSZZh1/huJBDG/SCMPsqNdCi9RtRKBmaAJ5ZmwA6/lhfS4ga2Xo1rUy0os3F2A0gGNyBbcRviUnKql0DbVEVHxBl6tIjzDSZwV0sDIaLEQLxvOA6iZfM0QtEytFgdUEFng6tQIBvNz3JxvxtkmCUSty7QJjpzGO218C8AqpSqtSDK5IDMw2mSN+p2BPpffC8fRcQcdaBuOZrK1adbzCq1aL6hrAlrTCwbqW5Tewm22Enhfi6VM15lXQuhZUKsCdt/QWvgzxJwXSzsqJpgmxAkhZI7z7d/XFLo0CJLWVokjtINvXa3rjtwQhKGi8IpotPG6mXzVYnLg+YzQRFnZjEp6Tb88Xrg6VKVGpl69bQaVgUOmEYAgK25gkRt0EbY8z8J1TTzKVFQNoYwGJ06tJ0yR69u2Lj4fzNbiFXMLXqAsgVk0qsISYsYJiwtOI/E43VeF+4mSLS14LDlOKitl6ipSHmUnXRRBjzFkHUQQBzAlovG+EJyzZzPirlafkiiQMwzcq1L3QhSQxIB9wb9MJPF3EKJqg0QVhCuoW5lLARHcde2KvS43mKasi1WCltRWbE23G2wGNg+Fai3HV+/wDJoQb2j1unw3KfaATTCioXC0yOViQhFSOlpWB3m2KR4p4G1JwfL0ggrqg6RFgAT2A/d8EZzOutQVFIIpOAlMmQoqS0XvMR7T2GJ+LeIKtWiq1suVoq8BwbgzbUIFgLHab7HdMUMmOad2BKSYj4TTYZmiEBEuo5SVkE7T03i2LNx8ZfzHSpVQVBqUNqLBYAIDD8MzAaN97zhNwZwxZKiQ6sQkdChVjf+YOP+nCniWSYVGRj8TSx9ZMz7f5x0yjznt1SGat7DOFeJKlI/dwQilVJHw6ypax3uOvfFpWlVr5akxravLOpSszUhjAYHqOmKBUowsLGox+Zi31+mLTw7L52gcvJXy+aqF1wGVYlSIBmDbfeemGyxVWtBkl4GHhPh1Km1RHn72mBqiNLA3UXmDP5XxZs/lqdSjU85ENSnFJTTA1IP/tkXJHci1ge1+MqgaoWpFfs9RCS7dKkxC9e89D8sVrjIrZLNpmawJVng6GhCACFZrbgGDqHeMcjTnL7kknJ/c5/0/NVcu9WnWIqGpzMD8TTDq/Sxg7QcTZzi1HMVskFiiywzxHK12KiLkSDc25h3OCvHFZ8slM0FQLVmSCAD1AK7MfxB97EdcUzhrmpUZRpl9gblj2Xriii5R5Mbjas9DzPiJq5zDomvL010mmPifY6wQZBB6GLeuG2W4iK1JlWn5i/iUkXWNoHUg7DvvJGKb4XytSj57bAiGEdBqgj11Aj5/Tl69OnUZaFWpTYoad4iSsQxVp3iGiQY3iMReJN8UZQvoVeIOCtl1NSk80WZivlkwAQQEa+6mBOxkd8I5LLBEnYRvPaw269cNkpH7zLkkE09TExZh95HboonAXD6TmdMklhpj1B37RAn0x3J0tl/BLwzJl3KQCfkdhqO/t88WzxFU8xKdalSqCmgKmSSqrK6RawJIIPoFxUgreYtOkVNQn4h0gbz0tJnf22w+4X4iGXoulUhkqq6raZYWPWNJ2+fpiGSDclKibTu0a4dmqSkEEtziA0bEwDAJiCflOL3msyZYoNWkrqA6L6npPbeJx5bwvJLmGcK+llEqIu/YAiw6SSfrGHVHNV8ozAtpJVTokMrgj8YuDY7+ntgTS6XYslbosopZfzGCFkJVn0kQQ224uZEj2wVw7IikCWCOpUsQwm6xO+8d+l8JuGpUqstRXIJAQkRa9lYfIGfQe2GVTirKBlsyrAEEB1IJFyJ/pHb3xyTT5d6J7sr1PxDUWilA0t1ZQWPKBBkMYtBH0xX+DcGzDim9R2NFKkgI0gMY5hG0mLx9MWepkBVBJ30kBlvE26Rt6YkyvDmoElebUEDA22F/a8xPpjsUqTrs7Plvwjjjr1KoopmKepUqko86fMBUi4Fwwm8Dp1uMA8PoKKzEyQyAAACAJ5oPczYzjusKq1UdoddQOx3EbdjA29ScE5Uyod6YH4W3EDqRbvHpOJu0hXB+RZxfJ1KbmKZdXOou7TqlZstjMX9bYX0crTfVTIhaulZAB0Np1IwPTpIPRmE3tdc7lWfkck0zswmBO3sQdP0Pc4S57hSsoLEymw2Mifz9vTD48qpBikUSrqos1PuwM/19oJ+uG/g7i7UMyrFoSodDHaR0J9jsfXFjHBFrXZZcXJOwO/adJj5HpiDNcOAClkFmILEATEDYdDtf574s80JJxYyipaBPHGZURRCjzFYlm0qVKm4BmQWn+vfCGjVVKiOVVSpVjpEau4jaItEDrixVOEgqsqoQGBJCkDtvcfI4V5rLv8QckCY+7LAxsOYRe/9JxsUopcUZQ46Qw4bwtWLoXI062B5dxpA1TcRpmR64W8UNRnrzU1JOkopMCXC7G0xPzGGuZqTq+7RoQMxPKCpjVOkj+IfM41l8utRmKAjWQz6iGW9yRBEC5veN5gYXlXqZLa2zhy1GmXCiQyjVe5NMMSIBsJQD23w34zWy5yFCozgOKQKx+JjAKx3JBJwD4ioNUohUeAoUsRcGyrKk3gEHe/6YWUA2imVCFqQ0izsRzWYaFImTERNveFiuaT82LxszwrwZM1XIckIBrMC7RYDoep+mHfjBqgrC4dEEIpM6TIBk7kxBv2wg4tkW2cFyVWytBBNhYgmJO0YsnDcrQp5RadRi+lS5ABkMfwmNoU/P54OV9S/gMl0FeBs2wy70dGspqYQbxvyiLibe5A9nPHWpZzIO6EN907JqldBH4iNxF/piJ8svkGply/wBkYE6l0jSwAHWBJEXxX+F0/ujQDMFcQDO8wdPoCfbcYhabcvuGOPlspYpVdSITOpoUk6gL9CDcXJgevW2HfAqFSjnKQenoKkEkqoIDAwe4mxiZvfBL8OE6ZKOO3pf09sJczwyqpEnUekHe/xGdh/nbHXyU1RaUGz0PiHEKYqahK1NChTM9dSwNgQWM98Vg8FYuxKkc17jqSZHyGIVZxUSo/N5kCSLhtoP8AfqL4dMhKPeIAiLwF2ifQxHTTbHLTx+SaXEE4jwskNV1amNIo07kxCkgfy272wnz5ahQemJWq5XzCO0GRbptPcn2w/wCE03FIrBao+plubCBpJtYk3HYX7YWZyl8elC4MFfnp0/kPr8sPBtOmL5oq2thIE89j3I7e07+wxZOD8VFJTRqU1ZYJUsLCRBNxAnaf7nEbUiAy6FUqJMEzAPNY+pEd4OE7K5kgtzGOu9ztjpdTWxmrRYPCxa6KsaiwWInbad42k9pw34zkGQJ5iAOgIlPxLeNU31CPmIjsKrlcs4UVEJVg/KZiIUE3HcMAPmMMafiSrUakasOiuD8InTImY/lnEpRt2ibi7tDXgmZqUHoOR9yXMMdzcKQTNyB+mLVnwtdWKFSULFlgE+6EbjrHrhMM1TOXpq6kUalZgundAGLKTva1/fCyo9bKll16itRShH4gQT06Ehdz0IxzOHIn3stWWQeZEgWuRtPYY6q07wLkmIO379MRU3MHSREc1p62PyJ/I4NzOYNSmrQNV4FpBG/v3xr2etasW1ck0GIEWNo/Y9PXCyhlzrg2Ivv0jt/X1GGmUzAblaVY2gmJ69TtiUZQAMCV1Ecxm4E7d/3Ps6ltoV09A+UzAcWuJF4G4t2i4G9sR16BJmAZMFTI2mWHabH6++OamVOsm4EfX3jrB374Y1qy1ApgQYMAdRH9PywjVO0JwoSZfN0kLaFKsBN+pHb/ADPywVWyhquHtBFliy7wSewt62GOU4cZYkleW7WsZED+3scF5doBQgyAxgtJ26dxA+WNP3QHHdoDzmVkhXl7CLkHmG9viuZv674rvEMi1J1ZVcAxzfle4A/ti4jLwV0uQpHKJO/UGbW6YC4pliF9V6d9v64rB6GWNULeIUC+X0BfvCUDEAAEcpkiCOUqB8+l8cvQZaLJTOuqAmqBp5QYgkbQdTHaRHtg2oR50Fj5bMsfynt3uAbdLemDczQSpKkkKTpZZI1qP06XE9PXC3SpkJxp0KclpfSp0kNTIN7MY/DIg3HxdO+BKWWRGAAam6mSafKQqiTfTJBHcydpIw0zNAKDVSLkCmt4CiAF3kXt6WsZMNuFZQEavhJWyGCARMj/AKbY3LgGMPcphRarlyXOoKL7r8UXEdRO/TfDfh9AqrLUIY3tsRJiTETefrecMxkNGsKFJmQehnp0jmm/qPfE9XgwZFOuSV1FiLgxJB9j0xpStUWWO+gPKcRFJHXQV1gxzT0gNtY2674UNl3EGnExbV+KTMKBebT2w2o5R9DnUHUSSHO0DaRJ7QffDPg6oaV15nEie2/vHp64m7TJ8WmJeKVNRZqZA17kgH3gEgD33iMKcjQLVOgMkBiLREmTG8Tix5vg9Jg8SNQmASIInb/i+I6XB9KmNPw3aD1FwFB39zsd+9E6VFHFoTZyghVni+q8dIG8AE2AX1t747yFHXSc3LAgEXhgxEEd/f1m+CnpvOikhIA1EltUk+4AHsRF8MsnkmpoD5zy7ArUMMQhgzcdATaxBG+NJKqZzyhLoDq5XRN6jVOaQQYBIJaN+mwMR72wJw/hQjWSp0CVIJ21GAQVEmST8sF53hdfRrNQV07FABa1xEX7RO+I+EUr1oYHlGlSoA036ARJjt2OM43F0w/KlHsXcQLLISiiWUIWliRIBnYdrAWvfHFbLIyg023N+UABoIMXmOxPce+D8vzJNxPQzf8Axt7fljrJZYpRliFBbUTvABkWW99vf2xm/CA1ukVnO5qAaYLGwSxgGbnoeo/LG+D1UAgKpqQSAfhnpfod7/Qzi1HhK1FFQBZG8d+hETNon+l8IKlBEdttN7xcz2PYT+WKJpxo3D02MMi7fE1MCCCQwLQYuF67HcnpiE1l0NZhHwyNrG1jtcxiJnZUbS+5mDPxAXg9B/m2DaQWrT9ZHeNvbvP0xCS/YRod5u1Jo/mwRlDNMT/L/TGYzCZO1+S3lAlIyKxNyKZiflg3Nnb99MbxmLLs6I9s3xBRqa3b9cBcIvQv3P6jGsZjPoX2/rwNOIiVI6eYgj0tbEdMf7R669+vTGYzEodCw+pEmZUaUsP2MKq/bpqX9RjMZisDol0BZxBCWFjSPzJucT1lHkUjG9alP/xxrGYP6jnn2M6CAmpIB06YkbcpNu174KRQKlKBHOP+0n9cZjMcr+v+vYXH2iDOWqGO3/7nGqB5Ko6aT/3EfpjMZiy6RddAmTMeZFuY/riGgxDmD+4TGYzDvyTyBtb/AGQetv8Auj9MbzB5Knv/AEGMxmB+tFJfWvwC8LH3yerX9cFoPuX9KpA9tW2MxmNk7Fn+klp/7VX1Un88VmjaixFj5Yv/ANP9z9TjMZimPoOX6UScDcmswJJgWn/04npMSWkzzf2xmMwj+o58H1DPID70/wD4/wC2FfF0HnvYW8sD051FvlbGYzDwKvyCUxap+/xHGspZKZFjDbf+psZjMZ9E0f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7351" name="Picture 7" descr="D:\AH\guar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09800" y="714375"/>
            <a:ext cx="3886200" cy="34004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54715" y="0"/>
            <a:ext cx="1822935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/>
            <a:r>
              <a:rPr lang="en-IN" sz="4800" b="1" dirty="0" err="1" smtClean="0">
                <a:solidFill>
                  <a:srgbClr val="007400"/>
                </a:solidFill>
              </a:rPr>
              <a:t>ल्युसर्न</a:t>
            </a:r>
            <a:endParaRPr lang="en-IN" sz="4800" b="1" dirty="0" smtClean="0">
              <a:solidFill>
                <a:srgbClr val="007400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6200" y="4114800"/>
          <a:ext cx="8915401" cy="2527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/>
                <a:gridCol w="1143000"/>
                <a:gridCol w="1143000"/>
                <a:gridCol w="1219200"/>
                <a:gridCol w="1219200"/>
                <a:gridCol w="1139953"/>
                <a:gridCol w="1069848"/>
              </a:tblGrid>
              <a:tr h="102362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प्रगत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जाती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एकरी</a:t>
                      </a:r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बियाणे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पाण्याच्या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पाळया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कापणीसाठी</a:t>
                      </a:r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दिवस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कापण्या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एकरी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चारा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उत्पादन</a:t>
                      </a:r>
                      <a:endParaRPr lang="en-IN" sz="2400" dirty="0" smtClean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पेरणी</a:t>
                      </a:r>
                      <a:endParaRPr lang="en-IN" sz="2400" dirty="0" smtClean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</a:tr>
              <a:tr h="1338580">
                <a:tc>
                  <a:txBody>
                    <a:bodyPr/>
                    <a:lstStyle/>
                    <a:p>
                      <a:pPr algn="ctr"/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आर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एल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-८८,</a:t>
                      </a:r>
                    </a:p>
                    <a:p>
                      <a:pPr algn="ctr"/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आनंद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-३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६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ते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८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कीलो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८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ते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१०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दिवस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३०दिवस</a:t>
                      </a:r>
                      <a:endParaRPr lang="en-IN" sz="2400" dirty="0" smtClean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१० </a:t>
                      </a: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ते</a:t>
                      </a:r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११ </a:t>
                      </a: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प्रती</a:t>
                      </a:r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वर्ष</a:t>
                      </a:r>
                      <a:endParaRPr lang="en-IN" sz="2400" dirty="0" smtClean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३०० </a:t>
                      </a: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क्वींटलप्रती</a:t>
                      </a:r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वर्ष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dirty="0" err="1" smtClean="0">
                          <a:solidFill>
                            <a:srgbClr val="007400"/>
                          </a:solidFill>
                        </a:rPr>
                        <a:t>रब्बी</a:t>
                      </a:r>
                      <a:endParaRPr lang="en-IN" sz="2800" dirty="0" smtClean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4034" name="AutoShape 2" descr="data:image/jpeg;base64,/9j/4AAQSkZJRgABAQAAAQABAAD/2wCEAAkGBxMTEhUTExMWFhUXGRobGBgYGB0gIBsiHRsaGyEgIRobHSggHiIlHyIfITEhJikrLi4uHSAzODMtNygtLisBCgoKDg0OGxAQGy0lICYtLS83Ly0tLS0vLS0yLS0tNS81Ly8tLS0vLTAvLS0tLS0tLS0tLS0vLS0tLS0tLS0tLf/AABEIAL8BBwMBIgACEQEDEQH/xAAbAAADAAMBAQAAAAAAAAAAAAADBAUBAgYAB//EADwQAAIBAgQEBAMGBQQDAQEBAAECEQMhAAQSMQVBUWETInGBMpGhBkJSscHwFCNi0eEzcoLxkqKyQ8Ik/8QAGQEAAwEBAQAAAAAAAAAAAAAAAQIDAAQF/8QALxEAAgIBAgQEBQQDAQAAAAAAAAECESEDMRJBUfAEYXGxEyKhwdEUgZHxIzLhM//aAAwDAQACEQMRAD8Ah5hRCneVUz0K+X8t8eZBGmLnmeUf9R74wqnwwV5N3jzDvPNT8/fGlFtxeLmfnPrttjwORP40+oWpkmCi+5vP/WMDLNHL+wHttjapVLASRaJJ7C//AFjM6QG0jUZO3afzxuLqdEPFdTRKZBAuLmY+g/fLDIpKGMNuPlseuN6ekjVAI3Fv3zn540y+XPmJuQLc5mD+/TCuYk/ENv5TVUgSAZWSNh7HqMZqIhDNef8AE/3GNVVixG1hHeBAn3wRiZgAwRPyIgYHGT+PO7GKuWBMjsN+kD9BgApjbcz/AIwbKmFneTAHpEn6fTG9KmCxk7m3tN/mPocLxsaPiJ9QNCleCoI/ftggVR5Qo3H5/v543emBtboY2gW9cBXqRybb0J+t/wBjGeo2NPxM2PEXibdxzxoak9IkbD9+l8auk+afYCevy/6wKnmQTHbmd5g2+uNxs36mfMO9ZhEAE25dZv35YxTqkiDG07Am/wD3hV/jUz5QTfuLjDiAGqLG8z8jbttjOTF+PO7PU3JItbfbpH6Y0q19M+3LmdsYFiuphfoed5vtcCMeFKTe4G5HKIP9/rgcbC9eZ6lUYrI2jbnYbd8DokqJN2mWMDcwPkLDBUYydPW30wOC+pdMQOlwZH1P77lSYq1ZBPG3O+k8u1sKeLqllMAC+3MgbDfkJwzSqADSJJv+Qnvv/wBYBXCr5l6Hbe0/ST6412aerxCudrtrU01DepgDyyeR9dumNa6VjBNTTYCEC23JuwPPpHLDWVoSqr/UZ94vt029ceyel2IM6dv7DGUmtiSZLzOSLaV8SqSQ0kuRCi5MLA3tfme2Hf4QBQDqUTaGIgfQn93xsSyksRGva17qdPtz9WOCsCFgvcWvECU9Oo+nfDS1GZSd2C8Miyuw7NDe0m/TngyEARE9J9uXb88YrrEMJNzHqJt++2NCS3lANvpNvzMn0wjmynxpLZm1IW+skDr6Y3K+bTHOLbmJ6+59sYoKGOsi4O87Ab4VaoarineJJbadO57dvfDKTbG/USNfDvYyAYEkQSLnaxA69t8DzOYIYrziwEAX9LYYHMfACLW+Hmf1xlBCwQNJEoZEW2gjeZiOuGUwfFkKJU1XNx9bi35HHsZy6EoxHlAggczcCSfc49jXXMC1ZrmeyGY8rAh+REj8JE39CfrjSuGSbDnqWRJ3EgT7xbblhpYWqoNiCRHWRpNjymMez6TpO5mZ7cvSLD/x6nBtXsQ3RqSjiVMzFwPa3qpJ7XGCeAwWIAPLtvf0i/phGrV8N9YvSJE8hzFuh3tz54oZmsN1M9OW9iOl956T0wHijDKQtBGJHNST1F/cXON0A06gZkH36fl+ePcCzAqKy7qYPOAQbjaNiDvjXNUgtydMMoJA6CJI59cTazTGMUANMXkNeef+P843VpN+nz5/r9MLFmYSDBty5Cbd9tj1PIYLlgdem23Pt+s/Q9sZrmYwCSxpx8BAvzHX5T8sMUk0RJ1PBA9R277YFmp8WoTsyqBHTUR+sn3xs9kBkQDJ5RzsfXA5hibZuj8RS8WMdYOFqNGTvsATHImAPb++CZptDMZOmSIjfr+R/YMK5evpYNyb97c7RjJGbzQzQfZZ3sPXcfPb64xmdKIG2LSCee9vblhc11ElbHkZtHKOvT9zjetVVxSvM6bARJJJiNhJGHUaBZvXlTDQqiwkW26c+Rn/ABhzhbjUgBgNOoHqWtP19z3wq761JIBKRYc1JAPyM/PA8krAgmxsyX3Ctt6/nIwORtjUZqGEzE2kXgE9fn6YKtYiYkW/O4v6Tg1CmjMVO06Ss/ECOR6g39QPTCiVP5mmLaluOYsd/n88Gk0Bs3q5wBwIuoJnlu1rcztHedsMpVnXMk6ai+oIIU+xG/cYj5hYqSPvNYct/wDH7nDGbdlLQJBDFhtAkR9AJHfDqPQzYRs0JYkjbl7C3UgHAmrBlA6SWIvyEjpAIA98ByyeUqw+BC0FRFydz6x3vbBKS0i4SGKXcgC7TEL72+RxuHIt2Ho1jrSLa5i+ymI23jp64HmqyqyLtLww7z2G2wvcY24itTUKwjSFjSOQgWgc7k+nPAfFUMHkNqQASBfv2YkDmdvbAcaMw1Wvrr1KYHlRGnnLWNunL5HBqQEDzWJuTubD9TPscLcCQlKj7uzR1idf6iMBFU6gljqCkHfe0DabkDsB2xnHka6yMpVEFSSIJMc7fptfAspVAYHUZgkzzExB6W5/ljHFHDCVg3CtFt4PyIj64TVhqK6rwCTHIki0ewjv6zowTNxFDM1v5cDYsZ/42A/X3GNuGFStQrYkEE7RI/WfywhmXnw6Y2Aj5yTHtGGqVJdIIAOpwBYbC9re3WJ741VgyeTSpmiagGkaG6nkOZvYY1y9QlyWH8sklViNLhYU26/2wvRqE5io29hEbTGog+4ONatQQQDA1XN+0AfT5jDNVhByPVqlyqnkQOcDVqv35egGPYS8bpZQP+v33x7E3F8gOQ/naX8yo34Xnc9jjNdxqZQCBIO3SBPeRbvbGisGHnPme/QHyTftIPyxtyWpPkdVANjcQD9Rh3YbNGVaiERJDEWHoRvy5R2OMZQAN4YmAsKPaBvtBvjNUiQ19Tc9je1wP3cYNXBB1LCgMdx8QtIgX2PzjC3yAxzhzCnUHl0r5QwHuuoD8xyGC8ReHBG4eCJ3kGP09xiUVcjcspgledp2bkRex6b4pUqmpbTIIljyAMifYke2BWbGTBLSuCtu34hv+pONqgIKVFmWYgg95B+sXwKpmwgYoPhCCQfxkCO0CO+DiqxHUyDeOjQbbjb/ALwtGsBmqkMYJOkLNpi4P9sequCQJgBojl8QBkfKPpzx7POuupYnUAZH9MMTbfpGCVYIbUVDBmM7/wBVjHPv2wYrFgTCZlQzsOduVlnymCfSTgNNVEapAKrvyIH3iN7iOW+NK8OCyyDBkDqAD84/TBapZmKnYKJBG41E+1ib8ow4WxQIU1K1xYGLgTJN/wB2+jFcnQlXSVOvUb9jA+REiPrhfOV/OFOxClY3Oq035729sEz9QNk6bCQrVDYnvtOKKNoBo1UKAAdx5rdPpve364AubPkBskkAATF5A6kCY9BPTGaqncoGRgSWvI2G/WDI5XmMas1M1EAMecMg7KZI9NN/WeuNGKBbHabmWtDAxI/4wfYb9g3KxNVtY8w2/Lykb/PEvNZpvEWppOrzDfcSpF/WJttg1DOlqbMB5kLLvYgVDI9dI+pwJQeAhcyp1tsGAsvM8v364C9jpqCTUktb4QIgA77DfvhfNVFdVZSWqyweeRggf8YiI/PfapmAVI3CrNt4LAfnywyjSFYCnm2AYA3qCFkiYBn/AORHrjOXLDUwBvKpbmBb6sf2MYySh6hQ84APL4h8jEj3bqMZMLSVUJ1GdY+RIA5xJk737YZqkKh/J5uU0Ey8iZ2I5mYsL8+3pgfEa0MpIIIFzHr3kDnJ79IwnSypWrRctKVDAK/dPmkGOnljscb8YrzWAMmAWgAxLSwDX2Ii3ecCs0PyGOGZgI1RBOmp5VI5HzHed7thhcmbMLnXaBt8LMO1xt3xCbNFdTmF5gd4BFhbn9cN5LONLVPEACy2kTsxAnqRMDbAcHuBO3QXNuA+0eTUfUCPpce4xKSoVqGWIJTYDmW2Hz36nFDPU/EkqyljpJiY2BJEi14tPIYBmsstIamBYoLNyvMRG9+f+MbTa2F3eAOXaxYwNINpsJMAe+3eO+HMtmQ3hn4bkqAZvJCmO5J9hhOlxFKhakFA1mFZF2jYlZAMHp0O+NDlQpKmBAJBmRAIAE/O554dw3sKwblTqLX/ANRj3JJNo537csUcoFFOoGWfEXSlrlrNfpE/U9MDyFKmaOsnzUjJtyLXmdxc+nvgi1Gc6zOkAqI3E7x3J8vvOEcshWKYrllUGWJ8O3qTHKOhx7A/4iVE+VTIBIB0wdpI2MEjHsbh6h2KIpqfiqEsxEQDNhERubSbYbFNHoKgINtKkSLrz2gR0xzuRYnSWY+K99I5KDAAPOIuBeeuH6OfJhSwYsWBuBJYKoJO5OoG4k+2DPTdmD5euNQRhHnIYMIg7/pI23HadTUYQSYmIE92/wAfIYHQBKEONb07gmSWsTBJ73Hb54Vr5ovdhpkE6QdQtY7W5RheG3jYA3SrFSV1mGMExvbeeVpG3Lvh3JEpO38xYKm0kbH3vfuTywhk2FRdVrCI2Gpov12BjpjTNMUcM7REETdp2gekG885wUrdGT5nsm5ZWuRFRUYRbeb95vvhnJZty7Mt2aHUMbG0mD7kXty2wlxmuUAo6ydJEnvq3PPYx/xGC1mFMKQLHkLDa5sDEX57xguH1C1RTas4qagIp2kPAKwLkNub+0Y2qMhDAgxvA6mIg25W5WwpUJqL4tMS2lVqo1wQJ0uOcyI+vPE/L5gldL3W5sNwDAH59DY+uFWmDYo18yihR11SZIuPKRaxvywfMZo+IQdyYuJ+6DB/LEDUzKwJIZWExGxBaw3JkAGMPcQdgyBgSwkNBMSByv0EYaWkgXgxVqmpWpk6QZMcgNOor/7k/linnl00E3hFeAI6gbxaAOQ+fODVqAhmYSpUewO5PviuzP4FNAfPLRB2vo94M/LDZGi9zVMz4dNQEUyLh7zyAImDYduW2HaOaqOqikwQvq0+VAQReNoiA3mHy6R87UQFmLJpXyH8QO1uQ5knl+TGTRhUp6dekNTI0r5SGiTqAsfMd+hxlHFhHF4rXL6NZB62iSDBFtiRbfphDK8dqt5amlgXhiUWwjoFvuMe4tTaiSyltAdp1DzWYREATEEg2m284mFfMzyDTLAyOszERad4tY4okmjOxypxSmgcPSEi6tTJEmy7MSNiOm3pg+U4ejUpptFU3Zfu87Ry3tci+IGYXUyiA150hgegJgGZ2+WHK3EzSdEIlqTNBWI0kifmb+h74ZwxgHqUDmdLeakVKiDa7E85HRbCOZwLiNSmz/yQYJ1AbfERAk9xPtG2KlfMU3QBifCqEDUN6bGZvyGwja55HELM8MZazUnBRQwuLA3AWDHPryk4lBp+RmVeDglW1p4bF9YDAhdQlS1xKyOfP64kcRk1ShVgwDCZgsoLAGPkw7Aeoxw3jA/iFpldNIDSQFI0mOXcHrOK9DP06pZat9JYI8eZQZsQPiW3SRaRucFqUZuTQXTOezL+QRJ+K/WBM33G2C5alGoQDCoJJkWA2HMzO9hfng+a4M66FYAASSUvbcm9zEb+mFssGV2UFV1q0TvzgCOYjFLTWGJRtxCoQSpMgKLWIMqGJM7kcvUY3ymaiEWQSBqBNhYhSOW1iI2kHDubzOoOFrhU1EFdMAhSVi4gm3PoMAd6Cw7AnaBcD2H9z1wrlSqv4M8YQlwuiwqsyxsII2E335QJvBOD5muo1LJCQIJ3B63sNRuRtbsMFHG4IFNdIJvaPUmP74AOIs7AMQRaxUETaRef39d87dtUvUxvlcyq2uORDXvtyi837Ww4nESGA+FJ+LcHc+99h6euE+KKjU0rUxpD61dZsrAi4nqJ+YxjOV4CCdLeGsiLLNrDqIn0OFcFKsGZYy2eM+GxBkap0nrEeW8i874xiLWrAkEDR8QhDcyQ3rPXrO2PYPw11Y6nHnY3w+kfDZSQaiMwBnkdLC/c8+2NsvUWQxP+mQXHMm7CSREHme84krnGK6UAhoO0TeLXkX5T0wxw5PLUEwdMCbncbf8AqPla+GlB5bA0VDnXV6kkHw1nbrG0bbQbcvXE5nUnxIgQ5kHmZGn/AMp9vfGzux1yRC0l1RBBhgvLrEn0M4NVCBWpimrMsNpDECQB8POwF7YVJRADyFVf5KM3md2MgTICje45g9f7DzKlgCGhIEC8wYgEfT1wfK1KYAJ1JokrqII30MR5Q07D3wvlWUmoCyHSfKotIa8HULzYyNiO+HrLZmg/EvOwOmdVJGJP4lRQVPTY98G4XFXUlQCFgTOzREAwJJ3jt7YBQYuGdzakkaQSCWlmP5Ge09MTeLMSELMfxBQADc7xyUbC14J5yWUb+UdKzpsnnaIIQEqzKQQgJUiNUFnh52IMjYWGFOKZoLTTSCXW5MRqsAdpCNuSJ7+gaVSmfDrAkjUoZl2NyCCGiJt2HyBCkIChNv8A9FAmQdovYgwP0uMJwK8ig8zXJqB5Bkgk/wDKCLbxI35H0w/xTN6lWttsDHbUD+f5YhU63lZfiFyp9tJ95g+i4o5asjkiIpsy26FQSfZgIPfDThVPoCSBVCRTLAMAwHxe4N+e3LrhqjxDV4QIuCJi3KwBNgLST1OJ2azTOSGnUW80DaCQI7AWA7YLkOH1Zo610rUJhgwMqLmYJAIA9b4ZwVOwpFnJEUqfiZhdTVCNFM3sLAkHYTywhX4/UaS9QxpMp8IG5hYPpFuWAcUzwrvKgm/kCj7toEE3O3TmO5U4nQFDyM1M1CIdAgPhyNtUiD6D/JjC9xqLv2mzGpWuATWNyeRWVNhYRaOgnErLHWAfMalPSCBedwJB30sAQDvMWxmq4dJAPmp0STciQugmItABvfCXDa2hzAkmYMb+VgLev64PBwxaRmjHGKRVzplZVXA20TuL9DaecDHs9rdAIJYAEEdDEgmLmb9sO8VBrUVrE+ZZp1D1IBZXttMEeoGNMvwzUvig6QigtquCNRBWeRgTz+L0w6fypsahvKZgIi0KqytXUGI+5BAVvmJ9+2Om8I1EpFi4NMtRqEcxp1oxBBBBAiSDc4+e5nMywjdViTeABsAep5+mPoP2UzQq5ZjEMFAIG0qdQsT0kD1xza0eBcQEjnBm6L1gtSmUcPC1KZi8x5lHpuPpgWapmlUUOtjBWol0eNwfrN5PfHuOZbwqniI0w2o7ghWJk+7AjsQR3wWrmCtWoopFsuZLKN9RMyk7MB0taDh0rrh6A4RnhWddyKdZgCAdLkgb/DpJ3MSO4ABuJwsUNWpIjxFEkiBr0+ZoiwcC5HMBo7pCiKACOHakxcrUUEMPh0sB1Ukyp3uOYOPUs5Up10II1hTIWACVU6fQMoUzbc4K06baDRJ1s5LEi0gMdvX9fU4yKjatDSQtvSN9/Tb1x0fFuGU3qr4Q0Fl1qhA0sZuk/dYNboe2OZqgXUowqLyJiw5EEb78+RGLwkpbDDlJFaFUtqPxAi9km3WYIjr9PUq2pSYVItF5EdSdzgOlmbxFFoMkGwsQAZ53jvynG5p2VVABa+8ATG5P7ucBrFE5IufxS1qdYCANSMBHNvjMdmP0tiRUz3mqlROswAeQOw78sNUqcIYK+dWBCkbxYFRdTI+vbE6lREMZ828dZ3v12xKEErNWA1KWbzEqvb93xnG2UWwnkLmPYW549gSdOkSococStFOjQIClj5CT15sNV4742ynFqjs2gBtVNiFgGIII3HoIM/THqrpTtTp6CYEGCx6SSSOWwPpyxnK0WWk9WsqKskiLeIYAQDTyUkyRtGDUauv5OgHw7N1Hcmp4Saw2plC3Ai06ov164DWqorlwXDM2oQQYJJPpvbcze3XfQdLVFjz01UAxGrtPMEbX3B5jEoGafl1qwEECd+dh+/rh4xTdmq8nSaop6vDIUtccv5liFJEHzaWjeSMJU6dIOPO1NjHxXERHxQItHxC3W2N8nnDTdpIgAaxpsdgdrFgfMOfxbYncQyraVER5oWSZhpIt0FxbCQjmhUslF9VOmyFSfMF08ydLTIgzyPeRBwvxfIVTWnSZIRfMY2VRzuZ39cUsrX8i0U1KFpDVW2tEt5xJKwdl22m+JedrIKpYIzMUABY7MUH3fqZPX1w8FTY22DfK5eplwyNRrGm6+aZCGO4m9t5nbFDNslyCdFYEzAI/CTbpqPaCd+SNPPVaQDLq1GC2kBVRoBOorEnsTF+e2B1OIs6g1KaupLMSLG3O1rWEEdJ5YEoybsElZs6toepU0qukAwt2cgiFgjkCxY8uV8CylRdDKov8TNeRcCfYx8zjHFMq7U6IpXUBmCj4vMS0wPihdIteAMB4XlmV9TVEWfIZME6hpIAAv19sPScbG4U0N5gnx9XNqZqR6A7+rDbvh3hmaI4dXlpK1LA7jWhk+/mwjSyjaKbm66SQxJ+AGTaNhB5TcYN9noY1KVPUPEgCYYWBUsNtg0wRy7YRxXB6V9GCKPcEbwMu2YYAuxNOgCLHq0dv07458M+omTJMszX3IuRcbnFP7W50PWCUzFOkAlMDnG5t3/LGQETLvVHmdiEho0hvK5IXoB1+UYrDC4nzHRoc4r0lJHmUsDaARDkCQQdz9cByOZ0XMyCBB/5fX264xkfNpmNJqpuTB+6TfsR6Xxk5FSmtzo+9EMWYSYMBbCOZ6YalsZpDFeqzNUU28shRsSGDG07b4rZCkyZGoSdOuooEiYOkG499u2JuaraPDrI16moBova172ixiOfrhriOdapkqICkjW7RtGkkLMctJ+mJSVpdL9v6F6EoopQxFyY2+EX9zEfTtjsfsLWYPUQrZl1TyJUgRPv9DjmuEZJSv86FSAQdRBmRaLgiOvMQMdVwyaGZpU1pKEYGX1lmaxIa0LBI5DEvENNNAe5vn8sHqEW+F02nUtQaVPYhgJ9TjkM9wyo5Apq15Jna28tsI33EY7GvRqF2VGAZGOn139wdiMSOKZSp4uhU0K51GbqxaAQ4O4nZlMAbiNp+Hm1gy8yZk8gr0jl/FQsPONJYgXIMEC+4mJtPQYxTzD0SIdWpsJRiQyyLkENZYNuRuMZ4fQCZvTEMAwhbrvpYe1x7Y14V4b0KysGprTdC3mn4tSEwRfkNPMxcRfp5vp+RqsJ5a+VilNOqNRFKZDAEM3hnflOgkneJwTjC+NlxXZlavl9NOsB0f4W7sLqY5+mJ+dU02SrSYNTWQrjdXufMDdTJkbgwIJxSrjxKVTMKAvj0ytZBYLVRpmOQcBm7HVjVw58+/p9QpcyJwtmsirrAl6gHQED/ANdx3OGmooHbUdKLsxBJY7jy2AtHoCJmcPcG4U6U3aGIK6dmWZ6Ej4QSLxe/LC/F8odRUrqgyDqBGmYmAJ5ATO3TGc1KbQrywOUC0nUnzMpAnkSx39v17YJlKQVXHlLFQBNxOoNeTawj1npgSEBkJcnfVA5Hymxt1jnjQ1CYPUgb7/2F/wDOA02IrGuIUWTTqXQN9UiOgAOxtj2Kf2VzgqM1CoQykkpI2i53x7HPLV+G+GSF4VzJWWqE1VY+afMoAHxdSRcROxPpE4pZmu1WkYDSra4UydB8jRp35NHXUeeJ1So5l6RQVGM2g2MmF1DnY+2PZQZtTM6HXzeZlHSLNy3MDocXkrd4LVZrR8zvRJMVF1KXBEN3nadjHUHlj1PKQqqDpsWrvfyfhExOr53btjGfVh52YoJsoOrUd/KsmAObTHTpipophW8VCxEKVXdoANj6AH2wZScaYG6OdYgsdMtcyxtHWx5HvHoMd1wPK03oZd2XUzuVktMATbpELEDEQ5GjXV2irSSIViF0LBkgkkXkSSPWb4t/Z9wMmadKoGamakaZ30yBe5ueXTEfEzbgqtO+8glk5v7TColatUZDpZomQQAJHLY2AIOF1jV5QNaqpW9ntbtqBt3vzF6efDVv5y+UlYrowOkMvO45gD3HfE/PLT0agxtIOhRyMzJNweVvunFdN4SNjYSy2QeSxLaD5rE6jcgDsWv+eHckyuajVHKCkZLpAVZIEDmxN7zMAm+GTxNXKKHKrouSL3EAmCYKj15d8a1MsVyiUtKqxdWqaiVUFgyqxMyfKAdPLVcXjDuV7j77m2cyjIVWmAQtLWtTcaTsQfh2AHUXxFVkMBhpZtmbbuDtEn73bvIvcOSaP8NrBZRrYqCfIWFl6iSGIA54KeEU1FZK2YpLqCgKKhOiD94hSFkwIub4WM6tMCF8y5HD11LBV3RgeUtq69Yt274W+y+SqAVaiyGK6KRNgS03v0AP/kMVsvV10TSSrSUAgBlZiTEgwWvswg22iw2o5+l4NNaYLeKQSqiC20szM5imoAEk3kGIAOF4nTiubNfI5E8MoBwhrnWPwr8/OTt0JUYpUeHg0lYDTSpl3MgsWnSogTzCx06DB/s9wKnTVs3XJ8IXQbliTe4+ITYdZwLinGKtadI8O8IgMGJiW0nfsRA5Tc4Mpycqi/377QWmIeMmnxPBUqoshvHKZBHP1thJ28fVopaTMs2vy9fMD07G2G62Uqv4aSpJkErBm8Wjccrc4w1xjhC5ekA5kkkmkhEkAC7nlBIsOvvh1JJ1zMsClBEKikn81hdSxIUSYOkDc+pgxtbFTi9GmqeIkAJpCowmXNzPoFPb54nfZzMNUzFJVARZMqvOPNc7nl8sPfarJPrcG2kqwPZ5Xr1A+XfCS/8ARRbBWSZWrsVqsxJ8VUKMYmNRP5gr2jpjpvszmT4a0yVLUiHQmT5FK+KswYsSQB+WOYOXJpksQgRlUDl5jqOnrcMewJGH8rWOXqqQ5/lqtY73DOqOnpB27HG1IqSpGq2dJx2rNSotMxUUqROzSDa3WBbta+Gsi6Z3LsjkCouzb6T1MRImzC3I2JtO4vmF15pQFnw0IY9i4AJ9RIOFeGZpqbrUKw8AuoNqiTDW2JG/qAZgnHKlce+gvMxxnLVlqs2mXEliCCRqudhIUmY1SIPykogpuWZh4b/GhHmN5so7qpDG1t8Uftaj06njU2K1aVtQ+/T3U9yARPUE9MA+0HDFdaVdQENUDWVNkcrq0kfhaCVI6MIOOnTeFb3wMupJzWaio7Ul/lhYZCIDLqFze8/iFwYI2BxU+z9FnKX1U3RlM8tN1n+oMSvWGMWOFatAtlGYgaqTAgg/dj6XLW7HFHg2fWhk6ewevW+QBUEx8h/ywdSVwqO919PwHkBXjtXM+LqAFELCgyAIYHUTziJPy54kZasC6uB8L2ItaJj5/wD0cbcUUUkemCOexFgXLAHnMAH5Dlgf2ey2rxm06hTplt4vBC+t8MoxjBtbAccMzxWqjPIBVWkOAI0sCRMdCIMdyOWFGy8tEk3IsNzitxGgphmJBlS5nYKYMdd/oMTDmi1TWvlDTAn4ZkRP698Ppu44MtsDnDGh1dd5In2/tjGH8rl0FCk2x1vPsAOvXHsc055wc89w/h0qUl6t2v8ADsO0EAbxecFrPRbz+AFUkAVGMknbSBfbtHLC2UpisyhKZDEeZnA8kQGJHU2I6k+sF4rTZj4aL4dKl5dbEAHymbkcjzHMnAf+1N55+n7F7AcLzoOtisCAoYgNG4UgG8XO++G6PDgh8XMuuimSxHNyxkX3EkASRMA7Yn8Iy6UwaodqkEU0ABI1bzETC/ng1TiGkotRVIcl6gYzadIMxFlBO2KNfN8pt3g9m8y1dx/LAJYGCJ0jciGsB6CfWce4ZV1UqqMy6QfMVCj7rExa5OnnjbiGUq5dHqg61fT4bLHwHdjAjYBZ7nE3Jsf4aoqqT5qbbXJYupH/AIkfXBUU448jKIvX427EEgFfwtcD53254fyC0HUq50sYmZgGQRb9iMSK2RiB4igmBpvMi2yz9YxVbhf8PTWtWqDxTpNOkBdgCPi7R++WKTjBJJY9BnFcg9LgeitSlkdXYCBsQ3lMEgA79TtglWjUzdd9AIIc+IzHyogBWQTyI1D274r8b4SuVqLWRwuWco6r0YHUqxu17iIgTO11s1xenpbLgikTBqbbmxEiPOtieUiOV5ccrvf7Atk9s2tNxTpU/wCXUbTUqtYvNoB3RFsYF7CemJNJNFKoGgs6WURb+ZTINv3EYSzWtanmmxtJ5b/L6Y6DhHDFfMhSCdNmn+mG+XL1jri7qKv9/wCAnSfZbh4oUfGqgFxZR/UTIHrJF/7YTy2lWrZusjMazmnRWfj85JtBhAFUTeQGEXuXj0GkiK0NRrUy9/vOtR49ZgdsI8bzQWNLE1Cp0AX0hokiNpUCPQdTHKrb82BdRf7TccY1QviHUm0KAFMT37QBYDckycScpSBIdWIqg6jOlhB52vINvQjbClWk4IiSal1PW/fn646L7LUjT116jA6RYtJHlm9rmBJjmdIx0NKEKQzeA9TL1KeXVqJ01G1+aOjGUXmhI2+Ui2ObFYEUmJJJLatr6rNPtpvjoePZ9jQ1AghmcrJWbMIgc4VmQnqe+IWUqeJsFLa4BZZu6m8CxbyQJtLTHTaKqLb8zJUslP7OcOdM1S1kKfM4A/2n8xf5dcO+MMzlGfUWNLWrciyn+Yu8xFwN4jCXDqnh5tnJl4qHedHkc6T37coxU+zRqNRzNV281Wk/hrYA6FmQBsJJGJajd8T8vdm3OX1gUKmxJqUwAeVnJM99/linlqXi0/FVCW8NhFyGs1o53H5dsTqlEU6KEy5rOxX0Glb9TBIHr2w/wqv4WXRwSWXMaCBtDrI+TID3vOLS2tdTVeStmKa1crWdb1Go0u1gJ2vz1c+WOf4DXLBU1MCG8hHIx9Ztbnpx1tDiNNFpZjTFGqpDLHw3OoegJN+mOG0NRzBRJlawCjrBMfmPniOgrjJCpWmjs+NVPETLsQIZCrFTKyCy/JgoIJ5Ab3xtw2igoAVjbT4aqbeJpOpTv92ANXdhzsDKKuvwviptKabXV2cq09FJi33WMYj8ZRqdTzyPCI0wBe4KmNt5BuOXXE1C3wp0as4KVDNjwqrMigGnTYqJMguynsBc7e+I3EcuF0AswOk6BbSFXzG/Um2H1ra4C+f+WVKHoGpsqk9It88b8byILIajfy6YZmiOULpE82I29cNFqM/XtAW9HPZrKuzVHPNp9SWj9cdR9mURaRsPM0EdQoM/I/XESoGzE1NMALAX8IA3Ufet+xY4fVD/AA2qbsAobadVz6Ww2t80eEMnyJvGM0KoZkBhXPrpt8oIn3xNoMCyjq22+5HacXOD0g5zAIOlUlzIPI6jO29x6YjZ3Kmi7L0Jv1AIAPUYvptZguQy6FXiSaLINS3Av+F9Mn1uffGcS6ubJZZBAURbfqfXHsZQpCuKfI6zhdQ0NVBSG0Kzu7CzERKgg2CiSSZNojHLCu9eoNbaiTzmwntyvjoslWD02I06/DFNgpUgeYLqJvqlSN5urdcKLTRdJpMCFs5Uxe5A2Nt+vqMQg1FvGQ2kxTPR4dJEI0qCfig3YiQsibKMWMzwpa5aCQyqqliDsVBDAeoYGJwvRy9Y1Ip6JABLTOhVLQxvHOR/ix+JZ6nTZ0py9RwQxJJJIkgdgCAAoIIkHfGleFHcD8hvhLoF/g2rTV1MaTQwFNr2LA7HpPrviZxREpM6FwAqoCoN51qx8q9RbcfXEzJ0nqFSPIpdRFMQNxc35dCZxU4rQNbXUgNmKSqHTm6EQHgbkSAR6dsMoVO2/wCw1k1+yvC6RrayRUpqGLEqQFsbeb979MbZ2rTqV3zD1gCDCrfyAbDVpPvA52N8C4RrKZhXqAt4ekKpBgEjUBHlBIERNsI57RzDAL8WxYkkxy0iYLE/1c7Ybh4pu35B5ne16iVeGUazMreDUBDeaLMyDeSTB52JAO2OPrfZ0UzqqWH4W1aoY+U2UiZ9j74p8NzitwfOIIUJUpsFJmA7U7H1IIxvx91D5bNBAaJorrgCST5oE31CQZ3ADdMS+eMqT3b9rM7IHGMvqgL5zOgNedRvp7zPTed98V+DVxSr5hmYSqwY5Mx83y09fu4n0Mp4fmNXShLMkbj7qsY2MGLREbjGn8LUFCpdfMUpq2wOxJ22gjFHUlQt3go8Fr+IaxYFtfgteY1SZ+hIwh9pFLZhKgkEixNtr9PwkfLFbhtRaVJnpwUXyifvGVBsebX9JA2GNOLZcTUIB0UdLFvvaShUAA9159cIpf5L5bd/QPMQ4LlzUolKYl1IKSJJkgGxsOXtqx7jlYKopoSZiWAnWFMkiORcFvRRhvhuZDVKcKArRSeJsHHnPWwKiegY88LcTpaKeXLKCQtRL7AoYM9Tf0wU/wDIDmSqkDLIJhhUeZ2ErT5RedINsM8IXw6FStYEQqGTGrkRG+kEnnhXMoWpWBlCSbbhiqib7yY7g9sXOMZbQq5VLmmgYD8TEFmBHcRb1xabpJef0GkQuHuz1pO7JVnufDfHRcK4iGzDIv8ApJl6iUx2Cgkk9Tp+WJmQyoRy5bSERhJvBKGDHPdj7HDnB8uwrhJnWGlifMSUdojlKwDPXE9SnfobcU4zTCU6arINIQr9izT78/fCfDE1ZWsATK1KLDb+sW732wzxQsClIJLWg82EadI7SGt2GBjLslKqttLqpUnezo2/OxPph4/6fv8Ac1lr7PhSAkhtXwdAfPYz1BjsYna0jitEIpzGo66rFUEQQFsx9dl+eC8BYzlpE669jexAUC/UmRfvgmYGqcuSC1NVAbqwueUxJ0nnhF8s2wbDXAB5BVJGlaWknbTBYEn0SBbrg+RVc5SETrSaT6t9LWRj3kKCe2NcjUpLlalEXqNQqu3b8I9SBMemIv2N4l4OcQ/caUeT908/YgH2wIxb4pLfkZLmW8rmAlOrVpqR5w19ysMFMfdupgHCDeItF2qebwjcG+pn06STzEQfc4s57JmnmM0kAqzUGUC1vOsfXf3xKFV2oZqjoWAEgA7eHpkSdyFH074RJXjy/gDSJnD67rWpVdWolhqHZrH2iB2x0PGc41PTSpKCoWSNIO5GmOlxiPw3h4XQzkEjV5Q3MR6iOfqAMPcVqEU8tUBFmOsnmV1tHXY2/wB2DqVKao27Qt9kssdGbk+UoKU92aBiVWpirUDAEBmI9QDM+umLdsVsvXNHKNYjxa5IHUBCB/7MD6jBTTXLUqbTI/nNtcF1VUtysfnh+KpN9X9hiLSyyMQXaILBtPUWmfcfPHseohFUvBiQrSeUSLCxuN+2MYduXKxW5LYrcDfWxCoFoorB6kRJsQ21oiQOQ33wtxHJV6lUoKbikhhS0wBNzq2YnrcnDme4pGXVUHhUw5CBTDVALcv6rlvbnh7h1JkoPWfzVbADmJNlkzeSJPftiLk43JLy/wCjPGxirWo0aRppV0t5QzXJ+S3MCxYRHIjmlWXLJFUO7u4JACjeInSTMA33mRF4OF8nw/U7F/iYxtMBfMwjnqXY/wB8K8Ty5evTpiyOECdApIAFuakmfXBhFJ1fmBLIzmHpU/Du4WNUcpmQAFsOUzhfI5zwa/iUxDTcNfc3U8vN8J7T1xrxp/FcgGwqFKfpZR9FB9zgtXLqtAuTNSo2peyloHuZnFFiOeYzVDebRUdny8CmoVh3BaSJ/pAI774zxaqqPEakrBoFvxSpk7cvywlXMtURoVWeFjmUhQPQix7kHlhniOXaqMsUXZWF7adLG5m4AAJvyGF4aq+8CtUH4dl2SlnVgMjUqTCfvFGptt2DGfbHmyzvQoAMScvV0kdCR4lvfy32g98UeCeWqyAKatOmyXNm1IGTbq0A74kcOzrTVo1CSxCtt8LIy8jz+Iz/AGwnFKV+VP7ewE2x/Muz06cINRQoQkTENAi4jVHzGAZygKVCnSPOGIk216gBO+y723wCozJQRif5h1La+5WBba4APe2B/aCPE0aohkpk90QIT85wYx5crAilLHIqyrpJqmABazltumn8sM0qwepV1JFE0AXYciHLKL2JiTHXBeK5er4OVoIYqMilukkSxNuk/LE/+KptWpCkymiraTaz1D5JIO4IYEHoGxPdP1ff4GRjiGf/AIemtVVCvVBFGmY/l0zuxH42nn3xLzGZ1UghugNWPWUO8dj9cLVWq5ltb3LGDNgLqAB00gz6YZFQMyrSEg6gAecgKTHKQNX/ACx0KCivMasYG/sfT8V2pi/lpD0AqoXj2J98L1+ITnq1Q3HiWIPJW0CP+OHfsjVCZp3WyImlecywaCesBj7Yi8EybVKtImPO+5i5EkjGdXJvp37AK/FMvprVUAmQsA85A2jkLwOpIwXhDFa1Oo3lNlWRYqoVNX1OH3yzOaFRDLIKlKOrL8E+x1T27YWpDU2bYyQlOlpEQRqIc23B3+eIJ3GvL/gIK8m9JAc1RrGdNMHcWktA9PM4Mdm6YW1ApSWoYVqlWmfmwA7Dzg+wwXg9Tx6TAHzGtKA2NgrhfYgj/keuB5Eq9HVW3XNGxsBFPn1skeu+CrWHyCzHBToXL6o0UtVU/wBTs+lPoyn59MRuC1Vap/MLR53BF2LaWgW/EY+QwzxKs38qnzdlYr0AJ0j1JLsfUdML8Ty38NWVQwLJpZiJsTB+lsWisPq77+pqsdzKwyZlY01AVcSLEgrt0KkG34TjTgHCnqs6mAolXqG8coneTIiN498WKeSFRmWqAlKvBQahqkC2kEbEA+aOYHWJlbijuoJXRTTUFpgxDi1+bMSV8x6HbE1JtUu+n4AtjqOIcQFUa1H+nUUEzcrII+oIg7WxJyFVQ9e8KArEj8TqQR8iB64NwDMTrpG8HfmeUnqJG/YdcDZKYUuvldkqlkEmdDaQw7jSJHv1xzK1cRCTw+gtNXI//M6WnmWVr/Mx7YaUoaTiJVKwUMNywSJ6W5HsMTqtUrTYXnVNT0Dtp9zMewxcyOURKRJ+FvEqgcpBpoO43a39sX1OrGYjnnU1qigBkpgKqG4ZpkewJM32UD0R4lWLU6VIOWQgsXA+JlBUiOYAW3qTjTNMC1dlYKNZA9AeUdmPrfGOIVAtGgAL3a29yAQD3JOKwjXD3yKcqEKlLSljJJFhtAXcjcTNvQ49g6I3hwFNtjBJ0tBA23kbxsfTGMXsZFcAM3jlY0nyqF7kBQD03jqZOKnByXzi0wx0U5Jm4JJQP35kD1xNUikjMNRZbKDzZvhtubz6gHD3B6RoHUbuabqzc/EdlgewBP8AxOOCb+R16LvvcqtL50Azc5V3YyXRoHcGqz/WmuFM9Rdc01IEWqeJTbaA8G3oIPqpw59saeupQ2iqiljz1ICp/frhvOcNNZco63qFFRmBv5fKT6DcnthuNJJvn3+RFp5JVPhhr1CRZEJAEbkCT2G4Hq2EuIZjxBmHZSL01W1hBPP6++Ol41UWiaVGksrJUzz0j8y1z/txhOGJUTS2o69wGgQgEQAjGfNy6DD6MnNpJf0sv2H09CWq20c7SpB9TVBJfyKBuxHmLC3WDJtBPoaXiMaSgJch1YAk+XVJ9S0C/PSeuMHg+quUTUVAAbXbSTJgEqrHywRpH0M4r8Ky9UBdYQAHSTqUKwEMpBm9tQtzBwdXiStK+2aehNrCOa4fndFWk8mXKT7aVHtILfLFXjLK2Z10/K2kK5ixYnSp91Kt6e+NeI/Z6o7MbIB8J1CyjY9r9Y/PB8hlKzsAyhYVVMsLlAVNp2ACidpFjjSja40hP0+phtP+DevlwlQSJRXo01nmQQzH1kgep7Yl8cyjtU0hTqqMIHdnM/3Pri/mMkajrcHTVRxcQYljEGSSGBt9MNVwA9AyC7MAhsRBs5kc9IKjux5jEYzlGm133uL8GSSbVAvtVUI8VU+I0wg7AC/z/Q44vJJ4TEMRFixH3WBGkz2a/pIx3Wdywq1qpBbVqZYLqCBGkkJpuLzveNxjmeG8CIqFqgD01DSNQHiQTG5sCfvGBIxfT05QtNZefMo/C6kOXmJ53LiidJhXZICmSFG0zeSwA35Yn5cFaqHYaww6RI59hIx0WS4fWqVHqMqSS2kagCPMV0hCZXaJ5R0wLN/Z+oZKBIJgjUBB6QTc39Rt0GGi3dND/p5OHFRMo1BR1JcTVAb0VG6/7/pg32XX/wD0UNyFL1I/4Lb6ROHuIfZoETRPmLNOt1uSENrA3lhz23xvwPhVVajPAVTQciWFiyiJEytm54bUT4H1a79xZeH1Fuh6nWCHMLsVHjLeIKyv1WflhTMVIyuarEf64ogemmPmJafTFoZWVJcoCUCvJE/eVh8w1/XEocOdcolJmE09ZKqw2KtBmYIL/wD1yxyQg6unuvp/SEhozy3F16E/7NZoQUVfhPiAgbHUT15qo+WKvE8nqWq6A6KppVBcRLJUBHSzCT/uxI4dw5lolxYajNwDpQ6n0gm50gAe+HspWZsqKROoisRPIqxLesET/wCWH1lT4l33ROcKVsV4VTV6prMAERvK2oAMQLCY+EWvyA+SOtFLbPX1zLCVBPQN8cdWtfY74ucR4fQCJRdyoUkCHCAtYtujCxIEsQJONcxw0VwhpsuqkwXVNqigK+oET5lHlYgkbXvivDJU3z5c0uRZ+G1EvPpzE6WeatSCFj4wd/DdrmRDaZPUMQB1tghyqOqrs9RyZU21qCYPIbz3t0w7S4chqOxVgwqvo0vaCoYOPI0kjaPzxTqcOpinTaCv8xpmRBeb6mQQBf7vPC/DnjhW+23fIMfCzkljcgZBTl28QgFNRDgTsd/zJ6WF8b/aI1KVUGmAdE6TvZtTbcwZM+2H8zlfApyrSOXmDeWBJkAArO4IsTvex81SSvSVuSrIKuARYnSRpba4lgB5gI54ioy+NlLpuiK8PP4nBi/VEPiWXmlVcCFanTIUcmeogYT1GkD0g4t8YKii4UQBUZCeoLGp+ZPyxjLcJGjwWZmBZKlzp28qqw0tcxDcgQMJ8XaMtmQLz4TraPiIBJ7yThp6ckkn179mPPw+pBJyRztKmabsZXynzHffy/qT3xvmteoIF06V0kACYkmFY7SOn12wOhXYKWcqFeNQO+1jE39PQ4t1tNVVdS3nVC0i9jpkTzlSfcYpObi7YZQVpo5qnWZWOuNLG8SII2FrjHsPcTp3DjSyCzEC4Jnfp6d8exRPiVjOGS1RSak/dpmB3dh//Cn5thivkCaWhSRDagY2MmI+ce+NsrligCFiHA1MORL+Y3HTb2xpnMwFUld+W4uxifrjz5N8SSOqMUk31NeGUjUyykjz06jrJ3hoqH/2BxZ4YjU0JP3QVpk/1GT8vrftiVwjVR8VCAykK6wfwkK24H4pxc1zTdRHliLcwb/OcJqt2+hJxtV5nK57zZlATsCY264uFk02IUgNpsCPMFhhPT03xIzDzmkI5Lv6Tiyr2w71ZadOOHXudOm6uhL+LpqmuqTckMVHOFTl8NlWIBtiguZU0mqTamS8xuSHNhNrkRebYSrUbydjYj/H0xtQyw8Jgtg7CY6CT+eGXi5KKV95/LDqTnGNL07/AJC8Iz4rUQCxGqncRs0FWO95Jm5tynDVJFfS4LEQBARj8JDfdNjqmxkEcsTOH5MrSZQTOrSPRWPPuI+WMDKsI0tYk2YTB3G0WxReIcXS26dp9+ZtOckqexUoOJpr95V0wCfMSokSOYK7QZ9sBqOv8SrKBppqC0TcxUabmdyN+eAUahVXpEQZAY28+reBeBMW9Z3xitRdRqENqpgaZjkOtj+mF1Nec8N9u392T1Zy1FTMjPpXUtJgEx5RbzA2O1tg0ixMg2jbPZtA0vqBcgCFJAJVqfI38rbGL8+WJfCKgANMCGGoeoDdsWaC+ItwBfpP764aXi9SEqWy5Y8vwisNWbSaFauZnWKbFainSPLaNbOBM3kRMbmcUKtKNJvaorE6WCgAux858pEkwYEyMTl0K7g3WBy2AEA/OfkMatmkPlInblve1z/3gw8VqJ3vhe3p5jx1GnkHX4pTEEtUAOosNOxU0txqvGlrj8WCJxmidQDN/MAQQkkeUbX2MCeYmO+JlbSWLMZ0aoF7liBf1Aj3x5svoZaigAVPhE/DsL9SflbnvisfETXP28vwiL15x79PwdKtVRSq1GJ8yn7twrO7g79DBHVThWpmqb0TDN/psi25gIvW3mU2vv3wXjFMutQA+Wn4cDqZn62BxNCLQhYlgNRJ5sSIAjYAhfcTiC15tb/1VexCGtqShT5+1HqecSmpyzgxDKsatLSgm+qB55FwfLGFuFpoy7oAwAZnWTJC3X5Srf5nG+ap1XSQo1IQwYED5+sfPFTMoFZ02UoFEekewsT6k4SU7jXe5PVXyxQhmsxRlGrDz3cShI1GA0XgyVBAbmOdwcZPitNX0lfDUf6elfKwVlb7ogNqWSAIIaARY4n1al/DqixsGIDSLQCJ3HW+NERy4pqqkUy7CLSGFxc7COvLrjrWtKvm6eW2xeWtKrxZdr11RL6vKCF8oNyrQSJgeYzztHTBuD5/VS8z+YVGFwNtKysiIuRfeTifnSwJA3+9G3wgn13wfhkGmHN4qMWHXyqsHrIgHEZa85K55r75+4ktaeJPk39w+Zzfha9CkarkQy/CPu6SCZIubTa2NUzKoykjz1JYqUJBeP8AeJj4Vm3uZwpkKykujEgi5A6QQGB6/uMNV6xpKmgkxyMbG4HqCDfG/U6inb3/AOfivydD1JN8SY7l87TCBlC6QNQZgTJeCTck/FMqeguMRabJV8YTCGkiif6Hmfe1v+8O5bLEU6ijzBWZl1c1JMqf798C/h9alk0orgBYB6z5t4uItOJfFfC43i+/dnLHUlNcEuTOVHDvFLaSdQPmWJtuD+duxxZ4I0mCR5AFIv8ACQevQx9ca8NqKjywjlr/ALRf3x7P5gaiadiVADX3swkHlbFZylJcJRQSyOUnRCxIBVrHaCQdyOtox7C+UzqzdQJ5R9fXHsc0oO82HbFH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346" name="AutoShape 2" descr="data:image/jpeg;base64,/9j/4AAQSkZJRgABAQAAAQABAAD/2wCEAAkGBxMTEhUUExIWFhUWGR4bGBgYGCAdIBsgIR4gHhwdGyEcHiggIR8mHiAiJjEiJSktLi4uGyAzODMsNygtLisBCgoKDg0OGxAQGzImICUtLzcvLy03LS0vLS01LS0tLS0tLS0tLS0tLS0tLS0tLS0tLS0tLS0tLS0tLS0tLS0tLf/AABEIANIA8AMBIgACEQEDEQH/xAAbAAACAgMBAAAAAAAAAAAAAAAEBQMGAAECB//EAEEQAAIBAgQEBAMGBQMCBQUAAAECEQMhAAQSMQUiQVEGE2FxMoGRFCNCobHwUmLB0eEVM/GSsgckcoKiFkNzwvL/xAAZAQADAQEBAAAAAAAAAAAAAAABAgMABAX/xAAvEQACAgICAQIFAwIHAAAAAAAAAQIRAyESMUEiUQQTMmFxQpGh8PEjUoGSscHh/9oADAMBAAIRAxEAPwBAELrfdgL/AKEHEKJpfS3NtceoAk27yMMeH5CqElhGqBp9xe02j+mJaXCKrlr0gHTQNS9ZFhEwzEG4tveMec+O0cjogTLN5TDSJmBaTuGBHUdPz74ny/CS1V2YkEkpJ/BPwH5n8r4e5bIgUFXmJI5z2IYAqdvUfM4A4rWAdlpNZm1GO4g9flhVL06YPAvyOTqrUFQadJBF5IjqT0Am9zcTj0Dw5VFSixq+WWpkikRcpJFjG4utp7bRitppQIxhVYQCTbmWYM+kmPQdwMbzLsqp5cKEAmemuACREapP0IxSPxEomU6H3FOC/aFAomkxTUWBB1FSZWGG9ov6YpVLLKtT7QoBqazNIiFMbEGZguPS3bFmyVUeWitqRlECZkq1l1GPiBiL269sLKPDXfWgBlLiVWZtykkT1n64oviI2kMpIX0cussajMZJIJJkfW5PSTifiOdanlhSHMoqWYxbl2F9t7X6YHzeWrm41SLRptblPT5YhHC8zUZRpg6mIlbDlETb3w7arsqo+LGnAasVKZYSqsGmJ2vYSB++uL5xHxegVitNz0Gx79sUhOG1qSFQVEiGMC/eJ6TgLKU8wLFyBuAFBv3xoTSWmauPksvGeOo9KGpuy2lhvMWAN4APeZn1x5lxfLkFmcljawE27z9cWilnc2mlVqOoRyyRT2NjJtfEeZ4xmkFRVqf7t3BpqS07k6lnefbFLTfZqvyUHMIVqsIO/wDxGNDe8/vfDri1BmaTTYkx+E3kSYwOmbqoCAFAN4amOojYjtg2ZojzFNTVphV0fCrANN5gkE+m/wA8eor4MyCUqdR80g0nzHg/EsbC8kg3kQd7Y88pfaa5UqFLUupCi5+gNsZV4Rm35NA5RYBlG1hs2M8iQHoJ4xV05ipF1kAAPqlSZuTJmwwIzKlRSpA2sBuDEz39x64M/wBEzZfUyIWi9xO3WDfbDOpwpAi6ihaw1auogCO2wxKU432DXuKJVUszSTJi59hfsMSZLiFPynRlYi7AdSSpFyelwRHUY6zHAiJdjT0k7hjy7kgAY7bw+9QakqKRYXmwG3yxlkUemC0C+IeKu7BtCiQo2vyiInqDGrrc74Cy81WhgJb3H0ABm3pthnX4FmGhKlMKqfiDTPt74NyXh5FYmsC6QQBq0EbX2JPXBeWPuC0DcPyapRnXS1/EQxuYDSoOncbxcHocAZ/OCodNgZ1AiSB6NfoOuGWZ4SQVFOqq9iWiR2sLdscf/T2hXLKG1fDpcCLmN47YDywbDyXuVfPZxWaUSL/Xbp8pj1xqnUDNe3Ufvthvl8hQCsaqMSDvqiPbpgzL5HLaSQjwIJMyQPl2sdu2DOZnJCCrnF8sAjmnpEQNvzm/tjMvnQ7aBTQsY0sxO4G3URhzU8NUpL+aWAk6VWLST1/ftgrL8KywI06Y3uJb6/vbAeVLoLyLpFlrZlVKNESASOo6kAfX8jjvQy1kNQgAksQtlARdQBJi+F32XXo0VLnofw8pJ+XL+mGuZpLXszEMiM/YNbmEEX5SL9ZxwLZzAFfOMrsWES4ZBEadUhrD5XNxqPeca0sK9ciNNSnqA3+g7bjtGOMvljVUKVYkDlMm14v1hd/YbWuZkqav5b03LSxDOeWQSZUr+CNNh/NhW6TMB/aHoGm7KpJIK/wgNB+gFj8r3wflqgzEqzgagUDC0kNPfpAYE9x0wJ9hNSsUAL0aIJZyLQxBQLeCSigz26Y5q5aQ1WkYBl2E3CxBK9DzzfcTg+DBvEsxd+jwus6iZOoKFkmBGxHvvjunxQoVkkmlVK1Ag66RJP8AKNwPQdsK8xly9MhpDPUVoncczMxvsCQfWMEZmmGLtrI1LAUi8nVf1+Kx9ffAbCPMpnlMvIE2RZv8UX998HcPoA8z6mZwCBcW7/Fad/yxV2U03RmJVFB1awQWPwz3jaCMWXK5wmDcahcCI6DePftthL9y2KUb9SGyUlAsn1v+pxoZdZnSfl//AFiJW/nMWuDa+3TEms9Hn5j574HOB2f4NeDo0F/hP5/3xycqgMlCTsN/74kq1IgT6TiLMVNIBZ4Bt+7flh9IfhjXg01JP4W/P++I6+Tpt8SE+hBP7OJ6nW/QRff02xF9rG0mYn8uwvt/XAuKEnHEkAjhOWYQKa2NwBBH0g41/pVEEnRBO8k7fXGf6iCrVAGB2EiBPpPttg2jmQ6ybTuOgPaffE/nfc5ecLtCwcKoBidJkiDJb26nHFTg2XI06AB6WwfUYKwSfiFp2/f98bqhdj+p/vhvmodTxvtCz/R8vAXRYGRc79/fHVLh9JfglQBBE7j1n++C2QwTKle+o/3xo0SB037n+3UYfkvcZwxryDmiuy6f+gHEdTIoTLLJPXb/ABiRiJjeB++h/OMSPQUQFLGdoaLdBhfmwTqxH8voXVOC0v4DPvgWvwtmmFAPckn6dsOmpVB8JG8XA9+kYg+1nUVYAkGJUnsTe1tsNzQklHyVivwOoy6WGoT0O31+d8KF4NXouSEZlgzsZBi0Az6bY9EEXsdpkyIm8nr6QcREC14B2/xf+mKL4hVQPR7lMOZUKraCKn8EdfWT03wV/pw8uSQoseUxoA/rv8sWWpTHeR9b4BrZNCDKLH4hp+k2wFO9oMYJ9CoZhqTMGXSFVVJZbpYD3I/4xYi6mtQrqtlRldh8PKpUT2BNo7gYrtQirSpec5SprFMMqaiwKygYTJgyJxJT4RXCCiKg0eYDqAYSOkiJHMdj2tOFTpWcw64s7BHamCC13nsxI6/X2xVuH1Wo+ejTzXEW1b6WHe7dOx64uWepkUl52YKJZhYRqCspA9/ybCWlllStSanVRqdZnCq5snU6WmZ9BHabiFVSWgmcL86nrVwFpsRLt+IsgCBbRC7R/NjWSVFOhwfMOoHl1MZDaQTIXckmOw98H1PtC0mmilUEkhNUQJkEEk2gSLyDa+FnDoYs6oXqKQTfVEfFHdhB9TOApPoyC8/ThJL6qksF6gg35gNrA7WhTO842cuGCKXIdgV3swW8ySdwZA2n8s4XQ1LVNJQoIXyi8FZ02BLCQBPrJJxEqN5zeYDpSdcywF21cxvpMkT0gYDcQ0Stw5WrIrTBAMnrHwkRuTYR2JwzyVBpGh4JsQxBECNhqlevSxxzTzRIXTz00BkAjUpEG4/iF+/ucQ084rukMzjqABIv3Xe5H57RjnnkbegWMqmYS+p7rJMERboY3F/qMZRzg5SdEE2PQ94kbneMYioW1EiCZsBY7agdwZj93wnq5kUqiioqw0stTdSDAI5SINvkemJr1WYsj1JI1BoXaI5u9pvYT88DV+IiZ1Ewdogtfa53uLb/AKYAkIwFRHiSEcwYbeRAmP30wDnqWptQrino6kHex1T62ufTDLk/IecvceU80bA0qimTvEgxPra0TtIwFmS2sIUkRczERHub+nXAP+quGEamgCVEjaPhOx37TBnDTIZ1apV1SCbWN4BBUibTvuel+mGbku0bm32QZY3h93Ok3JBAPcLeMHNSRQqqraJERsRF+07YDzSFGSoSWC7gLDiSATcXtv6bb4LUh2JXUFsQZsT6ybdv+MQcgI39h+81h2aw/hMRMHb1O0Y7q5hegm/7jE5cq4BMbG3aYMaZ/fTCvibMuxjUbR1vA3w+ObfbGbZBmg+klFCK1iZki/abDfYY2K+lm5lJ94tESJkkAj6AxgdcpUanVpsAXghSWKyZkgEWjpNv1wvymVC1VTMKxflBIujKYMgRFrqR1jDp8rtiyt9jyvnRT/29VSoykysGexIn12G5BwH9uqagt1QgX2CEi0wAILRcbBsc8Qy4ZQ9FQKfJAFmFrEExCxchuvTEXCeI11VT5ZAYiGYEbTc6usQInpjKPpuhRrTZ2pWgPpaJESbfiFiP1nEDU60DSzAtpMwCsTBnsAOu/fAAzzGsUWddQ7AiwFz1Mki4APyGO+IsuoVS7ASssrNIIB1fDtPY/phlGSQA6k0ITp+8EIRFzbci9rER7Ygq50aFhQpIYXnfcxNp6DG+GlNoYHVLOw1TI2DdRpAtvfEupSjI88x5TEFew9zHSbDC2lKmYHOYAAUQFIAGoTMA2P57fniVc0rXDRUsJIk7QFifQC8dPXAnEUBUioQrajAJnYyQukagRIie/tiP7TT0KHfSH6bQQZt2Ik79cUcfCMV/O1oCxzBiJB/CFk/T19cWPg1WtAFTdiTJgMyKYUQLm5+I98L8tlH1IwQN940EMDyuACrdQwIIgjf64dU0pUiG0EVGXTJF1BIMOb31H2OKzfpryMw3y/MpGQS5X1mYO1pBIPSfywtyfDWdQGQKJDIGjTIgWsOYrNiBfDTK1kLqaY1WklbEmCOb09+5645SSVp1gVVi3LJNjcS3oTvOOb5k4aQE6Bslknp0kovUUBYMi5uZKxF1NwNoxJnKiLzLQZhOpnC8wIsGBkRy9e1r47z3DTKhKpDqNOogNIBtIkEmeo3jEpoVgs+crgAhoEHVPv32GNPJaT8/sGyLIZKkKmtA8sCSC3KdV59/6H6ELVZWZTCJMRF9UarH+GLRf6YiyJJJcPpTTBBgkkEyT1BFvpgnM1GZ2XUBp+IMhH1aQIIPQHCKUmwWBpkmChqYVW/HoFyesQIM+04GSqhYFZ1DpqhZG5v0mbD5+h1Gl5TNfUpEyF/mufa8yPc4DqZSjzHy2kHcrJO3T2MSOsxgr7hTJ8xmqUgBSbXYGBM3kGB/XC7jNJqukIXZTBiRNIze943uRa0GcHeUWU6llImmQhkwSTY+hBt/jETZLMsSsptymPiF9V4lWEQJw0fSw2S1cvWAMU2B5SSrKVqkC5gkwflJvbGshWViqsqsdRF7yYuZBjmB297YnqP5YVyfgUAlRcyNpm5LCNu2FlLJqykKpWoAYcQSSTKyBMkdbg9e2CnaMdVmV2KLT1KgDAAXiOkQReZkmJ9xg/M0EqUwyhQRGzXGm2rlE2tY+mEGSBUioK5BLBGV4Omd4nYsekdcPsio8okKZDEldXazFNMvNj63ws/S+wMlK1AgYBXffUJAtfVc82229x84qNB2lmG5gzIE7jfmG0XFsTPQptqHmHmAnsyxF4tMdvXbHWWrFSumrK3AjoBygc0kg2vO/viLdI2iWtlm0AlrgQINz89jJ6RaBjM1RY0zMOBBkW0kTNiJ/Yxuvw81AAHKljvJHqGjvNtum+FxNWk5Yyyzokm4JMAsLgj0EG8+2jFvYbCFqMeYMwIsZm8dQCCZvuI/LHGa5ksFdABI0giSxEx774H4nxIoyRS06YBDAiIazfXt07jDMvUktF/4rgGCBcSRO17euC8bi78AKnnOJGmGAYpqUEq1puZAtsQO4wrzPiZgqaWBIk3BG/y/IDFtz81Z5aSssai4DgzcaQQY+I2I6/Wq5zwWr1KjU6p03KsiXVr6RoXptcQL26Y7cDx16tGSQG2ces71VpsXUAyLAHeVkzsP16Yb5bNsgYoKauxMob2IuBczMCQex3wpq5KpTUpVqeZJA1EFZAufWN7YFrcKrsqVKZQJMQDp/Wxlbj59jjp4xYaRYKnHKfmLrADpyqEJI3uDAtuYgnEmX4qvmAgadQCEjm6aSwj0AHe31ScGoUnqfeOyMQdMMPi2A2/5xJkVSnX8t2gqBLTEN1EweWOvtIxF4UtIWi0hQxaEBtB1CRA9SoaRH+cafLmrRAplkeNYUMYNjsfUi04FqliD5JpuuqQbg3H4tJiQe20W3xpuI1Fy6uvlswPMVJsAeaLBuskdMLwnHaB0GZRBS8xaZl3e6xB3JJ9ZO0YzP5pldAo8wnoebrAklgLmLD6GMSLm45FYOwudW5JH4SAAJvfBlQpVprKLNPTUIEghjcaokz3B/pji51K2ays8UaopC6TSLmAQQYvEnS0fUdMP1q1HVAxA0AqWInWdtQAEi0E+5HTC/iGTXNPry7MKlMEQymGuSoB1CAWm/r7Y1Sy70kP2kwFqliQ0/Gh0gSLiRN+qjFpNSSr9jFgydNnZDpAen3PRlMjrMMBhLU4izmpTSmSSSatSeUEKQBbvEbDbFlTLowDOUMgQP5gJMHrttHfCHh2Zp0Wqt5a876dIHPsTzGb7Axve2Jwbp3sKR1kszUegAoA0qNRKxPy3Jvc9Zwbl82Kk06hAjSdM6jHUMGEg7HfrvgLMcVBrilQpaZlNRgFWNyY6DHHB83zNU0zUIVZAncx3v72t7YpJNLlQOh0KbzMhl3DAx1HUfuOuMCjVzrq1AHUqwAT3M3Ijf29MaesVlbi9mAGkGD3tAMCI6z7QHNkqqgojsxJWQRY3kwOoIt1YYnT/AHDYPT4modKTklQZUmQWG5HbttvvbDipCuIZV1fhnrA/+Xp6YX5pyVF9OoALIM6TuNt52j/gPKwtSGYOl2p6TJO3cfFbvjcVKNs1jbjeWDUlJDFgDp026TEbD0n2xTMm7hnXQVdVly0IACYBIME2G3WRi4rxgUVAcW2kmWB6agPTr0wj4zS1Vg1NpNQDV5hZxC/CFvyrJMx9N8Wh1xG5aCqfCKJRpLA1KcequCGLidiGA37D58ZLK0yQDWKsdXrZiSNQuvTeLwffEK54odVQiWEqn4piDBUkaZtudrY07o2uoH0M8E21MvLsv8MydvliVTv8Ct7C8/wmqVCO4CRrfyoWCLaRtYlhf3ttiDK09RFNU8uWMEttGmCuo9wDEmSOuIKGbr0ipdnNM2Ey0gTPwgnbb0wZnqjVUptCIqkEGIIDEBL7aSTcEW+sNxk3swwrs1eqQroCmkXVrn8QmRsYiJFzgHjhqCUZSRa6tI6QCImx/URe2Ac1nqlMINIQq0uzEzqMiTG4sN/TEef4lXprqrqFpODoZSurf/ta1j74ChJyejDjJZggeXLKVsCZgkG6wRJt3FonEuRzIr03C6dcMbGJYyO/WO3+azl8+PM56z/CWBW5+IxOoxMAAjaTgzhOcIFbSgGp2gidVjuIv1Fgf1GHeNWqMG5MsFUFmPmAMRoGkdzYSWABBE3HpjBxAJRTzNIkcwaJpjUVBiZgwO4+WI+DcWaqyKy8ygyCY1KVP8NjZp67TvJxg4fRWpVq02H3gllJDWAHLNxboCR2wsqfd2YQeJ8qkrXVqjBnXVTTZRs8RF4vvB6RAGOuC8UDTSVAaYBJFSnB0ieZjFoki0xI2ucPHSmpUJQT7xQNQN7SSGvy7kxeb9sZxGmryzF6dUDTSYbSLmdPxBrSJOKOdRSn+5nXkrPEOH5WsS+UqAukEU2uCCNgSdwehg/TAHEMjX0LUNIQgAcKDzXGoyLAgnv+QxM3B6jsayKqq128sw0hgIt37bTFrYbcO4hoZ1FRFBGmCCeaI0uDBkiQehmemOiWVpXHddhsp5zQClASFJn4pE3uJ+GOvfBPCKzISHkpp31G3cAR164649wfRNUUiEbby+ZVvEta0xsY37YEytKVD0XcaSRUWoIvvyxv17HF7jKNoNJou48I5gEkOGhBoEWkfhIsfY4K4fRzdBgHoFgTpZrTcSCIMsoJ2PriSqr5XMOSXanUXTS3bSZUTI2gSSOw33w6yTOXYVHeUlYiEbaGGofoYEwScePKc2t00J4EPDuPmr/tANqJAkBTI3O5EiNgSfzxt+JFmKtQZ1DHWWQ9JCxYAdp3/q0pN5VZVekieZqlk2a3L1lfUAHBOVqCo7o5LMpmVuoBMrB3BggfL3xnNR9SRqFi53zzUWgKycrAGosrbrJJZfiIAJ6HAtDgOrUEzA0hhpK9QFtqGxMnexOmZvhrxXgtRtPlvo0kXIDAXNx6wT6+t8LK3/lq0JULjQquoGtl0izaRYCDPT4sWjNP6GEkXg7in5lVjUBRizqOZAQeaN2sSI7YGXKUWVWFYPpIcOFKggiIqJ0ZdwbHcYP1NmNLVUPlqJCgHmJmGIPwkQcCZ41qH3i6lFYBYcSTfeLxYm29sZSk1t7/AIC2EUeGM1NoaaerUQH1BrAnbeD8+nTAmRy7Es5qSgBUBob4zICsDMW6+nriGpmzSRHVmVaZbUgPMVbYRMWYyT+mB/txak+gqaShSzIuliSSebVvc7jrPTFHyaFGejW4dHOtKI8xSdt+5HY+nXe+CP8AUgjuTpUBtzaNQue8H0xTWr1ZOmqFBsQBaJm25JnsMOOE5tajv5rByEBQEgSwIAB+QvO+r1ws8H30aiw8TqrTQ1joExraJBEXkjcW6j9cV/N5pqYGhGCt8MLJgxyx+Jfcdu2GHGeJUqlFWDaWU6gq2lgI0ne8WBxNxPMFqYqSqqukMjNM331abPc7YaMePgyBshwoyalVObUpAJ/CTzCIFr7Sdu5wXxLgTkHyqwYWLM0kqNMKBE6hvb1+eFFThmnNBCXaG7GIJhoNoAUz2t1xb8pIZxrmmmmNRupIJK6jM2gx0kYEpSiw+BdwXM/fFWMAKFUbq09bbG2xuL43xjiDISKdJSpXU3cNcSvrF/rjeTyitUapSdQQzKwiQ0/i3G5v+WN55hp8wnkpSKgCx2JLAySpAiR6dJgJOTB0J65pqAaihqbgMWLdSSIYXJI3mN5F+hWfhNa1KOqmCsSQ6SbjlgMqjT0npvEYDoLl6LV1WkW80ctPWuk7htMAwwMD1kEY64f4kRXXzWCSv3jMpZSyyNCkASep+eNKEn4CR8QoCiVehTYUyskrzAKRIYTLRB9IiJwFleIr5J01gIOlQSQH1TqZREiJG3LbBa1Yqg0WpxUPljSOUgGVplfiRtNouCNu2Kz4m4U1HUCbaxAn4QSSZIAjcW9sPBKTqQOy38DrgOqtUhpUAgXIFjBWLHvGx+eOc3lFoh2qlQlVmalUpkgg9mEe3QxBwsrcEzCal5R5VVT5mkktuVqIFmZAhk9JudyfD2aXyaorqGU1tShiXQP6SCwQkmd4jph6SV9hOcpSK+W8EJOqLG0QbyCY1Dafiwfw7Pir5lKF8xTqplxI2PpIsSJG2rFZ8QoUzX3fmAoskAxED4lKgAj1/TbEvhniTCpOoNuNJN7jlI63MfMHAlCXGwUNOIO1AKA9NUiaigglTu0ib83WZwk4lw1cyFalV8tg8EFiJjrqmZ3iTFumLPVoKW10+R5ACk6Q0jb0NuvcxcRjjJ0Xy50eUul3GsGNQWQAOWB1mYG57YnBpPktMy1sBy5H2Y1KNNnFMlGBgVRZZg3kENt3jfCynnkq5n7hSTVXVpABDdLmAQwO8x17ybUuWTztSUWUMdTCV0sAJDMp9to7HcYQ+JqaJVqaaZ17oSpnmBBBbf8AivfYYeMo8qCXNs9pYppNtx2B63mR0tiXh/EdYU6bEkH+Ujoe2KoviMGoXI0iIE/ERO5iwncC9wMS5XjFNKhJB0TAMwApF7ab3BPTHOsDTqhdj/i+QFULDstz8I3PrEHsJxBwinTpkrTHKYU0yIKEDY7kkzM3Ft8L38R6XDKR5IF1iT8P1BB72wfkeNLmEpvTI0szTK3BANj26XxpwfGn0bYbls1oEEu0bzdh36CQN4A+WBc9RlhqrHa1jy2uTp9P6YFq1a5qHyzJ1CzQAALsNpk7X/KJwiz2azCvVpsG+zEAJUdiCkwzKYkt1EG8KLxuuLG/0sxZeEZh2Z3puNKDSJAJ+Rnab3Hpgji7BhorkFWBhhYgwflIH7vivZLP0GpooqKHUKQUO5Q8pdSOo79cMa3AWalVFRqlWowJViwUjYhUtpUnvGGWP1XIwqyObySHTVDuVMAwSJBPMIM/l3743NKsA+WACI0tJILixi/qOvptii1M01KoVWVdSZ1XI76gRY/L6Y22eKFRuGBJCEdpMRsfT3x6HyW+mPxZeU4Qr5Zap0oxXUiAQN5BY/ObQBbsMV7i+U8uh5tPToZQYaNXMensbYU5vxDUq0xSVitJRERBIF+b99MLvthf7uTomxiY36D3Fpw8cL8jKDG+Wzr0wtSNScuoL1JEgCfS+CKvF3raX81QAwK05I0kXDMCCDe3XbscVxXKJ8I7kSfb8p/XBeoNTkByJjUFMSegj5emKvGuwuNHo+W4zNQKa0kQz1UXUIvy7QL+1pw0zPEvKp0apcVRU+J9AUHeCVHUCB8sebcDzLUNekWsGFzO4g+sE3x6lSzNBqNJiFGlBaQVW0kHpjz82OMSbJMpnaGhSzAeXYEP/HvqAtJI2Ox2xRcxxTMZbN13rKVR1IG7JUW0IJ6gE3sfitBxaKVKoc5UT7Mr5ZkEkgDcSYn4r7rfbod0q8SVvMUZcVstSYalYWUDvEwZ72t7nBg+K9zJlXyNFqxLtSmiCFOkgvtdlBN/le0YtvDKTpT8lHWorVA9N9JJR121obhSE36SbYE4zlRQryqa6NZ/MCeWylYAdlUAFTymbdjYQTgri3iJaNM1qdFH5dK1gZKv0WqLFToMgzuek3rK5VxGa8IrWbqharVGo6QINUUW5A0ytmXlJIkr7xiw5bxVlaoRqtJy7kjzNAOktKAmJ6ggDsMI241QenV0CatQKSlQSrWWxMgE8zR1EeuCuA52gZU5UUKqpNiSrCdRUCwF7x3M4E/puS6A+tls4QtVGem0hdlYDUC2xZhsACJgbAm/ZLxPOnLVjpU0xVqsKzCCF1HUjLpNpW8xFrzgvMeIFZHQCojupJZRzJP4lUkbdADPvinPmzRqlHrrUKhgrsCNQuwDAzETAnbYWg4TClJM0dl34zwYVdHl1oqqFh/hU22JFuaVt/fA+ZyNPykJ0pWsREgWIZhB/DBnv12GKynF9OoVpNF1BplLqjAyWWbypgiY6gmww/pZusaTEMMzTkQ6KJTUsHWCZgTYgHrIGBKElpsFBnEsv59Ur5qKS/IwBMKRzAmQDJIxx5SHTRruWqWBqaQZGr4lYTNrCRI7YF4JWUV8vRcMrmHUzysuifmNwb79cMON0qYqqtRHQVSRrEae5N9p+eIJT+lgFvFKL0qlCsdT0KbDQ2q24+M72IsTbp1xF4i11mpmrVZaakmr5Q+FCSRyxLRYWvHfDPLcTWkjqPLemswqmdQBC6gRswJGpSOs22wmzeeaq+qmqhdUaQZJmNUqBEHqAZxVJxaa8BToC8P5motZQ1E1VdYHLcReQWIGn3+RxZU4eG86B8QGmmVAgi+99ybHYY3SyQoZlKlMk06srB3UsLX9wPriAF6lRnDGmFUojTfUSJJB/mC2Pb1wHNTfKIt30DVMnlnoB6dTUfNQalablguk9on5YMr8EpIKaJVdUqEL5kBgWHwbQBJBE94E4U+IPD9OnR+6VwWYamEkswndV732FsN6FZ/sWXUU1LQisrbRMN25j+pwckqprdsP4E9HK5uj5havrp0m5tYswFjJJJ2MD5YaLWVQWWpSY+XyqWnYCD3uDEbwfliSvkPPrMKmrygDFOSZeWl0JFxG3W2w61QeG6VUqadR0qFwFtMHcdgYBnpbAi1NtSdfhG77G2YqKmiqUJSqsCosbtYAgyRe25sIw3za161LXkq5VwRp1MQpK7gjYT1BG+DOHcFWlSXLswqKrSSyjfVq22FzgDwpwdsp56s+slrCbKLwfmp39MZS8+38mso/iGg1etWzFZRTZoBW/wAaooYfW8zsRh1kMutHyUFJdGbVeYtzLqAVgCReTcL63w88acOV8vUamwDoNToIJcgQCb2YLsetuwxU+G8HFfKrmDX86spUBSf9lQeUANY3j8MH1Ez0qfKCb0uq/wCB7tbLJkPClNMzQq05dObWGHwnSwvay+/5zip+JOCrlCzI40Mx0gkSLkgQLkepw04Lx7MCqftGdUoXhlYDVEWaAoAWSJPphf41z4zMstlTVJBIDibMVm39jgYnlWWpPRlaa2V2vxAOIAgHeD12OGfD+LolHykoRUJH3gcydgQVMg6vSL/TCvilFkdVbcU1jkKSItIN59Tvibw3q+1UNBAfzF0kjUNU8siR1jqMelwjJHZGEWix0eN+QzCvlWNWQTrOkqbEGCszsb/phhl/G9HUxqZJWDKFIDgC0xbRA327ycPaPDMwrBlfKVH1FlmlUJOlUpwrajqiUMyTqEzIbFB8VVvvQnm06gpDQPKUqoixiQNRJvquO1ows/hsb7QfkQLfS/8AEKipDDKuGAi1Tp1tEYx0SrTGfyo+ylmKVBp1Bx3IQgfF3tYz6+alseleCs7UOWpJTYBabsawamHgEswMSCdokbY582KEI2iOWEYxtD7gvGWr+XUagGGpoY2AIBWVLDcGVm0ht+gG4r4NpnVopwrAsXPxKZkSAwmPbYAdsHcR8Q0aNOCio5OsLsrXGq8QG0mdJ3jfc4D4QiV0aXepRqkQCWBRjJImfblkjtYwOBP5fqXRz3R5zxThmZoUxUFI1KMGW06gomBJWO1iQMEeGOJinUph6RFRLP5hjUHESAd+VgQOoWcXGllquSzBp03NQVELUYN2gjXS0mUFrzHcGDEsPD/G8tmydVEKUphiGQfAoICncQkn8sXnmXHate49qtoo3iOjU8w5ihUBokAhpgAMBywxmZvAsOgEYiy2fMh6g+6JC1acCfhIDqekGR9Pk68RZLK0csUp5ymXWSKVYXJ6gKACJ9R8xvio8PfzqyUp8sudOksNJHdC9pmIB36YpjXKG+v+jJNosHF/DCimKuUqkpWA0oV+EhTIYg6RrjfoR62E4V4kr5bLBPJ+JpqO29yIBUfCAO/WdrYta8W0VaVBkJC5cI5Nwai6Qs3jpYzfVGNcfq0zpqCgSzNFSNL72h16X2ItiEMkvpmr+4OXhgdCmaq5d9elEYtKkSoIPJ1iSAb98WurUbRz01dFAKFYJUiQbe0GNsVtcrl6gpvRq1KbkLJosABF+aTdb9ZF/cYK/wBCailVhUUszF0q05UxIPMEGnT8UwIuNrYm1fT2ILuK5DM5Wl5aotfzZ0lQZKkcykC/wjpO/oMI8yPJ8tqWpWjdjquf4toPTaIvixUeIVqJQ1tNU0yCzEDkO8odyCOoj4iOuIPH3AlBGYpArqJNWm2ym51A7iTYj+YRGKQmnLjL+4ypsaasy0MaI8rsWGu/wlSux2kHb8sKfE1epSoOHfUWdUBIlhK3FoHSQ3r3wTm+ICvVXLozIodlepSYDUqLOmwsSYgjoDifOUA5FN+cGy6zdytz8wL29cQguDTr/QmtMrnBfHtZW0VKbVIWCbA9CGa0TFp9fq78ReIFd6S0HHmKQ0i+mQCB67zbthXks+lCvUp1KdM6IgaSakEgqoaIPcCOo7YG4pVpmp9opAo6MusT2O4ttaDH6G/RLHGU+XGtDtK+h1wqvnKb12XK1HNTQ+l4UySIJJIuF1AxcaRgWrxX7PXNc0zoFRgACIDkkDWRYXJkx0w6zXGTXfVlah5ZgxZyBsQRdZ/wcVXPZ9aJrf8Al6ZGYbVpYTp3BBBAIlrx6274njVytrfsBbezrMeKvtAdSj6lJBYEaQCZAPMZ51F47/OzZesPO1q7PNFQyiLHTA5iZ1C5I7n5YQ+HeG1RSqpNNKjEOQwlqamxqAC5n/1WIFr4zgWebzjQDKrGlY7ztPzBv7YfLGMvo8DSSrRniwq9NaqVxVBOkkRymOoB5SdogbYV+APECUq/2fMUEcMw01gnPTPQkxJSY323uMC8Wqo7mhUUU6yDQGQQJgQRp2n5DHfhurTyxq1DL1xT0OoMhtUExIiIEHecX4L5Li9+3j8MeKqLsu/ih1rUClOklMLVIaQFJCmQogTq2aDH5483o8ZAqAKkhSukneQbG/y37Ysg8QGoV1hXqsFWGBiUBh9okgxe+wwgz9ELV8wAB1kkD8j2wPhYPGnGQI1ewfimbapmdddjUMrrOxKiJFtrTg7ifDcmsNSzYcSFKBbmCQzSTZTEiV/Eo9cI8rRYZjVURry0KAd9rSAPnGDM/nmOkFLWEmLfIY71LjSR0qdUkOvDOTR1QnO+S1yV1REOsQCNMlQxuZnR0xrhuQoPXNM1AaILS4IlVVtIaWAUgiGt+GTbbAlHh4qU00QGLMLiCYUmRbabe+HvDfCrJGoUagYFTqA5SfhMkSL9RfCS+JjFbA86XYJxHgSUqD1DWVmAp6dIWGZoLp3lQQRa4lvTF78JU6S5XL1lGl0pzWAW7o2ogkKJMHbrYjCfJcHyvnrRqZRQ5p6gGsNYmVLKLoZkMwjYRNsMeFcRelmVytZFp6kBohTykSZT3AiPY9xjkzZllXFIlly8loX1uK0OIxTXUqSRcCfiEH0lZPvGC1oHhqLTNcgzq1ACL2KtPSwE2+IdjhF4wUZHMIfL1Uajaok2H4wAO0giN9sGZzM5erXq0arzTogMrM9vLZVYjUTJAm3UX7nEnj/2+xLjr7DJeLlfvWSij0SzyG8xRKyzhjdSwYR3+d7BkBQeiSQmlk59KkSN2W173BHvjzGnwl6Ao1gyspIBCkmVexltiBYAGIMxizZvLZulTHlvOXehLFhr8tzJJRhdRMHqo7YjlwLklFhr2En/AIh1lqmjTydPzVRWcmCxUJIZdRvEXZWuLDrir0MxqoFhSLqp5iTZYGq3/tB9/fHpvA8/59F6DVh5zppVitoIEgHeDHymwtGPOOIZV0XTSWELc9NjqUMOXUIM7dSPXHZgnF+iuiuOpaD8xxekaFMU3c1GYhtRIgbBie5tO9xPTB9BazK9TSahFwWvMCWk9Z+tsV6pwp8vTSo6jmYhYuPUj99Rhjw3xBUVlRyfKDMWFrlgohv5QQTbvhpQ/wAorh7BuR4wNfmimyheWpTBJGk7aRuLnVh1maFQVRTpoQrHUCwggRzajaw2tcz64VktpIVYDETbcDaDEzH5fTD37Waa02aoTGldJMxaBNpYex6+loT90iY7z/BV+y1aMqWAlCQSRpXlHf4RBG8Tjy3L8YreX9nq8wIBQk3QyIM/wkbi/Q+/queyy1mQmqacutSmVNzE2gj+Ej9zjy3xHwitkqqq+moai6gVkiJ2AMQQe2HwRXQ2Peiy+FODD7PSrEk16rEqZgKJIIPeRMztNtsNfFnD0qZWSfLqIdVNxurDcSO4B7fUYrzcUqZTMZamWBSlJZdidYaZ9pti3cTqgrAGtSxa0XEXn5dcc2VyU1Ik7tMoWXVkqnMVWNRayRrKxDgiD9AV/wDdjviubqUWlRZxqB0iJ08wabER0Prh7K/ZGIVm8yUCxOksSAG6CLT/AJwi4zxRalKjQDnzA4p1yogrp5Sy+8j6HFotyldfZ/gorbHWXpsrItNFXy0Uv0m417fi3ntvhXxPM067VKi0m5DodpsYER8h16zfYYBenUy2ZI88B5LAs3+50Ia+59ex7YQ8Xy7+Zs4p1XLKtzuew3O2HxYk5XZowt9l48M8TWrmlEWZSjGQQEAuDNtMx+zhpxPRXzJWiaRbSdRG9ja4Bv3GPNaCFBWpyAogNIg7mwnaYv12HeX/AAXgWapvRq015mCPSvZ9RA0k9LNcHpgZMEYy5p0aWNe4FxLLpTzJWqdOq7EiZGmIFuot88AfbqS19WghAI1BSZ9/pi7+KOEHO0PtKRTFGiWOq51qX1U+0qQVJ9cUTgrZiuSioGVFLMdtKjf39sWxNSi231p/YeC9OzmlnCRqYmNQggdD/bFhYhgzqyuSoGqBNgb9On54Q18ky02sSBAsPc7e364k4LmUohncnmRoFzNxt2B7++HnG1cQyVq0GZLLjzAuoAXkkG9vrggZQEgNF2sAPivFtiRhTwkvmaukGTsOg9z8pxYsxQGVy1QONdSqyinBjRpE6jPr0Avy3ws7i68iOLugvM5pqFSii+UnlLUWbsCHsSZJBMMegueuLT4KFH7NXOour1HZ9QuBoHLckkAC04oPhvIVc1pFT4R5rCTBaChI2sJaJE9bWwb9kzGX0ggrSeojaNUSTspI94O35YhKFem9/wDpmvBaOA8ZzC0VTN5eo+Y0sNQChtAgi4J5ok9pUdcc8c4fTrMmZNV1pBG5puhOnSRJNiAfaMA+GfFH2is71YHlqYC9RJMiTciw6C4xYs3xLK5lBSDctRgGF0ME3+IXnsO+JSi4zt6EadiTj7+ai03QVBTB8uszbjqCf4xEX9DifLcGy2dyaB6eipVIIZgquCoAYrBNrGxvHS+Ac9w+tQ15eGegxfyagYEKLKBUJvqVtIv/AHht4VyxoUvKLK1TUCBJjQ4EMQbi6uTjZXUU4s210VClmauUZ6Smp5B1iWXcAwdMwIMWMEXxe/CHEVXKCpXKqiiNjAXpqtGxuRbqcC+MKdWrlq1LytWn4H1Qy9ZNiCvSxE+4xzk+M/ZctRNWm9tFNlK8vwwxkWIPrOx2wk5c0mluw3ZBneHZdappIR5oonyEB0moykkHVME2iZ64oOdzxq1NbEAltTWuG6xfv/Ww2wHxsxXqaahZVqt5ZBNlto0zcFRA+Q7YXZmsxYsTLzJMbsSWY/U478WCt2dWNcR9U4kXtuSQJ6dhc7SB+XpgnLU3qOwZSw/EYMrJmWiYBvv3wB4fqoKgSsQKfxAkWBDCOm0MbemLLxXhj5QuabkUqzlk0Ncp6kbAA2B74XI1F8Sclslq5Fvu1pHUVXn9QGJB9TeNrX6YjTh7Dndp0n4TMgMGuD6elt8B5NDLzMGIW6zJP06mIO+HXFOEtTCBdUqCWPVVIsLGDuQYmIGIvppMm409jOoiZh6ajSAKSkBiQSCNJVWBEHe/QgYSeIOKrmcs1KoGFfK1Yl7Mycw1H3tqHeCNxgvhNKnWBotaVLUnBhlZDLJMzYgNFpBnrZbxbVWOpiCsQWIUOVWxk7kG2+xOGUkjJUwjiHhpjUSq9RWqs4ZxELpIjSLzYenywZwd34fQ8qsvmGmrPSZZh1/huJBDG/SCMPsqNdCi9RtRKBmaAJ5ZmwA6/lhfS4ga2Xo1rUy0os3F2A0gGNyBbcRviUnKql0DbVEVHxBl6tIjzDSZwV0sDIaLEQLxvOA6iZfM0QtEytFgdUEFng6tQIBvNz3JxvxtkmCUSty7QJjpzGO218C8AqpSqtSDK5IDMw2mSN+p2BPpffC8fRcQcdaBuOZrK1adbzCq1aL6hrAlrTCwbqW5Tewm22Enhfi6VM15lXQuhZUKsCdt/QWvgzxJwXSzsqJpgmxAkhZI7z7d/XFLo0CJLWVokjtINvXa3rjtwQhKGi8IpotPG6mXzVYnLg+YzQRFnZjEp6Tb88Xrg6VKVGpl69bQaVgUOmEYAgK25gkRt0EbY8z8J1TTzKVFQNoYwGJ06tJ0yR69u2Lj4fzNbiFXMLXqAsgVk0qsISYsYJiwtOI/E43VeF+4mSLS14LDlOKitl6ipSHmUnXRRBjzFkHUQQBzAlovG+EJyzZzPirlafkiiQMwzcq1L3QhSQxIB9wb9MJPF3EKJqg0QVhCuoW5lLARHcde2KvS43mKasi1WCltRWbE23G2wGNg+Fai3HV+/wDJoQb2j1unw3KfaATTCioXC0yOViQhFSOlpWB3m2KR4p4G1JwfL0ggrqg6RFgAT2A/d8EZzOutQVFIIpOAlMmQoqS0XvMR7T2GJ+LeIKtWiq1suVoq8BwbgzbUIFgLHab7HdMUMmOad2BKSYj4TTYZmiEBEuo5SVkE7T03i2LNx8ZfzHSpVQVBqUNqLBYAIDD8MzAaN97zhNwZwxZKiQ6sQkdChVjf+YOP+nCniWSYVGRj8TSx9ZMz7f5x0yjznt1SGat7DOFeJKlI/dwQilVJHw6ypax3uOvfFpWlVr5akxravLOpSszUhjAYHqOmKBUowsLGox+Zi31+mLTw7L52gcvJXy+aqF1wGVYlSIBmDbfeemGyxVWtBkl4GHhPh1Km1RHn72mBqiNLA3UXmDP5XxZs/lqdSjU85ENSnFJTTA1IP/tkXJHci1ge1+MqgaoWpFfs9RCS7dKkxC9e89D8sVrjIrZLNpmawJVng6GhCACFZrbgGDqHeMcjTnL7kknJ/c5/0/NVcu9WnWIqGpzMD8TTDq/Sxg7QcTZzi1HMVskFiiywzxHK12KiLkSDc25h3OCvHFZ8slM0FQLVmSCAD1AK7MfxB97EdcUzhrmpUZRpl9gblj2Xriii5R5Mbjas9DzPiJq5zDomvL010mmPifY6wQZBB6GLeuG2W4iK1JlWn5i/iUkXWNoHUg7DvvJGKb4XytSj57bAiGEdBqgj11Aj5/Tl69OnUZaFWpTYoad4iSsQxVp3iGiQY3iMReJN8UZQvoVeIOCtl1NSk80WZivlkwAQQEa+6mBOxkd8I5LLBEnYRvPaw269cNkpH7zLkkE09TExZh95HboonAXD6TmdMklhpj1B37RAn0x3J0tl/BLwzJl3KQCfkdhqO/t88WzxFU8xKdalSqCmgKmSSqrK6RawJIIPoFxUgreYtOkVNQn4h0gbz0tJnf22w+4X4iGXoulUhkqq6raZYWPWNJ2+fpiGSDclKibTu0a4dmqSkEEtziA0bEwDAJiCflOL3msyZYoNWkrqA6L6npPbeJx5bwvJLmGcK+llEqIu/YAiw6SSfrGHVHNV8ozAtpJVTokMrgj8YuDY7+ntgTS6XYslbosopZfzGCFkJVn0kQQ224uZEj2wVw7IikCWCOpUsQwm6xO+8d+l8JuGpUqstRXIJAQkRa9lYfIGfQe2GVTirKBlsyrAEEB1IJFyJ/pHb3xyTT5d6J7sr1PxDUWilA0t1ZQWPKBBkMYtBH0xX+DcGzDim9R2NFKkgI0gMY5hG0mLx9MWepkBVBJ30kBlvE26Rt6YkyvDmoElebUEDA22F/a8xPpjsUqTrs7Plvwjjjr1KoopmKepUqko86fMBUi4Fwwm8Dp1uMA8PoKKzEyQyAAACAJ5oPczYzjusKq1UdoddQOx3EbdjA29ScE5Uyod6YH4W3EDqRbvHpOJu0hXB+RZxfJ1KbmKZdXOou7TqlZstjMX9bYX0crTfVTIhaulZAB0Np1IwPTpIPRmE3tdc7lWfkck0zswmBO3sQdP0Pc4S57hSsoLEymw2Mifz9vTD48qpBikUSrqos1PuwM/19oJ+uG/g7i7UMyrFoSodDHaR0J9jsfXFjHBFrXZZcXJOwO/adJj5HpiDNcOAClkFmILEATEDYdDtf574s80JJxYyipaBPHGZURRCjzFYlm0qVKm4BmQWn+vfCGjVVKiOVVSpVjpEau4jaItEDrixVOEgqsqoQGBJCkDtvcfI4V5rLv8QckCY+7LAxsOYRe/9JxsUopcUZQ46Qw4bwtWLoXI062B5dxpA1TcRpmR64W8UNRnrzU1JOkopMCXC7G0xPzGGuZqTq+7RoQMxPKCpjVOkj+IfM41l8utRmKAjWQz6iGW9yRBEC5veN5gYXlXqZLa2zhy1GmXCiQyjVe5NMMSIBsJQD23w34zWy5yFCozgOKQKx+JjAKx3JBJwD4ioNUohUeAoUsRcGyrKk3gEHe/6YWUA2imVCFqQ0izsRzWYaFImTERNveFiuaT82LxszwrwZM1XIckIBrMC7RYDoep+mHfjBqgrC4dEEIpM6TIBk7kxBv2wg4tkW2cFyVWytBBNhYgmJO0YsnDcrQp5RadRi+lS5ABkMfwmNoU/P54OV9S/gMl0FeBs2wy70dGspqYQbxvyiLibe5A9nPHWpZzIO6EN907JqldBH4iNxF/piJ8svkGply/wBkYE6l0jSwAHWBJEXxX+F0/ujQDMFcQDO8wdPoCfbcYhabcvuGOPlspYpVdSITOpoUk6gL9CDcXJgevW2HfAqFSjnKQenoKkEkqoIDAwe4mxiZvfBL8OE6ZKOO3pf09sJczwyqpEnUekHe/xGdh/nbHXyU1RaUGz0PiHEKYqahK1NChTM9dSwNgQWM98Vg8FYuxKkc17jqSZHyGIVZxUSo/N5kCSLhtoP8AfqL4dMhKPeIAiLwF2ifQxHTTbHLTx+SaXEE4jwskNV1amNIo07kxCkgfy272wnz5ahQemJWq5XzCO0GRbptPcn2w/wCE03FIrBao+plubCBpJtYk3HYX7YWZyl8elC4MFfnp0/kPr8sPBtOmL5oq2thIE89j3I7e07+wxZOD8VFJTRqU1ZYJUsLCRBNxAnaf7nEbUiAy6FUqJMEzAPNY+pEd4OE7K5kgtzGOu9ztjpdTWxmrRYPCxa6KsaiwWInbad42k9pw34zkGQJ5iAOgIlPxLeNU31CPmIjsKrlcs4UVEJVg/KZiIUE3HcMAPmMMafiSrUakasOiuD8InTImY/lnEpRt2ibi7tDXgmZqUHoOR9yXMMdzcKQTNyB+mLVnwtdWKFSULFlgE+6EbjrHrhMM1TOXpq6kUalZgundAGLKTva1/fCyo9bKll16itRShH4gQT06Ehdz0IxzOHIn3stWWQeZEgWuRtPYY6q07wLkmIO379MRU3MHSREc1p62PyJ/I4NzOYNSmrQNV4FpBG/v3xr2etasW1ck0GIEWNo/Y9PXCyhlzrg2Ivv0jt/X1GGmUzAblaVY2gmJ69TtiUZQAMCV1Ecxm4E7d/3Ps6ltoV09A+UzAcWuJF4G4t2i4G9sR16BJmAZMFTI2mWHabH6++OamVOsm4EfX3jrB374Y1qy1ApgQYMAdRH9PywjVO0JwoSZfN0kLaFKsBN+pHb/ADPywVWyhquHtBFliy7wSewt62GOU4cZYkleW7WsZED+3scF5doBQgyAxgtJ26dxA+WNP3QHHdoDzmVkhXl7CLkHmG9viuZv674rvEMi1J1ZVcAxzfle4A/ti4jLwV0uQpHKJO/UGbW6YC4pliF9V6d9v64rB6GWNULeIUC+X0BfvCUDEAAEcpkiCOUqB8+l8cvQZaLJTOuqAmqBp5QYgkbQdTHaRHtg2oR50Fj5bMsfynt3uAbdLemDczQSpKkkKTpZZI1qP06XE9PXC3SpkJxp0KclpfSp0kNTIN7MY/DIg3HxdO+BKWWRGAAam6mSafKQqiTfTJBHcydpIw0zNAKDVSLkCmt4CiAF3kXt6WsZMNuFZQEavhJWyGCARMj/AKbY3LgGMPcphRarlyXOoKL7r8UXEdRO/TfDfh9AqrLUIY3tsRJiTETefrecMxkNGsKFJmQehnp0jmm/qPfE9XgwZFOuSV1FiLgxJB9j0xpStUWWO+gPKcRFJHXQV1gxzT0gNtY2674UNl3EGnExbV+KTMKBebT2w2o5R9DnUHUSSHO0DaRJ7QffDPg6oaV15nEie2/vHp64m7TJ8WmJeKVNRZqZA17kgH3gEgD33iMKcjQLVOgMkBiLREmTG8Tix5vg9Jg8SNQmASIInb/i+I6XB9KmNPw3aD1FwFB39zsd+9E6VFHFoTZyghVni+q8dIG8AE2AX1t747yFHXSc3LAgEXhgxEEd/f1m+CnpvOikhIA1EltUk+4AHsRF8MsnkmpoD5zy7ArUMMQhgzcdATaxBG+NJKqZzyhLoDq5XRN6jVOaQQYBIJaN+mwMR72wJw/hQjWSp0CVIJ21GAQVEmST8sF53hdfRrNQV07FABa1xEX7RO+I+EUr1oYHlGlSoA036ARJjt2OM43F0w/KlHsXcQLLISiiWUIWliRIBnYdrAWvfHFbLIyg023N+UABoIMXmOxPce+D8vzJNxPQzf8Axt7fljrJZYpRliFBbUTvABkWW99vf2xm/CA1ukVnO5qAaYLGwSxgGbnoeo/LG+D1UAgKpqQSAfhnpfod7/Qzi1HhK1FFQBZG8d+hETNon+l8IKlBEdttN7xcz2PYT+WKJpxo3D02MMi7fE1MCCCQwLQYuF67HcnpiE1l0NZhHwyNrG1jtcxiJnZUbS+5mDPxAXg9B/m2DaQWrT9ZHeNvbvP0xCS/YRod5u1Jo/mwRlDNMT/L/TGYzCZO1+S3lAlIyKxNyKZiflg3Nnb99MbxmLLs6I9s3xBRqa3b9cBcIvQv3P6jGsZjPoX2/rwNOIiVI6eYgj0tbEdMf7R669+vTGYzEodCw+pEmZUaUsP2MKq/bpqX9RjMZisDol0BZxBCWFjSPzJucT1lHkUjG9alP/xxrGYP6jnn2M6CAmpIB06YkbcpNu174KRQKlKBHOP+0n9cZjMcr+v+vYXH2iDOWqGO3/7nGqB5Ko6aT/3EfpjMZiy6RddAmTMeZFuY/riGgxDmD+4TGYzDvyTyBtb/AGQetv8Auj9MbzB5Knv/AEGMxmB+tFJfWvwC8LH3yerX9cFoPuX9KpA9tW2MxmNk7Fn+klp/7VX1Un88VmjaixFj5Yv/ANP9z9TjMZimPoOX6UScDcmswJJgWn/04npMSWkzzf2xmMwj+o58H1DPID70/wD4/wC2FfF0HnvYW8sD051FvlbGYzDwKvyCUxap+/xHGspZKZFjDbf+psZjMZ9E0f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348" name="AutoShape 4" descr="data:image/jpeg;base64,/9j/4AAQSkZJRgABAQAAAQABAAD/2wCEAAkGBxMTEhUUExIWFhUWGR4bGBgYGCAdIBsgIR4gHhwdGyEcHiggIR8mHiAiJjEiJSktLi4uGyAzODMsNygtLisBCgoKDg0OGxAQGzImICUtLzcvLy03LS0vLS01LS0tLS0tLS0tLS0tLS0tLS0tLS0tLS0tLS0tLS0tLS0tLS0tLf/AABEIANIA8AMBIgACEQEDEQH/xAAbAAACAgMBAAAAAAAAAAAAAAAEBQMGAAECB//EAEEQAAIBAgQEBAMGBQMCBQUAAAECEQMhAAQSMQUiQVEGE2FxMoGRFCNCobHwUmLB0eEVM/GSsgckcoKiFkNzwvL/xAAZAQADAQEBAAAAAAAAAAAAAAABAgMABAX/xAAvEQACAgICAQIFAwIHAAAAAAAAAQIRAyESMUEiUQQTMmFxQpGh8PEjUoGSscHh/9oADAMBAAIRAxEAPwBAELrfdgL/AKEHEKJpfS3NtceoAk27yMMeH5CqElhGqBp9xe02j+mJaXCKrlr0gHTQNS9ZFhEwzEG4tveMec+O0cjogTLN5TDSJmBaTuGBHUdPz74ny/CS1V2YkEkpJ/BPwH5n8r4e5bIgUFXmJI5z2IYAqdvUfM4A4rWAdlpNZm1GO4g9flhVL06YPAvyOTqrUFQadJBF5IjqT0Am9zcTj0Dw5VFSixq+WWpkikRcpJFjG4utp7bRitppQIxhVYQCTbmWYM+kmPQdwMbzLsqp5cKEAmemuACREapP0IxSPxEomU6H3FOC/aFAomkxTUWBB1FSZWGG9ov6YpVLLKtT7QoBqazNIiFMbEGZguPS3bFmyVUeWitqRlECZkq1l1GPiBiL269sLKPDXfWgBlLiVWZtykkT1n64oviI2kMpIX0cussajMZJIJJkfW5PSTifiOdanlhSHMoqWYxbl2F9t7X6YHzeWrm41SLRptblPT5YhHC8zUZRpg6mIlbDlETb3w7arsqo+LGnAasVKZYSqsGmJ2vYSB++uL5xHxegVitNz0Gx79sUhOG1qSFQVEiGMC/eJ6TgLKU8wLFyBuAFBv3xoTSWmauPksvGeOo9KGpuy2lhvMWAN4APeZn1x5lxfLkFmcljawE27z9cWilnc2mlVqOoRyyRT2NjJtfEeZ4xmkFRVqf7t3BpqS07k6lnefbFLTfZqvyUHMIVqsIO/wDxGNDe8/vfDri1BmaTTYkx+E3kSYwOmbqoCAFAN4amOojYjtg2ZojzFNTVphV0fCrANN5gkE+m/wA8eor4MyCUqdR80g0nzHg/EsbC8kg3kQd7Y88pfaa5UqFLUupCi5+gNsZV4Rm35NA5RYBlG1hs2M8iQHoJ4xV05ipF1kAAPqlSZuTJmwwIzKlRSpA2sBuDEz39x64M/wBEzZfUyIWi9xO3WDfbDOpwpAi6ihaw1auogCO2wxKU432DXuKJVUszSTJi59hfsMSZLiFPynRlYi7AdSSpFyelwRHUY6zHAiJdjT0k7hjy7kgAY7bw+9QakqKRYXmwG3yxlkUemC0C+IeKu7BtCiQo2vyiInqDGrrc74Cy81WhgJb3H0ABm3pthnX4FmGhKlMKqfiDTPt74NyXh5FYmsC6QQBq0EbX2JPXBeWPuC0DcPyapRnXS1/EQxuYDSoOncbxcHocAZ/OCodNgZ1AiSB6NfoOuGWZ4SQVFOqq9iWiR2sLdscf/T2hXLKG1fDpcCLmN47YDywbDyXuVfPZxWaUSL/Xbp8pj1xqnUDNe3Ufvthvl8hQCsaqMSDvqiPbpgzL5HLaSQjwIJMyQPl2sdu2DOZnJCCrnF8sAjmnpEQNvzm/tjMvnQ7aBTQsY0sxO4G3URhzU8NUpL+aWAk6VWLST1/ftgrL8KywI06Y3uJb6/vbAeVLoLyLpFlrZlVKNESASOo6kAfX8jjvQy1kNQgAksQtlARdQBJi+F32XXo0VLnofw8pJ+XL+mGuZpLXszEMiM/YNbmEEX5SL9ZxwLZzAFfOMrsWES4ZBEadUhrD5XNxqPeca0sK9ciNNSnqA3+g7bjtGOMvljVUKVYkDlMm14v1hd/YbWuZkqav5b03LSxDOeWQSZUr+CNNh/NhW6TMB/aHoGm7KpJIK/wgNB+gFj8r3wflqgzEqzgagUDC0kNPfpAYE9x0wJ9hNSsUAL0aIJZyLQxBQLeCSigz26Y5q5aQ1WkYBl2E3CxBK9DzzfcTg+DBvEsxd+jwus6iZOoKFkmBGxHvvjunxQoVkkmlVK1Ag66RJP8AKNwPQdsK8xly9MhpDPUVoncczMxvsCQfWMEZmmGLtrI1LAUi8nVf1+Kx9ffAbCPMpnlMvIE2RZv8UX998HcPoA8z6mZwCBcW7/Fad/yxV2U03RmJVFB1awQWPwz3jaCMWXK5wmDcahcCI6DePftthL9y2KUb9SGyUlAsn1v+pxoZdZnSfl//AFiJW/nMWuDa+3TEms9Hn5j574HOB2f4NeDo0F/hP5/3xycqgMlCTsN/74kq1IgT6TiLMVNIBZ4Bt+7flh9IfhjXg01JP4W/P++I6+Tpt8SE+hBP7OJ6nW/QRff02xF9rG0mYn8uwvt/XAuKEnHEkAjhOWYQKa2NwBBH0g41/pVEEnRBO8k7fXGf6iCrVAGB2EiBPpPttg2jmQ6ybTuOgPaffE/nfc5ecLtCwcKoBidJkiDJb26nHFTg2XI06AB6WwfUYKwSfiFp2/f98bqhdj+p/vhvmodTxvtCz/R8vAXRYGRc79/fHVLh9JfglQBBE7j1n++C2QwTKle+o/3xo0SB037n+3UYfkvcZwxryDmiuy6f+gHEdTIoTLLJPXb/ABiRiJjeB++h/OMSPQUQFLGdoaLdBhfmwTqxH8voXVOC0v4DPvgWvwtmmFAPckn6dsOmpVB8JG8XA9+kYg+1nUVYAkGJUnsTe1tsNzQklHyVivwOoy6WGoT0O31+d8KF4NXouSEZlgzsZBi0Az6bY9EEXsdpkyIm8nr6QcREC14B2/xf+mKL4hVQPR7lMOZUKraCKn8EdfWT03wV/pw8uSQoseUxoA/rv8sWWpTHeR9b4BrZNCDKLH4hp+k2wFO9oMYJ9CoZhqTMGXSFVVJZbpYD3I/4xYi6mtQrqtlRldh8PKpUT2BNo7gYrtQirSpec5SprFMMqaiwKygYTJgyJxJT4RXCCiKg0eYDqAYSOkiJHMdj2tOFTpWcw64s7BHamCC13nsxI6/X2xVuH1Wo+ejTzXEW1b6WHe7dOx64uWepkUl52YKJZhYRqCspA9/ybCWlllStSanVRqdZnCq5snU6WmZ9BHabiFVSWgmcL86nrVwFpsRLt+IsgCBbRC7R/NjWSVFOhwfMOoHl1MZDaQTIXckmOw98H1PtC0mmilUEkhNUQJkEEk2gSLyDa+FnDoYs6oXqKQTfVEfFHdhB9TOApPoyC8/ThJL6qksF6gg35gNrA7WhTO842cuGCKXIdgV3swW8ySdwZA2n8s4XQ1LVNJQoIXyi8FZ02BLCQBPrJJxEqN5zeYDpSdcywF21cxvpMkT0gYDcQ0Stw5WrIrTBAMnrHwkRuTYR2JwzyVBpGh4JsQxBECNhqlevSxxzTzRIXTz00BkAjUpEG4/iF+/ucQ084rukMzjqABIv3Xe5H57RjnnkbegWMqmYS+p7rJMERboY3F/qMZRzg5SdEE2PQ94kbneMYioW1EiCZsBY7agdwZj93wnq5kUqiioqw0stTdSDAI5SINvkemJr1WYsj1JI1BoXaI5u9pvYT88DV+IiZ1Ewdogtfa53uLb/AKYAkIwFRHiSEcwYbeRAmP30wDnqWptQrino6kHex1T62ufTDLk/IecvceU80bA0qimTvEgxPra0TtIwFmS2sIUkRczERHub+nXAP+quGEamgCVEjaPhOx37TBnDTIZ1apV1SCbWN4BBUibTvuel+mGbku0bm32QZY3h93Ok3JBAPcLeMHNSRQqqraJERsRF+07YDzSFGSoSWC7gLDiSATcXtv6bb4LUh2JXUFsQZsT6ybdv+MQcgI39h+81h2aw/hMRMHb1O0Y7q5hegm/7jE5cq4BMbG3aYMaZ/fTCvibMuxjUbR1vA3w+ObfbGbZBmg+klFCK1iZki/abDfYY2K+lm5lJ94tESJkkAj6AxgdcpUanVpsAXghSWKyZkgEWjpNv1wvymVC1VTMKxflBIujKYMgRFrqR1jDp8rtiyt9jyvnRT/29VSoykysGexIn12G5BwH9uqagt1QgX2CEi0wAILRcbBsc8Qy4ZQ9FQKfJAFmFrEExCxchuvTEXCeI11VT5ZAYiGYEbTc6usQInpjKPpuhRrTZ2pWgPpaJESbfiFiP1nEDU60DSzAtpMwCsTBnsAOu/fAAzzGsUWddQ7AiwFz1Mki4APyGO+IsuoVS7ASssrNIIB1fDtPY/phlGSQA6k0ITp+8EIRFzbci9rER7Ygq50aFhQpIYXnfcxNp6DG+GlNoYHVLOw1TI2DdRpAtvfEupSjI88x5TEFew9zHSbDC2lKmYHOYAAUQFIAGoTMA2P57fniVc0rXDRUsJIk7QFifQC8dPXAnEUBUioQrajAJnYyQukagRIie/tiP7TT0KHfSH6bQQZt2Ik79cUcfCMV/O1oCxzBiJB/CFk/T19cWPg1WtAFTdiTJgMyKYUQLm5+I98L8tlH1IwQN940EMDyuACrdQwIIgjf64dU0pUiG0EVGXTJF1BIMOb31H2OKzfpryMw3y/MpGQS5X1mYO1pBIPSfywtyfDWdQGQKJDIGjTIgWsOYrNiBfDTK1kLqaY1WklbEmCOb09+5645SSVp1gVVi3LJNjcS3oTvOOb5k4aQE6Bslknp0kovUUBYMi5uZKxF1NwNoxJnKiLzLQZhOpnC8wIsGBkRy9e1r47z3DTKhKpDqNOogNIBtIkEmeo3jEpoVgs+crgAhoEHVPv32GNPJaT8/sGyLIZKkKmtA8sCSC3KdV59/6H6ELVZWZTCJMRF9UarH+GLRf6YiyJJJcPpTTBBgkkEyT1BFvpgnM1GZ2XUBp+IMhH1aQIIPQHCKUmwWBpkmChqYVW/HoFyesQIM+04GSqhYFZ1DpqhZG5v0mbD5+h1Gl5TNfUpEyF/mufa8yPc4DqZSjzHy2kHcrJO3T2MSOsxgr7hTJ8xmqUgBSbXYGBM3kGB/XC7jNJqukIXZTBiRNIze943uRa0GcHeUWU6llImmQhkwSTY+hBt/jETZLMsSsptymPiF9V4lWEQJw0fSw2S1cvWAMU2B5SSrKVqkC5gkwflJvbGshWViqsqsdRF7yYuZBjmB297YnqP5YVyfgUAlRcyNpm5LCNu2FlLJqykKpWoAYcQSSTKyBMkdbg9e2CnaMdVmV2KLT1KgDAAXiOkQReZkmJ9xg/M0EqUwyhQRGzXGm2rlE2tY+mEGSBUioK5BLBGV4Omd4nYsekdcPsio8okKZDEldXazFNMvNj63ws/S+wMlK1AgYBXffUJAtfVc82229x84qNB2lmG5gzIE7jfmG0XFsTPQptqHmHmAnsyxF4tMdvXbHWWrFSumrK3AjoBygc0kg2vO/viLdI2iWtlm0AlrgQINz89jJ6RaBjM1RY0zMOBBkW0kTNiJ/Yxuvw81AAHKljvJHqGjvNtum+FxNWk5Yyyzokm4JMAsLgj0EG8+2jFvYbCFqMeYMwIsZm8dQCCZvuI/LHGa5ksFdABI0giSxEx774H4nxIoyRS06YBDAiIazfXt07jDMvUktF/4rgGCBcSRO17euC8bi78AKnnOJGmGAYpqUEq1puZAtsQO4wrzPiZgqaWBIk3BG/y/IDFtz81Z5aSssai4DgzcaQQY+I2I6/Wq5zwWr1KjU6p03KsiXVr6RoXptcQL26Y7cDx16tGSQG2ces71VpsXUAyLAHeVkzsP16Yb5bNsgYoKauxMob2IuBczMCQex3wpq5KpTUpVqeZJA1EFZAufWN7YFrcKrsqVKZQJMQDp/Wxlbj59jjp4xYaRYKnHKfmLrADpyqEJI3uDAtuYgnEmX4qvmAgadQCEjm6aSwj0AHe31ScGoUnqfeOyMQdMMPi2A2/5xJkVSnX8t2gqBLTEN1EweWOvtIxF4UtIWi0hQxaEBtB1CRA9SoaRH+cafLmrRAplkeNYUMYNjsfUi04FqliD5JpuuqQbg3H4tJiQe20W3xpuI1Fy6uvlswPMVJsAeaLBuskdMLwnHaB0GZRBS8xaZl3e6xB3JJ9ZO0YzP5pldAo8wnoebrAklgLmLD6GMSLm45FYOwudW5JH4SAAJvfBlQpVprKLNPTUIEghjcaokz3B/pji51K2ays8UaopC6TSLmAQQYvEnS0fUdMP1q1HVAxA0AqWInWdtQAEi0E+5HTC/iGTXNPry7MKlMEQymGuSoB1CAWm/r7Y1Sy70kP2kwFqliQ0/Gh0gSLiRN+qjFpNSSr9jFgydNnZDpAen3PRlMjrMMBhLU4izmpTSmSSSatSeUEKQBbvEbDbFlTLowDOUMgQP5gJMHrttHfCHh2Zp0Wqt5a876dIHPsTzGb7Axve2Jwbp3sKR1kszUegAoA0qNRKxPy3Jvc9Zwbl82Kk06hAjSdM6jHUMGEg7HfrvgLMcVBrilQpaZlNRgFWNyY6DHHB83zNU0zUIVZAncx3v72t7YpJNLlQOh0KbzMhl3DAx1HUfuOuMCjVzrq1AHUqwAT3M3Ijf29MaesVlbi9mAGkGD3tAMCI6z7QHNkqqgojsxJWQRY3kwOoIt1YYnT/AHDYPT4modKTklQZUmQWG5HbttvvbDipCuIZV1fhnrA/+Xp6YX5pyVF9OoALIM6TuNt52j/gPKwtSGYOl2p6TJO3cfFbvjcVKNs1jbjeWDUlJDFgDp026TEbD0n2xTMm7hnXQVdVly0IACYBIME2G3WRi4rxgUVAcW2kmWB6agPTr0wj4zS1Vg1NpNQDV5hZxC/CFvyrJMx9N8Wh1xG5aCqfCKJRpLA1KcequCGLidiGA37D58ZLK0yQDWKsdXrZiSNQuvTeLwffEK54odVQiWEqn4piDBUkaZtudrY07o2uoH0M8E21MvLsv8MydvliVTv8Ct7C8/wmqVCO4CRrfyoWCLaRtYlhf3ttiDK09RFNU8uWMEttGmCuo9wDEmSOuIKGbr0ipdnNM2Ey0gTPwgnbb0wZnqjVUptCIqkEGIIDEBL7aSTcEW+sNxk3swwrs1eqQroCmkXVrn8QmRsYiJFzgHjhqCUZSRa6tI6QCImx/URe2Ac1nqlMINIQq0uzEzqMiTG4sN/TEef4lXprqrqFpODoZSurf/ta1j74ChJyejDjJZggeXLKVsCZgkG6wRJt3FonEuRzIr03C6dcMbGJYyO/WO3+azl8+PM56z/CWBW5+IxOoxMAAjaTgzhOcIFbSgGp2gidVjuIv1Fgf1GHeNWqMG5MsFUFmPmAMRoGkdzYSWABBE3HpjBxAJRTzNIkcwaJpjUVBiZgwO4+WI+DcWaqyKy8ygyCY1KVP8NjZp67TvJxg4fRWpVq02H3gllJDWAHLNxboCR2wsqfd2YQeJ8qkrXVqjBnXVTTZRs8RF4vvB6RAGOuC8UDTSVAaYBJFSnB0ieZjFoki0xI2ucPHSmpUJQT7xQNQN7SSGvy7kxeb9sZxGmryzF6dUDTSYbSLmdPxBrSJOKOdRSn+5nXkrPEOH5WsS+UqAukEU2uCCNgSdwehg/TAHEMjX0LUNIQgAcKDzXGoyLAgnv+QxM3B6jsayKqq128sw0hgIt37bTFrYbcO4hoZ1FRFBGmCCeaI0uDBkiQehmemOiWVpXHddhsp5zQClASFJn4pE3uJ+GOvfBPCKzISHkpp31G3cAR164649wfRNUUiEbby+ZVvEta0xsY37YEytKVD0XcaSRUWoIvvyxv17HF7jKNoNJou48I5gEkOGhBoEWkfhIsfY4K4fRzdBgHoFgTpZrTcSCIMsoJ2PriSqr5XMOSXanUXTS3bSZUTI2gSSOw33w6yTOXYVHeUlYiEbaGGofoYEwScePKc2t00J4EPDuPmr/tANqJAkBTI3O5EiNgSfzxt+JFmKtQZ1DHWWQ9JCxYAdp3/q0pN5VZVekieZqlk2a3L1lfUAHBOVqCo7o5LMpmVuoBMrB3BggfL3xnNR9SRqFi53zzUWgKycrAGosrbrJJZfiIAJ6HAtDgOrUEzA0hhpK9QFtqGxMnexOmZvhrxXgtRtPlvo0kXIDAXNx6wT6+t8LK3/lq0JULjQquoGtl0izaRYCDPT4sWjNP6GEkXg7in5lVjUBRizqOZAQeaN2sSI7YGXKUWVWFYPpIcOFKggiIqJ0ZdwbHcYP1NmNLVUPlqJCgHmJmGIPwkQcCZ41qH3i6lFYBYcSTfeLxYm29sZSk1t7/AIC2EUeGM1NoaaerUQH1BrAnbeD8+nTAmRy7Es5qSgBUBob4zICsDMW6+nriGpmzSRHVmVaZbUgPMVbYRMWYyT+mB/txak+gqaShSzIuliSSebVvc7jrPTFHyaFGejW4dHOtKI8xSdt+5HY+nXe+CP8AUgjuTpUBtzaNQue8H0xTWr1ZOmqFBsQBaJm25JnsMOOE5tajv5rByEBQEgSwIAB+QvO+r1ws8H30aiw8TqrTQ1joExraJBEXkjcW6j9cV/N5pqYGhGCt8MLJgxyx+Jfcdu2GHGeJUqlFWDaWU6gq2lgI0ne8WBxNxPMFqYqSqqukMjNM331abPc7YaMePgyBshwoyalVObUpAJ/CTzCIFr7Sdu5wXxLgTkHyqwYWLM0kqNMKBE6hvb1+eFFThmnNBCXaG7GIJhoNoAUz2t1xb8pIZxrmmmmNRupIJK6jM2gx0kYEpSiw+BdwXM/fFWMAKFUbq09bbG2xuL43xjiDISKdJSpXU3cNcSvrF/rjeTyitUapSdQQzKwiQ0/i3G5v+WN55hp8wnkpSKgCx2JLAySpAiR6dJgJOTB0J65pqAaihqbgMWLdSSIYXJI3mN5F+hWfhNa1KOqmCsSQ6SbjlgMqjT0npvEYDoLl6LV1WkW80ctPWuk7htMAwwMD1kEY64f4kRXXzWCSv3jMpZSyyNCkASep+eNKEn4CR8QoCiVehTYUyskrzAKRIYTLRB9IiJwFleIr5J01gIOlQSQH1TqZREiJG3LbBa1Yqg0WpxUPljSOUgGVplfiRtNouCNu2Kz4m4U1HUCbaxAn4QSSZIAjcW9sPBKTqQOy38DrgOqtUhpUAgXIFjBWLHvGx+eOc3lFoh2qlQlVmalUpkgg9mEe3QxBwsrcEzCal5R5VVT5mkktuVqIFmZAhk9JudyfD2aXyaorqGU1tShiXQP6SCwQkmd4jph6SV9hOcpSK+W8EJOqLG0QbyCY1Dafiwfw7Pir5lKF8xTqplxI2PpIsSJG2rFZ8QoUzX3fmAoskAxED4lKgAj1/TbEvhniTCpOoNuNJN7jlI63MfMHAlCXGwUNOIO1AKA9NUiaigglTu0ib83WZwk4lw1cyFalV8tg8EFiJjrqmZ3iTFumLPVoKW10+R5ACk6Q0jb0NuvcxcRjjJ0Xy50eUul3GsGNQWQAOWB1mYG57YnBpPktMy1sBy5H2Y1KNNnFMlGBgVRZZg3kENt3jfCynnkq5n7hSTVXVpABDdLmAQwO8x17ybUuWTztSUWUMdTCV0sAJDMp9to7HcYQ+JqaJVqaaZ17oSpnmBBBbf8AivfYYeMo8qCXNs9pYppNtx2B63mR0tiXh/EdYU6bEkH+Ujoe2KoviMGoXI0iIE/ERO5iwncC9wMS5XjFNKhJB0TAMwApF7ab3BPTHOsDTqhdj/i+QFULDstz8I3PrEHsJxBwinTpkrTHKYU0yIKEDY7kkzM3Ft8L38R6XDKR5IF1iT8P1BB72wfkeNLmEpvTI0szTK3BANj26XxpwfGn0bYbls1oEEu0bzdh36CQN4A+WBc9RlhqrHa1jy2uTp9P6YFq1a5qHyzJ1CzQAALsNpk7X/KJwiz2azCvVpsG+zEAJUdiCkwzKYkt1EG8KLxuuLG/0sxZeEZh2Z3puNKDSJAJ+Rnab3Hpgji7BhorkFWBhhYgwflIH7vivZLP0GpooqKHUKQUO5Q8pdSOo79cMa3AWalVFRqlWowJViwUjYhUtpUnvGGWP1XIwqyObySHTVDuVMAwSJBPMIM/l3743NKsA+WACI0tJILixi/qOvptii1M01KoVWVdSZ1XI76gRY/L6Y22eKFRuGBJCEdpMRsfT3x6HyW+mPxZeU4Qr5Zap0oxXUiAQN5BY/ObQBbsMV7i+U8uh5tPToZQYaNXMensbYU5vxDUq0xSVitJRERBIF+b99MLvthf7uTomxiY36D3Fpw8cL8jKDG+Wzr0wtSNScuoL1JEgCfS+CKvF3raX81QAwK05I0kXDMCCDe3XbscVxXKJ8I7kSfb8p/XBeoNTkByJjUFMSegj5emKvGuwuNHo+W4zNQKa0kQz1UXUIvy7QL+1pw0zPEvKp0apcVRU+J9AUHeCVHUCB8sebcDzLUNekWsGFzO4g+sE3x6lSzNBqNJiFGlBaQVW0kHpjz82OMSbJMpnaGhSzAeXYEP/HvqAtJI2Ox2xRcxxTMZbN13rKVR1IG7JUW0IJ6gE3sfitBxaKVKoc5UT7Mr5ZkEkgDcSYn4r7rfbod0q8SVvMUZcVstSYalYWUDvEwZ72t7nBg+K9zJlXyNFqxLtSmiCFOkgvtdlBN/le0YtvDKTpT8lHWorVA9N9JJR121obhSE36SbYE4zlRQryqa6NZ/MCeWylYAdlUAFTymbdjYQTgri3iJaNM1qdFH5dK1gZKv0WqLFToMgzuek3rK5VxGa8IrWbqharVGo6QINUUW5A0ytmXlJIkr7xiw5bxVlaoRqtJy7kjzNAOktKAmJ6ggDsMI241QenV0CatQKSlQSrWWxMgE8zR1EeuCuA52gZU5UUKqpNiSrCdRUCwF7x3M4E/puS6A+tls4QtVGem0hdlYDUC2xZhsACJgbAm/ZLxPOnLVjpU0xVqsKzCCF1HUjLpNpW8xFrzgvMeIFZHQCojupJZRzJP4lUkbdADPvinPmzRqlHrrUKhgrsCNQuwDAzETAnbYWg4TClJM0dl34zwYVdHl1oqqFh/hU22JFuaVt/fA+ZyNPykJ0pWsREgWIZhB/DBnv12GKynF9OoVpNF1BplLqjAyWWbypgiY6gmww/pZusaTEMMzTkQ6KJTUsHWCZgTYgHrIGBKElpsFBnEsv59Ur5qKS/IwBMKRzAmQDJIxx5SHTRruWqWBqaQZGr4lYTNrCRI7YF4JWUV8vRcMrmHUzysuifmNwb79cMON0qYqqtRHQVSRrEae5N9p+eIJT+lgFvFKL0qlCsdT0KbDQ2q24+M72IsTbp1xF4i11mpmrVZaakmr5Q+FCSRyxLRYWvHfDPLcTWkjqPLemswqmdQBC6gRswJGpSOs22wmzeeaq+qmqhdUaQZJmNUqBEHqAZxVJxaa8BToC8P5motZQ1E1VdYHLcReQWIGn3+RxZU4eG86B8QGmmVAgi+99ybHYY3SyQoZlKlMk06srB3UsLX9wPriAF6lRnDGmFUojTfUSJJB/mC2Pb1wHNTfKIt30DVMnlnoB6dTUfNQalablguk9on5YMr8EpIKaJVdUqEL5kBgWHwbQBJBE94E4U+IPD9OnR+6VwWYamEkswndV732FsN6FZ/sWXUU1LQisrbRMN25j+pwckqprdsP4E9HK5uj5havrp0m5tYswFjJJJ2MD5YaLWVQWWpSY+XyqWnYCD3uDEbwfliSvkPPrMKmrygDFOSZeWl0JFxG3W2w61QeG6VUqadR0qFwFtMHcdgYBnpbAi1NtSdfhG77G2YqKmiqUJSqsCosbtYAgyRe25sIw3za161LXkq5VwRp1MQpK7gjYT1BG+DOHcFWlSXLswqKrSSyjfVq22FzgDwpwdsp56s+slrCbKLwfmp39MZS8+38mso/iGg1etWzFZRTZoBW/wAaooYfW8zsRh1kMutHyUFJdGbVeYtzLqAVgCReTcL63w88acOV8vUamwDoNToIJcgQCb2YLsetuwxU+G8HFfKrmDX86spUBSf9lQeUANY3j8MH1Ez0qfKCb0uq/wCB7tbLJkPClNMzQq05dObWGHwnSwvay+/5zip+JOCrlCzI40Mx0gkSLkgQLkepw04Lx7MCqftGdUoXhlYDVEWaAoAWSJPphf41z4zMstlTVJBIDibMVm39jgYnlWWpPRlaa2V2vxAOIAgHeD12OGfD+LolHykoRUJH3gcydgQVMg6vSL/TCvilFkdVbcU1jkKSItIN59Tvibw3q+1UNBAfzF0kjUNU8siR1jqMelwjJHZGEWix0eN+QzCvlWNWQTrOkqbEGCszsb/phhl/G9HUxqZJWDKFIDgC0xbRA327ycPaPDMwrBlfKVH1FlmlUJOlUpwrajqiUMyTqEzIbFB8VVvvQnm06gpDQPKUqoixiQNRJvquO1ows/hsb7QfkQLfS/8AEKipDDKuGAi1Tp1tEYx0SrTGfyo+ylmKVBp1Bx3IQgfF3tYz6+alseleCs7UOWpJTYBabsawamHgEswMSCdokbY582KEI2iOWEYxtD7gvGWr+XUagGGpoY2AIBWVLDcGVm0ht+gG4r4NpnVopwrAsXPxKZkSAwmPbYAdsHcR8Q0aNOCio5OsLsrXGq8QG0mdJ3jfc4D4QiV0aXepRqkQCWBRjJImfblkjtYwOBP5fqXRz3R5zxThmZoUxUFI1KMGW06gomBJWO1iQMEeGOJinUph6RFRLP5hjUHESAd+VgQOoWcXGllquSzBp03NQVELUYN2gjXS0mUFrzHcGDEsPD/G8tmydVEKUphiGQfAoICncQkn8sXnmXHate49qtoo3iOjU8w5ihUBokAhpgAMBywxmZvAsOgEYiy2fMh6g+6JC1acCfhIDqekGR9Pk68RZLK0csUp5ymXWSKVYXJ6gKACJ9R8xvio8PfzqyUp8sudOksNJHdC9pmIB36YpjXKG+v+jJNosHF/DCimKuUqkpWA0oV+EhTIYg6RrjfoR62E4V4kr5bLBPJ+JpqO29yIBUfCAO/WdrYta8W0VaVBkJC5cI5Nwai6Qs3jpYzfVGNcfq0zpqCgSzNFSNL72h16X2ItiEMkvpmr+4OXhgdCmaq5d9elEYtKkSoIPJ1iSAb98WurUbRz01dFAKFYJUiQbe0GNsVtcrl6gpvRq1KbkLJosABF+aTdb9ZF/cYK/wBCailVhUUszF0q05UxIPMEGnT8UwIuNrYm1fT2ILuK5DM5Wl5aotfzZ0lQZKkcykC/wjpO/oMI8yPJ8tqWpWjdjquf4toPTaIvixUeIVqJQ1tNU0yCzEDkO8odyCOoj4iOuIPH3AlBGYpArqJNWm2ym51A7iTYj+YRGKQmnLjL+4ypsaasy0MaI8rsWGu/wlSux2kHb8sKfE1epSoOHfUWdUBIlhK3FoHSQ3r3wTm+ICvVXLozIodlepSYDUqLOmwsSYgjoDifOUA5FN+cGy6zdytz8wL29cQguDTr/QmtMrnBfHtZW0VKbVIWCbA9CGa0TFp9fq78ReIFd6S0HHmKQ0i+mQCB67zbthXks+lCvUp1KdM6IgaSakEgqoaIPcCOo7YG4pVpmp9opAo6MusT2O4ttaDH6G/RLHGU+XGtDtK+h1wqvnKb12XK1HNTQ+l4UySIJJIuF1AxcaRgWrxX7PXNc0zoFRgACIDkkDWRYXJkx0w6zXGTXfVlah5ZgxZyBsQRdZ/wcVXPZ9aJrf8Al6ZGYbVpYTp3BBBAIlrx6274njVytrfsBbezrMeKvtAdSj6lJBYEaQCZAPMZ51F47/OzZesPO1q7PNFQyiLHTA5iZ1C5I7n5YQ+HeG1RSqpNNKjEOQwlqamxqAC5n/1WIFr4zgWebzjQDKrGlY7ztPzBv7YfLGMvo8DSSrRniwq9NaqVxVBOkkRymOoB5SdogbYV+APECUq/2fMUEcMw01gnPTPQkxJSY323uMC8Wqo7mhUUU6yDQGQQJgQRp2n5DHfhurTyxq1DL1xT0OoMhtUExIiIEHecX4L5Li9+3j8MeKqLsu/ih1rUClOklMLVIaQFJCmQogTq2aDH5483o8ZAqAKkhSukneQbG/y37Ysg8QGoV1hXqsFWGBiUBh9okgxe+wwgz9ELV8wAB1kkD8j2wPhYPGnGQI1ewfimbapmdddjUMrrOxKiJFtrTg7ifDcmsNSzYcSFKBbmCQzSTZTEiV/Eo9cI8rRYZjVURry0KAd9rSAPnGDM/nmOkFLWEmLfIY71LjSR0qdUkOvDOTR1QnO+S1yV1REOsQCNMlQxuZnR0xrhuQoPXNM1AaILS4IlVVtIaWAUgiGt+GTbbAlHh4qU00QGLMLiCYUmRbabe+HvDfCrJGoUagYFTqA5SfhMkSL9RfCS+JjFbA86XYJxHgSUqD1DWVmAp6dIWGZoLp3lQQRa4lvTF78JU6S5XL1lGl0pzWAW7o2ogkKJMHbrYjCfJcHyvnrRqZRQ5p6gGsNYmVLKLoZkMwjYRNsMeFcRelmVytZFp6kBohTykSZT3AiPY9xjkzZllXFIlly8loX1uK0OIxTXUqSRcCfiEH0lZPvGC1oHhqLTNcgzq1ACL2KtPSwE2+IdjhF4wUZHMIfL1Uajaok2H4wAO0giN9sGZzM5erXq0arzTogMrM9vLZVYjUTJAm3UX7nEnj/2+xLjr7DJeLlfvWSij0SzyG8xRKyzhjdSwYR3+d7BkBQeiSQmlk59KkSN2W173BHvjzGnwl6Ao1gyspIBCkmVexltiBYAGIMxizZvLZulTHlvOXehLFhr8tzJJRhdRMHqo7YjlwLklFhr2En/AIh1lqmjTydPzVRWcmCxUJIZdRvEXZWuLDrir0MxqoFhSLqp5iTZYGq3/tB9/fHpvA8/59F6DVh5zppVitoIEgHeDHymwtGPOOIZV0XTSWELc9NjqUMOXUIM7dSPXHZgnF+iuiuOpaD8xxekaFMU3c1GYhtRIgbBie5tO9xPTB9BazK9TSahFwWvMCWk9Z+tsV6pwp8vTSo6jmYhYuPUj99Rhjw3xBUVlRyfKDMWFrlgohv5QQTbvhpQ/wAorh7BuR4wNfmimyheWpTBJGk7aRuLnVh1maFQVRTpoQrHUCwggRzajaw2tcz64VktpIVYDETbcDaDEzH5fTD37Waa02aoTGldJMxaBNpYex6+loT90iY7z/BV+y1aMqWAlCQSRpXlHf4RBG8Tjy3L8YreX9nq8wIBQk3QyIM/wkbi/Q+/queyy1mQmqacutSmVNzE2gj+Ej9zjy3xHwitkqqq+moai6gVkiJ2AMQQe2HwRXQ2Peiy+FODD7PSrEk16rEqZgKJIIPeRMztNtsNfFnD0qZWSfLqIdVNxurDcSO4B7fUYrzcUqZTMZamWBSlJZdidYaZ9pti3cTqgrAGtSxa0XEXn5dcc2VyU1Ik7tMoWXVkqnMVWNRayRrKxDgiD9AV/wDdjviubqUWlRZxqB0iJ08wabER0Prh7K/ZGIVm8yUCxOksSAG6CLT/AJwi4zxRalKjQDnzA4p1yogrp5Sy+8j6HFotyldfZ/gorbHWXpsrItNFXy0Uv0m417fi3ntvhXxPM067VKi0m5DodpsYER8h16zfYYBenUy2ZI88B5LAs3+50Ia+59ex7YQ8Xy7+Zs4p1XLKtzuew3O2HxYk5XZowt9l48M8TWrmlEWZSjGQQEAuDNtMx+zhpxPRXzJWiaRbSdRG9ja4Bv3GPNaCFBWpyAogNIg7mwnaYv12HeX/AAXgWapvRq015mCPSvZ9RA0k9LNcHpgZMEYy5p0aWNe4FxLLpTzJWqdOq7EiZGmIFuot88AfbqS19WghAI1BSZ9/pi7+KOEHO0PtKRTFGiWOq51qX1U+0qQVJ9cUTgrZiuSioGVFLMdtKjf39sWxNSi231p/YeC9OzmlnCRqYmNQggdD/bFhYhgzqyuSoGqBNgb9On54Q18ky02sSBAsPc7e364k4LmUohncnmRoFzNxt2B7++HnG1cQyVq0GZLLjzAuoAXkkG9vrggZQEgNF2sAPivFtiRhTwkvmaukGTsOg9z8pxYsxQGVy1QONdSqyinBjRpE6jPr0Avy3ws7i68iOLugvM5pqFSii+UnlLUWbsCHsSZJBMMegueuLT4KFH7NXOour1HZ9QuBoHLckkAC04oPhvIVc1pFT4R5rCTBaChI2sJaJE9bWwb9kzGX0ggrSeojaNUSTspI94O35YhKFem9/wDpmvBaOA8ZzC0VTN5eo+Y0sNQChtAgi4J5ok9pUdcc8c4fTrMmZNV1pBG5puhOnSRJNiAfaMA+GfFH2is71YHlqYC9RJMiTciw6C4xYs3xLK5lBSDctRgGF0ME3+IXnsO+JSi4zt6EadiTj7+ai03QVBTB8uszbjqCf4xEX9DifLcGy2dyaB6eipVIIZgquCoAYrBNrGxvHS+Ac9w+tQ15eGegxfyagYEKLKBUJvqVtIv/AHht4VyxoUvKLK1TUCBJjQ4EMQbi6uTjZXUU4s210VClmauUZ6Smp5B1iWXcAwdMwIMWMEXxe/CHEVXKCpXKqiiNjAXpqtGxuRbqcC+MKdWrlq1LytWn4H1Qy9ZNiCvSxE+4xzk+M/ZctRNWm9tFNlK8vwwxkWIPrOx2wk5c0mluw3ZBneHZdappIR5oonyEB0moykkHVME2iZ64oOdzxq1NbEAltTWuG6xfv/Ww2wHxsxXqaahZVqt5ZBNlto0zcFRA+Q7YXZmsxYsTLzJMbsSWY/U478WCt2dWNcR9U4kXtuSQJ6dhc7SB+XpgnLU3qOwZSw/EYMrJmWiYBvv3wB4fqoKgSsQKfxAkWBDCOm0MbemLLxXhj5QuabkUqzlk0Ncp6kbAA2B74XI1F8Sclslq5Fvu1pHUVXn9QGJB9TeNrX6YjTh7Dndp0n4TMgMGuD6elt8B5NDLzMGIW6zJP06mIO+HXFOEtTCBdUqCWPVVIsLGDuQYmIGIvppMm409jOoiZh6ajSAKSkBiQSCNJVWBEHe/QgYSeIOKrmcs1KoGFfK1Yl7Mycw1H3tqHeCNxgvhNKnWBotaVLUnBhlZDLJMzYgNFpBnrZbxbVWOpiCsQWIUOVWxk7kG2+xOGUkjJUwjiHhpjUSq9RWqs4ZxELpIjSLzYenywZwd34fQ8qsvmGmrPSZZh1/huJBDG/SCMPsqNdCi9RtRKBmaAJ5ZmwA6/lhfS4ga2Xo1rUy0os3F2A0gGNyBbcRviUnKql0DbVEVHxBl6tIjzDSZwV0sDIaLEQLxvOA6iZfM0QtEytFgdUEFng6tQIBvNz3JxvxtkmCUSty7QJjpzGO218C8AqpSqtSDK5IDMw2mSN+p2BPpffC8fRcQcdaBuOZrK1adbzCq1aL6hrAlrTCwbqW5Tewm22Enhfi6VM15lXQuhZUKsCdt/QWvgzxJwXSzsqJpgmxAkhZI7z7d/XFLo0CJLWVokjtINvXa3rjtwQhKGi8IpotPG6mXzVYnLg+YzQRFnZjEp6Tb88Xrg6VKVGpl69bQaVgUOmEYAgK25gkRt0EbY8z8J1TTzKVFQNoYwGJ06tJ0yR69u2Lj4fzNbiFXMLXqAsgVk0qsISYsYJiwtOI/E43VeF+4mSLS14LDlOKitl6ipSHmUnXRRBjzFkHUQQBzAlovG+EJyzZzPirlafkiiQMwzcq1L3QhSQxIB9wb9MJPF3EKJqg0QVhCuoW5lLARHcde2KvS43mKasi1WCltRWbE23G2wGNg+Fai3HV+/wDJoQb2j1unw3KfaATTCioXC0yOViQhFSOlpWB3m2KR4p4G1JwfL0ggrqg6RFgAT2A/d8EZzOutQVFIIpOAlMmQoqS0XvMR7T2GJ+LeIKtWiq1suVoq8BwbgzbUIFgLHab7HdMUMmOad2BKSYj4TTYZmiEBEuo5SVkE7T03i2LNx8ZfzHSpVQVBqUNqLBYAIDD8MzAaN97zhNwZwxZKiQ6sQkdChVjf+YOP+nCniWSYVGRj8TSx9ZMz7f5x0yjznt1SGat7DOFeJKlI/dwQilVJHw6ypax3uOvfFpWlVr5akxravLOpSszUhjAYHqOmKBUowsLGox+Zi31+mLTw7L52gcvJXy+aqF1wGVYlSIBmDbfeemGyxVWtBkl4GHhPh1Km1RHn72mBqiNLA3UXmDP5XxZs/lqdSjU85ENSnFJTTA1IP/tkXJHci1ge1+MqgaoWpFfs9RCS7dKkxC9e89D8sVrjIrZLNpmawJVng6GhCACFZrbgGDqHeMcjTnL7kknJ/c5/0/NVcu9WnWIqGpzMD8TTDq/Sxg7QcTZzi1HMVskFiiywzxHK12KiLkSDc25h3OCvHFZ8slM0FQLVmSCAD1AK7MfxB97EdcUzhrmpUZRpl9gblj2Xriii5R5Mbjas9DzPiJq5zDomvL010mmPifY6wQZBB6GLeuG2W4iK1JlWn5i/iUkXWNoHUg7DvvJGKb4XytSj57bAiGEdBqgj11Aj5/Tl69OnUZaFWpTYoad4iSsQxVp3iGiQY3iMReJN8UZQvoVeIOCtl1NSk80WZivlkwAQQEa+6mBOxkd8I5LLBEnYRvPaw269cNkpH7zLkkE09TExZh95HboonAXD6TmdMklhpj1B37RAn0x3J0tl/BLwzJl3KQCfkdhqO/t88WzxFU8xKdalSqCmgKmSSqrK6RawJIIPoFxUgreYtOkVNQn4h0gbz0tJnf22w+4X4iGXoulUhkqq6raZYWPWNJ2+fpiGSDclKibTu0a4dmqSkEEtziA0bEwDAJiCflOL3msyZYoNWkrqA6L6npPbeJx5bwvJLmGcK+llEqIu/YAiw6SSfrGHVHNV8ozAtpJVTokMrgj8YuDY7+ntgTS6XYslbosopZfzGCFkJVn0kQQ224uZEj2wVw7IikCWCOpUsQwm6xO+8d+l8JuGpUqstRXIJAQkRa9lYfIGfQe2GVTirKBlsyrAEEB1IJFyJ/pHb3xyTT5d6J7sr1PxDUWilA0t1ZQWPKBBkMYtBH0xX+DcGzDim9R2NFKkgI0gMY5hG0mLx9MWepkBVBJ30kBlvE26Rt6YkyvDmoElebUEDA22F/a8xPpjsUqTrs7Plvwjjjr1KoopmKepUqko86fMBUi4Fwwm8Dp1uMA8PoKKzEyQyAAACAJ5oPczYzjusKq1UdoddQOx3EbdjA29ScE5Uyod6YH4W3EDqRbvHpOJu0hXB+RZxfJ1KbmKZdXOou7TqlZstjMX9bYX0crTfVTIhaulZAB0Np1IwPTpIPRmE3tdc7lWfkck0zswmBO3sQdP0Pc4S57hSsoLEymw2Mifz9vTD48qpBikUSrqos1PuwM/19oJ+uG/g7i7UMyrFoSodDHaR0J9jsfXFjHBFrXZZcXJOwO/adJj5HpiDNcOAClkFmILEATEDYdDtf574s80JJxYyipaBPHGZURRCjzFYlm0qVKm4BmQWn+vfCGjVVKiOVVSpVjpEau4jaItEDrixVOEgqsqoQGBJCkDtvcfI4V5rLv8QckCY+7LAxsOYRe/9JxsUopcUZQ46Qw4bwtWLoXI062B5dxpA1TcRpmR64W8UNRnrzU1JOkopMCXC7G0xPzGGuZqTq+7RoQMxPKCpjVOkj+IfM41l8utRmKAjWQz6iGW9yRBEC5veN5gYXlXqZLa2zhy1GmXCiQyjVe5NMMSIBsJQD23w34zWy5yFCozgOKQKx+JjAKx3JBJwD4ioNUohUeAoUsRcGyrKk3gEHe/6YWUA2imVCFqQ0izsRzWYaFImTERNveFiuaT82LxszwrwZM1XIckIBrMC7RYDoep+mHfjBqgrC4dEEIpM6TIBk7kxBv2wg4tkW2cFyVWytBBNhYgmJO0YsnDcrQp5RadRi+lS5ABkMfwmNoU/P54OV9S/gMl0FeBs2wy70dGspqYQbxvyiLibe5A9nPHWpZzIO6EN907JqldBH4iNxF/piJ8svkGply/wBkYE6l0jSwAHWBJEXxX+F0/ujQDMFcQDO8wdPoCfbcYhabcvuGOPlspYpVdSITOpoUk6gL9CDcXJgevW2HfAqFSjnKQenoKkEkqoIDAwe4mxiZvfBL8OE6ZKOO3pf09sJczwyqpEnUekHe/xGdh/nbHXyU1RaUGz0PiHEKYqahK1NChTM9dSwNgQWM98Vg8FYuxKkc17jqSZHyGIVZxUSo/N5kCSLhtoP8AfqL4dMhKPeIAiLwF2ifQxHTTbHLTx+SaXEE4jwskNV1amNIo07kxCkgfy272wnz5ahQemJWq5XzCO0GRbptPcn2w/wCE03FIrBao+plubCBpJtYk3HYX7YWZyl8elC4MFfnp0/kPr8sPBtOmL5oq2thIE89j3I7e07+wxZOD8VFJTRqU1ZYJUsLCRBNxAnaf7nEbUiAy6FUqJMEzAPNY+pEd4OE7K5kgtzGOu9ztjpdTWxmrRYPCxa6KsaiwWInbad42k9pw34zkGQJ5iAOgIlPxLeNU31CPmIjsKrlcs4UVEJVg/KZiIUE3HcMAPmMMafiSrUakasOiuD8InTImY/lnEpRt2ibi7tDXgmZqUHoOR9yXMMdzcKQTNyB+mLVnwtdWKFSULFlgE+6EbjrHrhMM1TOXpq6kUalZgundAGLKTva1/fCyo9bKll16itRShH4gQT06Ehdz0IxzOHIn3stWWQeZEgWuRtPYY6q07wLkmIO379MRU3MHSREc1p62PyJ/I4NzOYNSmrQNV4FpBG/v3xr2etasW1ck0GIEWNo/Y9PXCyhlzrg2Ivv0jt/X1GGmUzAblaVY2gmJ69TtiUZQAMCV1Ecxm4E7d/3Ps6ltoV09A+UzAcWuJF4G4t2i4G9sR16BJmAZMFTI2mWHabH6++OamVOsm4EfX3jrB374Y1qy1ApgQYMAdRH9PywjVO0JwoSZfN0kLaFKsBN+pHb/ADPywVWyhquHtBFliy7wSewt62GOU4cZYkleW7WsZED+3scF5doBQgyAxgtJ26dxA+WNP3QHHdoDzmVkhXl7CLkHmG9viuZv674rvEMi1J1ZVcAxzfle4A/ti4jLwV0uQpHKJO/UGbW6YC4pliF9V6d9v64rB6GWNULeIUC+X0BfvCUDEAAEcpkiCOUqB8+l8cvQZaLJTOuqAmqBp5QYgkbQdTHaRHtg2oR50Fj5bMsfynt3uAbdLemDczQSpKkkKTpZZI1qP06XE9PXC3SpkJxp0KclpfSp0kNTIN7MY/DIg3HxdO+BKWWRGAAam6mSafKQqiTfTJBHcydpIw0zNAKDVSLkCmt4CiAF3kXt6WsZMNuFZQEavhJWyGCARMj/AKbY3LgGMPcphRarlyXOoKL7r8UXEdRO/TfDfh9AqrLUIY3tsRJiTETefrecMxkNGsKFJmQehnp0jmm/qPfE9XgwZFOuSV1FiLgxJB9j0xpStUWWO+gPKcRFJHXQV1gxzT0gNtY2674UNl3EGnExbV+KTMKBebT2w2o5R9DnUHUSSHO0DaRJ7QffDPg6oaV15nEie2/vHp64m7TJ8WmJeKVNRZqZA17kgH3gEgD33iMKcjQLVOgMkBiLREmTG8Tix5vg9Jg8SNQmASIInb/i+I6XB9KmNPw3aD1FwFB39zsd+9E6VFHFoTZyghVni+q8dIG8AE2AX1t747yFHXSc3LAgEXhgxEEd/f1m+CnpvOikhIA1EltUk+4AHsRF8MsnkmpoD5zy7ArUMMQhgzcdATaxBG+NJKqZzyhLoDq5XRN6jVOaQQYBIJaN+mwMR72wJw/hQjWSp0CVIJ21GAQVEmST8sF53hdfRrNQV07FABa1xEX7RO+I+EUr1oYHlGlSoA036ARJjt2OM43F0w/KlHsXcQLLISiiWUIWliRIBnYdrAWvfHFbLIyg023N+UABoIMXmOxPce+D8vzJNxPQzf8Axt7fljrJZYpRliFBbUTvABkWW99vf2xm/CA1ukVnO5qAaYLGwSxgGbnoeo/LG+D1UAgKpqQSAfhnpfod7/Qzi1HhK1FFQBZG8d+hETNon+l8IKlBEdttN7xcz2PYT+WKJpxo3D02MMi7fE1MCCCQwLQYuF67HcnpiE1l0NZhHwyNrG1jtcxiJnZUbS+5mDPxAXg9B/m2DaQWrT9ZHeNvbvP0xCS/YRod5u1Jo/mwRlDNMT/L/TGYzCZO1+S3lAlIyKxNyKZiflg3Nnb99MbxmLLs6I9s3xBRqa3b9cBcIvQv3P6jGsZjPoX2/rwNOIiVI6eYgj0tbEdMf7R669+vTGYzEodCw+pEmZUaUsP2MKq/bpqX9RjMZisDol0BZxBCWFjSPzJucT1lHkUjG9alP/xxrGYP6jnn2M6CAmpIB06YkbcpNu174KRQKlKBHOP+0n9cZjMcr+v+vYXH2iDOWqGO3/7nGqB5Ko6aT/3EfpjMZiy6RddAmTMeZFuY/riGgxDmD+4TGYzDvyTyBtb/AGQetv8Auj9MbzB5Knv/AEGMxmB+tFJfWvwC8LH3yerX9cFoPuX9KpA9tW2MxmNk7Fn+klp/7VX1Un88VmjaixFj5Yv/ANP9z9TjMZimPoOX6UScDcmswJJgWn/04npMSWkzzf2xmMwj+o58H1DPID70/wD4/wC2FfF0HnvYW8sD051FvlbGYzDwKvyCUxap+/xHGspZKZFjDbf+psZjMZ9E0f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350" name="AutoShape 6" descr="data:image/jpeg;base64,/9j/4AAQSkZJRgABAQAAAQABAAD/2wCEAAkGBxMTEhUUExIWFhUWGR4bGBgYGCAdIBsgIR4gHhwdGyEcHiggIR8mHiAiJjEiJSktLi4uGyAzODMsNygtLisBCgoKDg0OGxAQGzImICUtLzcvLy03LS0vLS01LS0tLS0tLS0tLS0tLS0tLS0tLS0tLS0tLS0tLS0tLS0tLS0tLf/AABEIANIA8AMBIgACEQEDEQH/xAAbAAACAgMBAAAAAAAAAAAAAAAEBQMGAAECB//EAEEQAAIBAgQEBAMGBQMCBQUAAAECEQMhAAQSMQUiQVEGE2FxMoGRFCNCobHwUmLB0eEVM/GSsgckcoKiFkNzwvL/xAAZAQADAQEBAAAAAAAAAAAAAAABAgMABAX/xAAvEQACAgICAQIFAwIHAAAAAAAAAQIRAyESMUEiUQQTMmFxQpGh8PEjUoGSscHh/9oADAMBAAIRAxEAPwBAELrfdgL/AKEHEKJpfS3NtceoAk27yMMeH5CqElhGqBp9xe02j+mJaXCKrlr0gHTQNS9ZFhEwzEG4tveMec+O0cjogTLN5TDSJmBaTuGBHUdPz74ny/CS1V2YkEkpJ/BPwH5n8r4e5bIgUFXmJI5z2IYAqdvUfM4A4rWAdlpNZm1GO4g9flhVL06YPAvyOTqrUFQadJBF5IjqT0Am9zcTj0Dw5VFSixq+WWpkikRcpJFjG4utp7bRitppQIxhVYQCTbmWYM+kmPQdwMbzLsqp5cKEAmemuACREapP0IxSPxEomU6H3FOC/aFAomkxTUWBB1FSZWGG9ov6YpVLLKtT7QoBqazNIiFMbEGZguPS3bFmyVUeWitqRlECZkq1l1GPiBiL269sLKPDXfWgBlLiVWZtykkT1n64oviI2kMpIX0cussajMZJIJJkfW5PSTifiOdanlhSHMoqWYxbl2F9t7X6YHzeWrm41SLRptblPT5YhHC8zUZRpg6mIlbDlETb3w7arsqo+LGnAasVKZYSqsGmJ2vYSB++uL5xHxegVitNz0Gx79sUhOG1qSFQVEiGMC/eJ6TgLKU8wLFyBuAFBv3xoTSWmauPksvGeOo9KGpuy2lhvMWAN4APeZn1x5lxfLkFmcljawE27z9cWilnc2mlVqOoRyyRT2NjJtfEeZ4xmkFRVqf7t3BpqS07k6lnefbFLTfZqvyUHMIVqsIO/wDxGNDe8/vfDri1BmaTTYkx+E3kSYwOmbqoCAFAN4amOojYjtg2ZojzFNTVphV0fCrANN5gkE+m/wA8eor4MyCUqdR80g0nzHg/EsbC8kg3kQd7Y88pfaa5UqFLUupCi5+gNsZV4Rm35NA5RYBlG1hs2M8iQHoJ4xV05ipF1kAAPqlSZuTJmwwIzKlRSpA2sBuDEz39x64M/wBEzZfUyIWi9xO3WDfbDOpwpAi6ihaw1auogCO2wxKU432DXuKJVUszSTJi59hfsMSZLiFPynRlYi7AdSSpFyelwRHUY6zHAiJdjT0k7hjy7kgAY7bw+9QakqKRYXmwG3yxlkUemC0C+IeKu7BtCiQo2vyiInqDGrrc74Cy81WhgJb3H0ABm3pthnX4FmGhKlMKqfiDTPt74NyXh5FYmsC6QQBq0EbX2JPXBeWPuC0DcPyapRnXS1/EQxuYDSoOncbxcHocAZ/OCodNgZ1AiSB6NfoOuGWZ4SQVFOqq9iWiR2sLdscf/T2hXLKG1fDpcCLmN47YDywbDyXuVfPZxWaUSL/Xbp8pj1xqnUDNe3Ufvthvl8hQCsaqMSDvqiPbpgzL5HLaSQjwIJMyQPl2sdu2DOZnJCCrnF8sAjmnpEQNvzm/tjMvnQ7aBTQsY0sxO4G3URhzU8NUpL+aWAk6VWLST1/ftgrL8KywI06Y3uJb6/vbAeVLoLyLpFlrZlVKNESASOo6kAfX8jjvQy1kNQgAksQtlARdQBJi+F32XXo0VLnofw8pJ+XL+mGuZpLXszEMiM/YNbmEEX5SL9ZxwLZzAFfOMrsWES4ZBEadUhrD5XNxqPeca0sK9ciNNSnqA3+g7bjtGOMvljVUKVYkDlMm14v1hd/YbWuZkqav5b03LSxDOeWQSZUr+CNNh/NhW6TMB/aHoGm7KpJIK/wgNB+gFj8r3wflqgzEqzgagUDC0kNPfpAYE9x0wJ9hNSsUAL0aIJZyLQxBQLeCSigz26Y5q5aQ1WkYBl2E3CxBK9DzzfcTg+DBvEsxd+jwus6iZOoKFkmBGxHvvjunxQoVkkmlVK1Ag66RJP8AKNwPQdsK8xly9MhpDPUVoncczMxvsCQfWMEZmmGLtrI1LAUi8nVf1+Kx9ffAbCPMpnlMvIE2RZv8UX998HcPoA8z6mZwCBcW7/Fad/yxV2U03RmJVFB1awQWPwz3jaCMWXK5wmDcahcCI6DePftthL9y2KUb9SGyUlAsn1v+pxoZdZnSfl//AFiJW/nMWuDa+3TEms9Hn5j574HOB2f4NeDo0F/hP5/3xycqgMlCTsN/74kq1IgT6TiLMVNIBZ4Bt+7flh9IfhjXg01JP4W/P++I6+Tpt8SE+hBP7OJ6nW/QRff02xF9rG0mYn8uwvt/XAuKEnHEkAjhOWYQKa2NwBBH0g41/pVEEnRBO8k7fXGf6iCrVAGB2EiBPpPttg2jmQ6ybTuOgPaffE/nfc5ecLtCwcKoBidJkiDJb26nHFTg2XI06AB6WwfUYKwSfiFp2/f98bqhdj+p/vhvmodTxvtCz/R8vAXRYGRc79/fHVLh9JfglQBBE7j1n++C2QwTKle+o/3xo0SB037n+3UYfkvcZwxryDmiuy6f+gHEdTIoTLLJPXb/ABiRiJjeB++h/OMSPQUQFLGdoaLdBhfmwTqxH8voXVOC0v4DPvgWvwtmmFAPckn6dsOmpVB8JG8XA9+kYg+1nUVYAkGJUnsTe1tsNzQklHyVivwOoy6WGoT0O31+d8KF4NXouSEZlgzsZBi0Az6bY9EEXsdpkyIm8nr6QcREC14B2/xf+mKL4hVQPR7lMOZUKraCKn8EdfWT03wV/pw8uSQoseUxoA/rv8sWWpTHeR9b4BrZNCDKLH4hp+k2wFO9oMYJ9CoZhqTMGXSFVVJZbpYD3I/4xYi6mtQrqtlRldh8PKpUT2BNo7gYrtQirSpec5SprFMMqaiwKygYTJgyJxJT4RXCCiKg0eYDqAYSOkiJHMdj2tOFTpWcw64s7BHamCC13nsxI6/X2xVuH1Wo+ejTzXEW1b6WHe7dOx64uWepkUl52YKJZhYRqCspA9/ybCWlllStSanVRqdZnCq5snU6WmZ9BHabiFVSWgmcL86nrVwFpsRLt+IsgCBbRC7R/NjWSVFOhwfMOoHl1MZDaQTIXckmOw98H1PtC0mmilUEkhNUQJkEEk2gSLyDa+FnDoYs6oXqKQTfVEfFHdhB9TOApPoyC8/ThJL6qksF6gg35gNrA7WhTO842cuGCKXIdgV3swW8ySdwZA2n8s4XQ1LVNJQoIXyi8FZ02BLCQBPrJJxEqN5zeYDpSdcywF21cxvpMkT0gYDcQ0Stw5WrIrTBAMnrHwkRuTYR2JwzyVBpGh4JsQxBECNhqlevSxxzTzRIXTz00BkAjUpEG4/iF+/ucQ084rukMzjqABIv3Xe5H57RjnnkbegWMqmYS+p7rJMERboY3F/qMZRzg5SdEE2PQ94kbneMYioW1EiCZsBY7agdwZj93wnq5kUqiioqw0stTdSDAI5SINvkemJr1WYsj1JI1BoXaI5u9pvYT88DV+IiZ1Ewdogtfa53uLb/AKYAkIwFRHiSEcwYbeRAmP30wDnqWptQrino6kHex1T62ufTDLk/IecvceU80bA0qimTvEgxPra0TtIwFmS2sIUkRczERHub+nXAP+quGEamgCVEjaPhOx37TBnDTIZ1apV1SCbWN4BBUibTvuel+mGbku0bm32QZY3h93Ok3JBAPcLeMHNSRQqqraJERsRF+07YDzSFGSoSWC7gLDiSATcXtv6bb4LUh2JXUFsQZsT6ybdv+MQcgI39h+81h2aw/hMRMHb1O0Y7q5hegm/7jE5cq4BMbG3aYMaZ/fTCvibMuxjUbR1vA3w+ObfbGbZBmg+klFCK1iZki/abDfYY2K+lm5lJ94tESJkkAj6AxgdcpUanVpsAXghSWKyZkgEWjpNv1wvymVC1VTMKxflBIujKYMgRFrqR1jDp8rtiyt9jyvnRT/29VSoykysGexIn12G5BwH9uqagt1QgX2CEi0wAILRcbBsc8Qy4ZQ9FQKfJAFmFrEExCxchuvTEXCeI11VT5ZAYiGYEbTc6usQInpjKPpuhRrTZ2pWgPpaJESbfiFiP1nEDU60DSzAtpMwCsTBnsAOu/fAAzzGsUWddQ7AiwFz1Mki4APyGO+IsuoVS7ASssrNIIB1fDtPY/phlGSQA6k0ITp+8EIRFzbci9rER7Ygq50aFhQpIYXnfcxNp6DG+GlNoYHVLOw1TI2DdRpAtvfEupSjI88x5TEFew9zHSbDC2lKmYHOYAAUQFIAGoTMA2P57fniVc0rXDRUsJIk7QFifQC8dPXAnEUBUioQrajAJnYyQukagRIie/tiP7TT0KHfSH6bQQZt2Ik79cUcfCMV/O1oCxzBiJB/CFk/T19cWPg1WtAFTdiTJgMyKYUQLm5+I98L8tlH1IwQN940EMDyuACrdQwIIgjf64dU0pUiG0EVGXTJF1BIMOb31H2OKzfpryMw3y/MpGQS5X1mYO1pBIPSfywtyfDWdQGQKJDIGjTIgWsOYrNiBfDTK1kLqaY1WklbEmCOb09+5645SSVp1gVVi3LJNjcS3oTvOOb5k4aQE6Bslknp0kovUUBYMi5uZKxF1NwNoxJnKiLzLQZhOpnC8wIsGBkRy9e1r47z3DTKhKpDqNOogNIBtIkEmeo3jEpoVgs+crgAhoEHVPv32GNPJaT8/sGyLIZKkKmtA8sCSC3KdV59/6H6ELVZWZTCJMRF9UarH+GLRf6YiyJJJcPpTTBBgkkEyT1BFvpgnM1GZ2XUBp+IMhH1aQIIPQHCKUmwWBpkmChqYVW/HoFyesQIM+04GSqhYFZ1DpqhZG5v0mbD5+h1Gl5TNfUpEyF/mufa8yPc4DqZSjzHy2kHcrJO3T2MSOsxgr7hTJ8xmqUgBSbXYGBM3kGB/XC7jNJqukIXZTBiRNIze943uRa0GcHeUWU6llImmQhkwSTY+hBt/jETZLMsSsptymPiF9V4lWEQJw0fSw2S1cvWAMU2B5SSrKVqkC5gkwflJvbGshWViqsqsdRF7yYuZBjmB297YnqP5YVyfgUAlRcyNpm5LCNu2FlLJqykKpWoAYcQSSTKyBMkdbg9e2CnaMdVmV2KLT1KgDAAXiOkQReZkmJ9xg/M0EqUwyhQRGzXGm2rlE2tY+mEGSBUioK5BLBGV4Omd4nYsekdcPsio8okKZDEldXazFNMvNj63ws/S+wMlK1AgYBXffUJAtfVc82229x84qNB2lmG5gzIE7jfmG0XFsTPQptqHmHmAnsyxF4tMdvXbHWWrFSumrK3AjoBygc0kg2vO/viLdI2iWtlm0AlrgQINz89jJ6RaBjM1RY0zMOBBkW0kTNiJ/Yxuvw81AAHKljvJHqGjvNtum+FxNWk5Yyyzokm4JMAsLgj0EG8+2jFvYbCFqMeYMwIsZm8dQCCZvuI/LHGa5ksFdABI0giSxEx774H4nxIoyRS06YBDAiIazfXt07jDMvUktF/4rgGCBcSRO17euC8bi78AKnnOJGmGAYpqUEq1puZAtsQO4wrzPiZgqaWBIk3BG/y/IDFtz81Z5aSssai4DgzcaQQY+I2I6/Wq5zwWr1KjU6p03KsiXVr6RoXptcQL26Y7cDx16tGSQG2ces71VpsXUAyLAHeVkzsP16Yb5bNsgYoKauxMob2IuBczMCQex3wpq5KpTUpVqeZJA1EFZAufWN7YFrcKrsqVKZQJMQDp/Wxlbj59jjp4xYaRYKnHKfmLrADpyqEJI3uDAtuYgnEmX4qvmAgadQCEjm6aSwj0AHe31ScGoUnqfeOyMQdMMPi2A2/5xJkVSnX8t2gqBLTEN1EweWOvtIxF4UtIWi0hQxaEBtB1CRA9SoaRH+cafLmrRAplkeNYUMYNjsfUi04FqliD5JpuuqQbg3H4tJiQe20W3xpuI1Fy6uvlswPMVJsAeaLBuskdMLwnHaB0GZRBS8xaZl3e6xB3JJ9ZO0YzP5pldAo8wnoebrAklgLmLD6GMSLm45FYOwudW5JH4SAAJvfBlQpVprKLNPTUIEghjcaokz3B/pji51K2ays8UaopC6TSLmAQQYvEnS0fUdMP1q1HVAxA0AqWInWdtQAEi0E+5HTC/iGTXNPry7MKlMEQymGuSoB1CAWm/r7Y1Sy70kP2kwFqliQ0/Gh0gSLiRN+qjFpNSSr9jFgydNnZDpAen3PRlMjrMMBhLU4izmpTSmSSSatSeUEKQBbvEbDbFlTLowDOUMgQP5gJMHrttHfCHh2Zp0Wqt5a876dIHPsTzGb7Axve2Jwbp3sKR1kszUegAoA0qNRKxPy3Jvc9Zwbl82Kk06hAjSdM6jHUMGEg7HfrvgLMcVBrilQpaZlNRgFWNyY6DHHB83zNU0zUIVZAncx3v72t7YpJNLlQOh0KbzMhl3DAx1HUfuOuMCjVzrq1AHUqwAT3M3Ijf29MaesVlbi9mAGkGD3tAMCI6z7QHNkqqgojsxJWQRY3kwOoIt1YYnT/AHDYPT4modKTklQZUmQWG5HbttvvbDipCuIZV1fhnrA/+Xp6YX5pyVF9OoALIM6TuNt52j/gPKwtSGYOl2p6TJO3cfFbvjcVKNs1jbjeWDUlJDFgDp026TEbD0n2xTMm7hnXQVdVly0IACYBIME2G3WRi4rxgUVAcW2kmWB6agPTr0wj4zS1Vg1NpNQDV5hZxC/CFvyrJMx9N8Wh1xG5aCqfCKJRpLA1KcequCGLidiGA37D58ZLK0yQDWKsdXrZiSNQuvTeLwffEK54odVQiWEqn4piDBUkaZtudrY07o2uoH0M8E21MvLsv8MydvliVTv8Ct7C8/wmqVCO4CRrfyoWCLaRtYlhf3ttiDK09RFNU8uWMEttGmCuo9wDEmSOuIKGbr0ipdnNM2Ey0gTPwgnbb0wZnqjVUptCIqkEGIIDEBL7aSTcEW+sNxk3swwrs1eqQroCmkXVrn8QmRsYiJFzgHjhqCUZSRa6tI6QCImx/URe2Ac1nqlMINIQq0uzEzqMiTG4sN/TEef4lXprqrqFpODoZSurf/ta1j74ChJyejDjJZggeXLKVsCZgkG6wRJt3FonEuRzIr03C6dcMbGJYyO/WO3+azl8+PM56z/CWBW5+IxOoxMAAjaTgzhOcIFbSgGp2gidVjuIv1Fgf1GHeNWqMG5MsFUFmPmAMRoGkdzYSWABBE3HpjBxAJRTzNIkcwaJpjUVBiZgwO4+WI+DcWaqyKy8ygyCY1KVP8NjZp67TvJxg4fRWpVq02H3gllJDWAHLNxboCR2wsqfd2YQeJ8qkrXVqjBnXVTTZRs8RF4vvB6RAGOuC8UDTSVAaYBJFSnB0ieZjFoki0xI2ucPHSmpUJQT7xQNQN7SSGvy7kxeb9sZxGmryzF6dUDTSYbSLmdPxBrSJOKOdRSn+5nXkrPEOH5WsS+UqAukEU2uCCNgSdwehg/TAHEMjX0LUNIQgAcKDzXGoyLAgnv+QxM3B6jsayKqq128sw0hgIt37bTFrYbcO4hoZ1FRFBGmCCeaI0uDBkiQehmemOiWVpXHddhsp5zQClASFJn4pE3uJ+GOvfBPCKzISHkpp31G3cAR164649wfRNUUiEbby+ZVvEta0xsY37YEytKVD0XcaSRUWoIvvyxv17HF7jKNoNJou48I5gEkOGhBoEWkfhIsfY4K4fRzdBgHoFgTpZrTcSCIMsoJ2PriSqr5XMOSXanUXTS3bSZUTI2gSSOw33w6yTOXYVHeUlYiEbaGGofoYEwScePKc2t00J4EPDuPmr/tANqJAkBTI3O5EiNgSfzxt+JFmKtQZ1DHWWQ9JCxYAdp3/q0pN5VZVekieZqlk2a3L1lfUAHBOVqCo7o5LMpmVuoBMrB3BggfL3xnNR9SRqFi53zzUWgKycrAGosrbrJJZfiIAJ6HAtDgOrUEzA0hhpK9QFtqGxMnexOmZvhrxXgtRtPlvo0kXIDAXNx6wT6+t8LK3/lq0JULjQquoGtl0izaRYCDPT4sWjNP6GEkXg7in5lVjUBRizqOZAQeaN2sSI7YGXKUWVWFYPpIcOFKggiIqJ0ZdwbHcYP1NmNLVUPlqJCgHmJmGIPwkQcCZ41qH3i6lFYBYcSTfeLxYm29sZSk1t7/AIC2EUeGM1NoaaerUQH1BrAnbeD8+nTAmRy7Es5qSgBUBob4zICsDMW6+nriGpmzSRHVmVaZbUgPMVbYRMWYyT+mB/txak+gqaShSzIuliSSebVvc7jrPTFHyaFGejW4dHOtKI8xSdt+5HY+nXe+CP8AUgjuTpUBtzaNQue8H0xTWr1ZOmqFBsQBaJm25JnsMOOE5tajv5rByEBQEgSwIAB+QvO+r1ws8H30aiw8TqrTQ1joExraJBEXkjcW6j9cV/N5pqYGhGCt8MLJgxyx+Jfcdu2GHGeJUqlFWDaWU6gq2lgI0ne8WBxNxPMFqYqSqqukMjNM331abPc7YaMePgyBshwoyalVObUpAJ/CTzCIFr7Sdu5wXxLgTkHyqwYWLM0kqNMKBE6hvb1+eFFThmnNBCXaG7GIJhoNoAUz2t1xb8pIZxrmmmmNRupIJK6jM2gx0kYEpSiw+BdwXM/fFWMAKFUbq09bbG2xuL43xjiDISKdJSpXU3cNcSvrF/rjeTyitUapSdQQzKwiQ0/i3G5v+WN55hp8wnkpSKgCx2JLAySpAiR6dJgJOTB0J65pqAaihqbgMWLdSSIYXJI3mN5F+hWfhNa1KOqmCsSQ6SbjlgMqjT0npvEYDoLl6LV1WkW80ctPWuk7htMAwwMD1kEY64f4kRXXzWCSv3jMpZSyyNCkASep+eNKEn4CR8QoCiVehTYUyskrzAKRIYTLRB9IiJwFleIr5J01gIOlQSQH1TqZREiJG3LbBa1Yqg0WpxUPljSOUgGVplfiRtNouCNu2Kz4m4U1HUCbaxAn4QSSZIAjcW9sPBKTqQOy38DrgOqtUhpUAgXIFjBWLHvGx+eOc3lFoh2qlQlVmalUpkgg9mEe3QxBwsrcEzCal5R5VVT5mkktuVqIFmZAhk9JudyfD2aXyaorqGU1tShiXQP6SCwQkmd4jph6SV9hOcpSK+W8EJOqLG0QbyCY1Dafiwfw7Pir5lKF8xTqplxI2PpIsSJG2rFZ8QoUzX3fmAoskAxED4lKgAj1/TbEvhniTCpOoNuNJN7jlI63MfMHAlCXGwUNOIO1AKA9NUiaigglTu0ib83WZwk4lw1cyFalV8tg8EFiJjrqmZ3iTFumLPVoKW10+R5ACk6Q0jb0NuvcxcRjjJ0Xy50eUul3GsGNQWQAOWB1mYG57YnBpPktMy1sBy5H2Y1KNNnFMlGBgVRZZg3kENt3jfCynnkq5n7hSTVXVpABDdLmAQwO8x17ybUuWTztSUWUMdTCV0sAJDMp9to7HcYQ+JqaJVqaaZ17oSpnmBBBbf8AivfYYeMo8qCXNs9pYppNtx2B63mR0tiXh/EdYU6bEkH+Ujoe2KoviMGoXI0iIE/ERO5iwncC9wMS5XjFNKhJB0TAMwApF7ab3BPTHOsDTqhdj/i+QFULDstz8I3PrEHsJxBwinTpkrTHKYU0yIKEDY7kkzM3Ft8L38R6XDKR5IF1iT8P1BB72wfkeNLmEpvTI0szTK3BANj26XxpwfGn0bYbls1oEEu0bzdh36CQN4A+WBc9RlhqrHa1jy2uTp9P6YFq1a5qHyzJ1CzQAALsNpk7X/KJwiz2azCvVpsG+zEAJUdiCkwzKYkt1EG8KLxuuLG/0sxZeEZh2Z3puNKDSJAJ+Rnab3Hpgji7BhorkFWBhhYgwflIH7vivZLP0GpooqKHUKQUO5Q8pdSOo79cMa3AWalVFRqlWowJViwUjYhUtpUnvGGWP1XIwqyObySHTVDuVMAwSJBPMIM/l3743NKsA+WACI0tJILixi/qOvptii1M01KoVWVdSZ1XI76gRY/L6Y22eKFRuGBJCEdpMRsfT3x6HyW+mPxZeU4Qr5Zap0oxXUiAQN5BY/ObQBbsMV7i+U8uh5tPToZQYaNXMensbYU5vxDUq0xSVitJRERBIF+b99MLvthf7uTomxiY36D3Fpw8cL8jKDG+Wzr0wtSNScuoL1JEgCfS+CKvF3raX81QAwK05I0kXDMCCDe3XbscVxXKJ8I7kSfb8p/XBeoNTkByJjUFMSegj5emKvGuwuNHo+W4zNQKa0kQz1UXUIvy7QL+1pw0zPEvKp0apcVRU+J9AUHeCVHUCB8sebcDzLUNekWsGFzO4g+sE3x6lSzNBqNJiFGlBaQVW0kHpjz82OMSbJMpnaGhSzAeXYEP/HvqAtJI2Ox2xRcxxTMZbN13rKVR1IG7JUW0IJ6gE3sfitBxaKVKoc5UT7Mr5ZkEkgDcSYn4r7rfbod0q8SVvMUZcVstSYalYWUDvEwZ72t7nBg+K9zJlXyNFqxLtSmiCFOkgvtdlBN/le0YtvDKTpT8lHWorVA9N9JJR121obhSE36SbYE4zlRQryqa6NZ/MCeWylYAdlUAFTymbdjYQTgri3iJaNM1qdFH5dK1gZKv0WqLFToMgzuek3rK5VxGa8IrWbqharVGo6QINUUW5A0ytmXlJIkr7xiw5bxVlaoRqtJy7kjzNAOktKAmJ6ggDsMI241QenV0CatQKSlQSrWWxMgE8zR1EeuCuA52gZU5UUKqpNiSrCdRUCwF7x3M4E/puS6A+tls4QtVGem0hdlYDUC2xZhsACJgbAm/ZLxPOnLVjpU0xVqsKzCCF1HUjLpNpW8xFrzgvMeIFZHQCojupJZRzJP4lUkbdADPvinPmzRqlHrrUKhgrsCNQuwDAzETAnbYWg4TClJM0dl34zwYVdHl1oqqFh/hU22JFuaVt/fA+ZyNPykJ0pWsREgWIZhB/DBnv12GKynF9OoVpNF1BplLqjAyWWbypgiY6gmww/pZusaTEMMzTkQ6KJTUsHWCZgTYgHrIGBKElpsFBnEsv59Ur5qKS/IwBMKRzAmQDJIxx5SHTRruWqWBqaQZGr4lYTNrCRI7YF4JWUV8vRcMrmHUzysuifmNwb79cMON0qYqqtRHQVSRrEae5N9p+eIJT+lgFvFKL0qlCsdT0KbDQ2q24+M72IsTbp1xF4i11mpmrVZaakmr5Q+FCSRyxLRYWvHfDPLcTWkjqPLemswqmdQBC6gRswJGpSOs22wmzeeaq+qmqhdUaQZJmNUqBEHqAZxVJxaa8BToC8P5motZQ1E1VdYHLcReQWIGn3+RxZU4eG86B8QGmmVAgi+99ybHYY3SyQoZlKlMk06srB3UsLX9wPriAF6lRnDGmFUojTfUSJJB/mC2Pb1wHNTfKIt30DVMnlnoB6dTUfNQalablguk9on5YMr8EpIKaJVdUqEL5kBgWHwbQBJBE94E4U+IPD9OnR+6VwWYamEkswndV732FsN6FZ/sWXUU1LQisrbRMN25j+pwckqprdsP4E9HK5uj5havrp0m5tYswFjJJJ2MD5YaLWVQWWpSY+XyqWnYCD3uDEbwfliSvkPPrMKmrygDFOSZeWl0JFxG3W2w61QeG6VUqadR0qFwFtMHcdgYBnpbAi1NtSdfhG77G2YqKmiqUJSqsCosbtYAgyRe25sIw3za161LXkq5VwRp1MQpK7gjYT1BG+DOHcFWlSXLswqKrSSyjfVq22FzgDwpwdsp56s+slrCbKLwfmp39MZS8+38mso/iGg1etWzFZRTZoBW/wAaooYfW8zsRh1kMutHyUFJdGbVeYtzLqAVgCReTcL63w88acOV8vUamwDoNToIJcgQCb2YLsetuwxU+G8HFfKrmDX86spUBSf9lQeUANY3j8MH1Ez0qfKCb0uq/wCB7tbLJkPClNMzQq05dObWGHwnSwvay+/5zip+JOCrlCzI40Mx0gkSLkgQLkepw04Lx7MCqftGdUoXhlYDVEWaAoAWSJPphf41z4zMstlTVJBIDibMVm39jgYnlWWpPRlaa2V2vxAOIAgHeD12OGfD+LolHykoRUJH3gcydgQVMg6vSL/TCvilFkdVbcU1jkKSItIN59Tvibw3q+1UNBAfzF0kjUNU8siR1jqMelwjJHZGEWix0eN+QzCvlWNWQTrOkqbEGCszsb/phhl/G9HUxqZJWDKFIDgC0xbRA327ycPaPDMwrBlfKVH1FlmlUJOlUpwrajqiUMyTqEzIbFB8VVvvQnm06gpDQPKUqoixiQNRJvquO1ows/hsb7QfkQLfS/8AEKipDDKuGAi1Tp1tEYx0SrTGfyo+ylmKVBp1Bx3IQgfF3tYz6+alseleCs7UOWpJTYBabsawamHgEswMSCdokbY582KEI2iOWEYxtD7gvGWr+XUagGGpoY2AIBWVLDcGVm0ht+gG4r4NpnVopwrAsXPxKZkSAwmPbYAdsHcR8Q0aNOCio5OsLsrXGq8QG0mdJ3jfc4D4QiV0aXepRqkQCWBRjJImfblkjtYwOBP5fqXRz3R5zxThmZoUxUFI1KMGW06gomBJWO1iQMEeGOJinUph6RFRLP5hjUHESAd+VgQOoWcXGllquSzBp03NQVELUYN2gjXS0mUFrzHcGDEsPD/G8tmydVEKUphiGQfAoICncQkn8sXnmXHate49qtoo3iOjU8w5ihUBokAhpgAMBywxmZvAsOgEYiy2fMh6g+6JC1acCfhIDqekGR9Pk68RZLK0csUp5ymXWSKVYXJ6gKACJ9R8xvio8PfzqyUp8sudOksNJHdC9pmIB36YpjXKG+v+jJNosHF/DCimKuUqkpWA0oV+EhTIYg6RrjfoR62E4V4kr5bLBPJ+JpqO29yIBUfCAO/WdrYta8W0VaVBkJC5cI5Nwai6Qs3jpYzfVGNcfq0zpqCgSzNFSNL72h16X2ItiEMkvpmr+4OXhgdCmaq5d9elEYtKkSoIPJ1iSAb98WurUbRz01dFAKFYJUiQbe0GNsVtcrl6gpvRq1KbkLJosABF+aTdb9ZF/cYK/wBCailVhUUszF0q05UxIPMEGnT8UwIuNrYm1fT2ILuK5DM5Wl5aotfzZ0lQZKkcykC/wjpO/oMI8yPJ8tqWpWjdjquf4toPTaIvixUeIVqJQ1tNU0yCzEDkO8odyCOoj4iOuIPH3AlBGYpArqJNWm2ym51A7iTYj+YRGKQmnLjL+4ypsaasy0MaI8rsWGu/wlSux2kHb8sKfE1epSoOHfUWdUBIlhK3FoHSQ3r3wTm+ICvVXLozIodlepSYDUqLOmwsSYgjoDifOUA5FN+cGy6zdytz8wL29cQguDTr/QmtMrnBfHtZW0VKbVIWCbA9CGa0TFp9fq78ReIFd6S0HHmKQ0i+mQCB67zbthXks+lCvUp1KdM6IgaSakEgqoaIPcCOo7YG4pVpmp9opAo6MusT2O4ttaDH6G/RLHGU+XGtDtK+h1wqvnKb12XK1HNTQ+l4UySIJJIuF1AxcaRgWrxX7PXNc0zoFRgACIDkkDWRYXJkx0w6zXGTXfVlah5ZgxZyBsQRdZ/wcVXPZ9aJrf8Al6ZGYbVpYTp3BBBAIlrx6274njVytrfsBbezrMeKvtAdSj6lJBYEaQCZAPMZ51F47/OzZesPO1q7PNFQyiLHTA5iZ1C5I7n5YQ+HeG1RSqpNNKjEOQwlqamxqAC5n/1WIFr4zgWebzjQDKrGlY7ztPzBv7YfLGMvo8DSSrRniwq9NaqVxVBOkkRymOoB5SdogbYV+APECUq/2fMUEcMw01gnPTPQkxJSY323uMC8Wqo7mhUUU6yDQGQQJgQRp2n5DHfhurTyxq1DL1xT0OoMhtUExIiIEHecX4L5Li9+3j8MeKqLsu/ih1rUClOklMLVIaQFJCmQogTq2aDH5483o8ZAqAKkhSukneQbG/y37Ysg8QGoV1hXqsFWGBiUBh9okgxe+wwgz9ELV8wAB1kkD8j2wPhYPGnGQI1ewfimbapmdddjUMrrOxKiJFtrTg7ifDcmsNSzYcSFKBbmCQzSTZTEiV/Eo9cI8rRYZjVURry0KAd9rSAPnGDM/nmOkFLWEmLfIY71LjSR0qdUkOvDOTR1QnO+S1yV1REOsQCNMlQxuZnR0xrhuQoPXNM1AaILS4IlVVtIaWAUgiGt+GTbbAlHh4qU00QGLMLiCYUmRbabe+HvDfCrJGoUagYFTqA5SfhMkSL9RfCS+JjFbA86XYJxHgSUqD1DWVmAp6dIWGZoLp3lQQRa4lvTF78JU6S5XL1lGl0pzWAW7o2ogkKJMHbrYjCfJcHyvnrRqZRQ5p6gGsNYmVLKLoZkMwjYRNsMeFcRelmVytZFp6kBohTykSZT3AiPY9xjkzZllXFIlly8loX1uK0OIxTXUqSRcCfiEH0lZPvGC1oHhqLTNcgzq1ACL2KtPSwE2+IdjhF4wUZHMIfL1Uajaok2H4wAO0giN9sGZzM5erXq0arzTogMrM9vLZVYjUTJAm3UX7nEnj/2+xLjr7DJeLlfvWSij0SzyG8xRKyzhjdSwYR3+d7BkBQeiSQmlk59KkSN2W173BHvjzGnwl6Ao1gyspIBCkmVexltiBYAGIMxizZvLZulTHlvOXehLFhr8tzJJRhdRMHqo7YjlwLklFhr2En/AIh1lqmjTydPzVRWcmCxUJIZdRvEXZWuLDrir0MxqoFhSLqp5iTZYGq3/tB9/fHpvA8/59F6DVh5zppVitoIEgHeDHymwtGPOOIZV0XTSWELc9NjqUMOXUIM7dSPXHZgnF+iuiuOpaD8xxekaFMU3c1GYhtRIgbBie5tO9xPTB9BazK9TSahFwWvMCWk9Z+tsV6pwp8vTSo6jmYhYuPUj99Rhjw3xBUVlRyfKDMWFrlgohv5QQTbvhpQ/wAorh7BuR4wNfmimyheWpTBJGk7aRuLnVh1maFQVRTpoQrHUCwggRzajaw2tcz64VktpIVYDETbcDaDEzH5fTD37Waa02aoTGldJMxaBNpYex6+loT90iY7z/BV+y1aMqWAlCQSRpXlHf4RBG8Tjy3L8YreX9nq8wIBQk3QyIM/wkbi/Q+/queyy1mQmqacutSmVNzE2gj+Ej9zjy3xHwitkqqq+moai6gVkiJ2AMQQe2HwRXQ2Peiy+FODD7PSrEk16rEqZgKJIIPeRMztNtsNfFnD0qZWSfLqIdVNxurDcSO4B7fUYrzcUqZTMZamWBSlJZdidYaZ9pti3cTqgrAGtSxa0XEXn5dcc2VyU1Ik7tMoWXVkqnMVWNRayRrKxDgiD9AV/wDdjviubqUWlRZxqB0iJ08wabER0Prh7K/ZGIVm8yUCxOksSAG6CLT/AJwi4zxRalKjQDnzA4p1yogrp5Sy+8j6HFotyldfZ/gorbHWXpsrItNFXy0Uv0m417fi3ntvhXxPM067VKi0m5DodpsYER8h16zfYYBenUy2ZI88B5LAs3+50Ia+59ex7YQ8Xy7+Zs4p1XLKtzuew3O2HxYk5XZowt9l48M8TWrmlEWZSjGQQEAuDNtMx+zhpxPRXzJWiaRbSdRG9ja4Bv3GPNaCFBWpyAogNIg7mwnaYv12HeX/AAXgWapvRq015mCPSvZ9RA0k9LNcHpgZMEYy5p0aWNe4FxLLpTzJWqdOq7EiZGmIFuot88AfbqS19WghAI1BSZ9/pi7+KOEHO0PtKRTFGiWOq51qX1U+0qQVJ9cUTgrZiuSioGVFLMdtKjf39sWxNSi231p/YeC9OzmlnCRqYmNQggdD/bFhYhgzqyuSoGqBNgb9On54Q18ky02sSBAsPc7e364k4LmUohncnmRoFzNxt2B7++HnG1cQyVq0GZLLjzAuoAXkkG9vrggZQEgNF2sAPivFtiRhTwkvmaukGTsOg9z8pxYsxQGVy1QONdSqyinBjRpE6jPr0Avy3ws7i68iOLugvM5pqFSii+UnlLUWbsCHsSZJBMMegueuLT4KFH7NXOour1HZ9QuBoHLckkAC04oPhvIVc1pFT4R5rCTBaChI2sJaJE9bWwb9kzGX0ggrSeojaNUSTspI94O35YhKFem9/wDpmvBaOA8ZzC0VTN5eo+Y0sNQChtAgi4J5ok9pUdcc8c4fTrMmZNV1pBG5puhOnSRJNiAfaMA+GfFH2is71YHlqYC9RJMiTciw6C4xYs3xLK5lBSDctRgGF0ME3+IXnsO+JSi4zt6EadiTj7+ai03QVBTB8uszbjqCf4xEX9DifLcGy2dyaB6eipVIIZgquCoAYrBNrGxvHS+Ac9w+tQ15eGegxfyagYEKLKBUJvqVtIv/AHht4VyxoUvKLK1TUCBJjQ4EMQbi6uTjZXUU4s210VClmauUZ6Smp5B1iWXcAwdMwIMWMEXxe/CHEVXKCpXKqiiNjAXpqtGxuRbqcC+MKdWrlq1LytWn4H1Qy9ZNiCvSxE+4xzk+M/ZctRNWm9tFNlK8vwwxkWIPrOx2wk5c0mluw3ZBneHZdappIR5oonyEB0moykkHVME2iZ64oOdzxq1NbEAltTWuG6xfv/Ww2wHxsxXqaahZVqt5ZBNlto0zcFRA+Q7YXZmsxYsTLzJMbsSWY/U478WCt2dWNcR9U4kXtuSQJ6dhc7SB+XpgnLU3qOwZSw/EYMrJmWiYBvv3wB4fqoKgSsQKfxAkWBDCOm0MbemLLxXhj5QuabkUqzlk0Ncp6kbAA2B74XI1F8Sclslq5Fvu1pHUVXn9QGJB9TeNrX6YjTh7Dndp0n4TMgMGuD6elt8B5NDLzMGIW6zJP06mIO+HXFOEtTCBdUqCWPVVIsLGDuQYmIGIvppMm409jOoiZh6ajSAKSkBiQSCNJVWBEHe/QgYSeIOKrmcs1KoGFfK1Yl7Mycw1H3tqHeCNxgvhNKnWBotaVLUnBhlZDLJMzYgNFpBnrZbxbVWOpiCsQWIUOVWxk7kG2+xOGUkjJUwjiHhpjUSq9RWqs4ZxELpIjSLzYenywZwd34fQ8qsvmGmrPSZZh1/huJBDG/SCMPsqNdCi9RtRKBmaAJ5ZmwA6/lhfS4ga2Xo1rUy0os3F2A0gGNyBbcRviUnKql0DbVEVHxBl6tIjzDSZwV0sDIaLEQLxvOA6iZfM0QtEytFgdUEFng6tQIBvNz3JxvxtkmCUSty7QJjpzGO218C8AqpSqtSDK5IDMw2mSN+p2BPpffC8fRcQcdaBuOZrK1adbzCq1aL6hrAlrTCwbqW5Tewm22Enhfi6VM15lXQuhZUKsCdt/QWvgzxJwXSzsqJpgmxAkhZI7z7d/XFLo0CJLWVokjtINvXa3rjtwQhKGi8IpotPG6mXzVYnLg+YzQRFnZjEp6Tb88Xrg6VKVGpl69bQaVgUOmEYAgK25gkRt0EbY8z8J1TTzKVFQNoYwGJ06tJ0yR69u2Lj4fzNbiFXMLXqAsgVk0qsISYsYJiwtOI/E43VeF+4mSLS14LDlOKitl6ipSHmUnXRRBjzFkHUQQBzAlovG+EJyzZzPirlafkiiQMwzcq1L3QhSQxIB9wb9MJPF3EKJqg0QVhCuoW5lLARHcde2KvS43mKasi1WCltRWbE23G2wGNg+Fai3HV+/wDJoQb2j1unw3KfaATTCioXC0yOViQhFSOlpWB3m2KR4p4G1JwfL0ggrqg6RFgAT2A/d8EZzOutQVFIIpOAlMmQoqS0XvMR7T2GJ+LeIKtWiq1suVoq8BwbgzbUIFgLHab7HdMUMmOad2BKSYj4TTYZmiEBEuo5SVkE7T03i2LNx8ZfzHSpVQVBqUNqLBYAIDD8MzAaN97zhNwZwxZKiQ6sQkdChVjf+YOP+nCniWSYVGRj8TSx9ZMz7f5x0yjznt1SGat7DOFeJKlI/dwQilVJHw6ypax3uOvfFpWlVr5akxravLOpSszUhjAYHqOmKBUowsLGox+Zi31+mLTw7L52gcvJXy+aqF1wGVYlSIBmDbfeemGyxVWtBkl4GHhPh1Km1RHn72mBqiNLA3UXmDP5XxZs/lqdSjU85ENSnFJTTA1IP/tkXJHci1ge1+MqgaoWpFfs9RCS7dKkxC9e89D8sVrjIrZLNpmawJVng6GhCACFZrbgGDqHeMcjTnL7kknJ/c5/0/NVcu9WnWIqGpzMD8TTDq/Sxg7QcTZzi1HMVskFiiywzxHK12KiLkSDc25h3OCvHFZ8slM0FQLVmSCAD1AK7MfxB97EdcUzhrmpUZRpl9gblj2Xriii5R5Mbjas9DzPiJq5zDomvL010mmPifY6wQZBB6GLeuG2W4iK1JlWn5i/iUkXWNoHUg7DvvJGKb4XytSj57bAiGEdBqgj11Aj5/Tl69OnUZaFWpTYoad4iSsQxVp3iGiQY3iMReJN8UZQvoVeIOCtl1NSk80WZivlkwAQQEa+6mBOxkd8I5LLBEnYRvPaw269cNkpH7zLkkE09TExZh95HboonAXD6TmdMklhpj1B37RAn0x3J0tl/BLwzJl3KQCfkdhqO/t88WzxFU8xKdalSqCmgKmSSqrK6RawJIIPoFxUgreYtOkVNQn4h0gbz0tJnf22w+4X4iGXoulUhkqq6raZYWPWNJ2+fpiGSDclKibTu0a4dmqSkEEtziA0bEwDAJiCflOL3msyZYoNWkrqA6L6npPbeJx5bwvJLmGcK+llEqIu/YAiw6SSfrGHVHNV8ozAtpJVTokMrgj8YuDY7+ntgTS6XYslbosopZfzGCFkJVn0kQQ224uZEj2wVw7IikCWCOpUsQwm6xO+8d+l8JuGpUqstRXIJAQkRa9lYfIGfQe2GVTirKBlsyrAEEB1IJFyJ/pHb3xyTT5d6J7sr1PxDUWilA0t1ZQWPKBBkMYtBH0xX+DcGzDim9R2NFKkgI0gMY5hG0mLx9MWepkBVBJ30kBlvE26Rt6YkyvDmoElebUEDA22F/a8xPpjsUqTrs7Plvwjjjr1KoopmKepUqko86fMBUi4Fwwm8Dp1uMA8PoKKzEyQyAAACAJ5oPczYzjusKq1UdoddQOx3EbdjA29ScE5Uyod6YH4W3EDqRbvHpOJu0hXB+RZxfJ1KbmKZdXOou7TqlZstjMX9bYX0crTfVTIhaulZAB0Np1IwPTpIPRmE3tdc7lWfkck0zswmBO3sQdP0Pc4S57hSsoLEymw2Mifz9vTD48qpBikUSrqos1PuwM/19oJ+uG/g7i7UMyrFoSodDHaR0J9jsfXFjHBFrXZZcXJOwO/adJj5HpiDNcOAClkFmILEATEDYdDtf574s80JJxYyipaBPHGZURRCjzFYlm0qVKm4BmQWn+vfCGjVVKiOVVSpVjpEau4jaItEDrixVOEgqsqoQGBJCkDtvcfI4V5rLv8QckCY+7LAxsOYRe/9JxsUopcUZQ46Qw4bwtWLoXI062B5dxpA1TcRpmR64W8UNRnrzU1JOkopMCXC7G0xPzGGuZqTq+7RoQMxPKCpjVOkj+IfM41l8utRmKAjWQz6iGW9yRBEC5veN5gYXlXqZLa2zhy1GmXCiQyjVe5NMMSIBsJQD23w34zWy5yFCozgOKQKx+JjAKx3JBJwD4ioNUohUeAoUsRcGyrKk3gEHe/6YWUA2imVCFqQ0izsRzWYaFImTERNveFiuaT82LxszwrwZM1XIckIBrMC7RYDoep+mHfjBqgrC4dEEIpM6TIBk7kxBv2wg4tkW2cFyVWytBBNhYgmJO0YsnDcrQp5RadRi+lS5ABkMfwmNoU/P54OV9S/gMl0FeBs2wy70dGspqYQbxvyiLibe5A9nPHWpZzIO6EN907JqldBH4iNxF/piJ8svkGply/wBkYE6l0jSwAHWBJEXxX+F0/ujQDMFcQDO8wdPoCfbcYhabcvuGOPlspYpVdSITOpoUk6gL9CDcXJgevW2HfAqFSjnKQenoKkEkqoIDAwe4mxiZvfBL8OE6ZKOO3pf09sJczwyqpEnUekHe/xGdh/nbHXyU1RaUGz0PiHEKYqahK1NChTM9dSwNgQWM98Vg8FYuxKkc17jqSZHyGIVZxUSo/N5kCSLhtoP8AfqL4dMhKPeIAiLwF2ifQxHTTbHLTx+SaXEE4jwskNV1amNIo07kxCkgfy272wnz5ahQemJWq5XzCO0GRbptPcn2w/wCE03FIrBao+plubCBpJtYk3HYX7YWZyl8elC4MFfnp0/kPr8sPBtOmL5oq2thIE89j3I7e07+wxZOD8VFJTRqU1ZYJUsLCRBNxAnaf7nEbUiAy6FUqJMEzAPNY+pEd4OE7K5kgtzGOu9ztjpdTWxmrRYPCxa6KsaiwWInbad42k9pw34zkGQJ5iAOgIlPxLeNU31CPmIjsKrlcs4UVEJVg/KZiIUE3HcMAPmMMafiSrUakasOiuD8InTImY/lnEpRt2ibi7tDXgmZqUHoOR9yXMMdzcKQTNyB+mLVnwtdWKFSULFlgE+6EbjrHrhMM1TOXpq6kUalZgundAGLKTva1/fCyo9bKll16itRShH4gQT06Ehdz0IxzOHIn3stWWQeZEgWuRtPYY6q07wLkmIO379MRU3MHSREc1p62PyJ/I4NzOYNSmrQNV4FpBG/v3xr2etasW1ck0GIEWNo/Y9PXCyhlzrg2Ivv0jt/X1GGmUzAblaVY2gmJ69TtiUZQAMCV1Ecxm4E7d/3Ps6ltoV09A+UzAcWuJF4G4t2i4G9sR16BJmAZMFTI2mWHabH6++OamVOsm4EfX3jrB374Y1qy1ApgQYMAdRH9PywjVO0JwoSZfN0kLaFKsBN+pHb/ADPywVWyhquHtBFliy7wSewt62GOU4cZYkleW7WsZED+3scF5doBQgyAxgtJ26dxA+WNP3QHHdoDzmVkhXl7CLkHmG9viuZv674rvEMi1J1ZVcAxzfle4A/ti4jLwV0uQpHKJO/UGbW6YC4pliF9V6d9v64rB6GWNULeIUC+X0BfvCUDEAAEcpkiCOUqB8+l8cvQZaLJTOuqAmqBp5QYgkbQdTHaRHtg2oR50Fj5bMsfynt3uAbdLemDczQSpKkkKTpZZI1qP06XE9PXC3SpkJxp0KclpfSp0kNTIN7MY/DIg3HxdO+BKWWRGAAam6mSafKQqiTfTJBHcydpIw0zNAKDVSLkCmt4CiAF3kXt6WsZMNuFZQEavhJWyGCARMj/AKbY3LgGMPcphRarlyXOoKL7r8UXEdRO/TfDfh9AqrLUIY3tsRJiTETefrecMxkNGsKFJmQehnp0jmm/qPfE9XgwZFOuSV1FiLgxJB9j0xpStUWWO+gPKcRFJHXQV1gxzT0gNtY2674UNl3EGnExbV+KTMKBebT2w2o5R9DnUHUSSHO0DaRJ7QffDPg6oaV15nEie2/vHp64m7TJ8WmJeKVNRZqZA17kgH3gEgD33iMKcjQLVOgMkBiLREmTG8Tix5vg9Jg8SNQmASIInb/i+I6XB9KmNPw3aD1FwFB39zsd+9E6VFHFoTZyghVni+q8dIG8AE2AX1t747yFHXSc3LAgEXhgxEEd/f1m+CnpvOikhIA1EltUk+4AHsRF8MsnkmpoD5zy7ArUMMQhgzcdATaxBG+NJKqZzyhLoDq5XRN6jVOaQQYBIJaN+mwMR72wJw/hQjWSp0CVIJ21GAQVEmST8sF53hdfRrNQV07FABa1xEX7RO+I+EUr1oYHlGlSoA036ARJjt2OM43F0w/KlHsXcQLLISiiWUIWliRIBnYdrAWvfHFbLIyg023N+UABoIMXmOxPce+D8vzJNxPQzf8Axt7fljrJZYpRliFBbUTvABkWW99vf2xm/CA1ukVnO5qAaYLGwSxgGbnoeo/LG+D1UAgKpqQSAfhnpfod7/Qzi1HhK1FFQBZG8d+hETNon+l8IKlBEdttN7xcz2PYT+WKJpxo3D02MMi7fE1MCCCQwLQYuF67HcnpiE1l0NZhHwyNrG1jtcxiJnZUbS+5mDPxAXg9B/m2DaQWrT9ZHeNvbvP0xCS/YRod5u1Jo/mwRlDNMT/L/TGYzCZO1+S3lAlIyKxNyKZiflg3Nnb99MbxmLLs6I9s3xBRqa3b9cBcIvQv3P6jGsZjPoX2/rwNOIiVI6eYgj0tbEdMf7R669+vTGYzEodCw+pEmZUaUsP2MKq/bpqX9RjMZisDol0BZxBCWFjSPzJucT1lHkUjG9alP/xxrGYP6jnn2M6CAmpIB06YkbcpNu174KRQKlKBHOP+0n9cZjMcr+v+vYXH2iDOWqGO3/7nGqB5Ko6aT/3EfpjMZiy6RddAmTMeZFuY/riGgxDmD+4TGYzDvyTyBtb/AGQetv8Auj9MbzB5Knv/AEGMxmB+tFJfWvwC8LH3yerX9cFoPuX9KpA9tW2MxmNk7Fn+klp/7VX1Un88VmjaixFj5Yv/ANP9z9TjMZimPoOX6UScDcmswJJgWn/04npMSWkzzf2xmMwj+o58H1DPID70/wD4/wC2FfF0HnvYW8sD051FvlbGYzDwKvyCUxap+/xHGspZKZFjDbf+psZjMZ9E0f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9394" name="Picture 2" descr="http://www.bharathidairyfarm.com/images/lucerne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33600" y="914400"/>
            <a:ext cx="4572000" cy="317754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54715" y="0"/>
            <a:ext cx="3087705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/>
            <a:r>
              <a:rPr lang="en-IN" sz="4800" b="1" dirty="0" err="1" smtClean="0">
                <a:solidFill>
                  <a:srgbClr val="007400"/>
                </a:solidFill>
              </a:rPr>
              <a:t>दशरथ</a:t>
            </a:r>
            <a:r>
              <a:rPr lang="en-IN" sz="4800" b="1" dirty="0" smtClean="0">
                <a:solidFill>
                  <a:srgbClr val="007400"/>
                </a:solidFill>
              </a:rPr>
              <a:t> </a:t>
            </a:r>
            <a:r>
              <a:rPr lang="en-IN" sz="4800" b="1" dirty="0" err="1" smtClean="0">
                <a:solidFill>
                  <a:srgbClr val="007400"/>
                </a:solidFill>
              </a:rPr>
              <a:t>गवत</a:t>
            </a:r>
            <a:endParaRPr lang="en-IN" sz="4800" b="1" dirty="0" smtClean="0">
              <a:solidFill>
                <a:srgbClr val="007400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6200" y="4114800"/>
          <a:ext cx="8915401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/>
                <a:gridCol w="1143000"/>
                <a:gridCol w="1143000"/>
                <a:gridCol w="1219200"/>
                <a:gridCol w="1219200"/>
                <a:gridCol w="1139953"/>
                <a:gridCol w="1069848"/>
              </a:tblGrid>
              <a:tr h="102362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प्रगत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जाती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एकरी</a:t>
                      </a:r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बियाणे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पाण्याच्या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पाळया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कापणीसाठी</a:t>
                      </a:r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दिवस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कापण्या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एकरी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चारा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उत्पादन</a:t>
                      </a:r>
                      <a:endParaRPr lang="en-IN" sz="2400" dirty="0" smtClean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पेरणी</a:t>
                      </a:r>
                      <a:endParaRPr lang="en-IN" sz="2400" dirty="0" smtClean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</a:tr>
              <a:tr h="1338580">
                <a:tc>
                  <a:txBody>
                    <a:bodyPr/>
                    <a:lstStyle/>
                    <a:p>
                      <a:pPr algn="ctr"/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राहुरी</a:t>
                      </a:r>
                      <a:endParaRPr lang="en-IN" sz="2400" baseline="0" dirty="0" smtClean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६ </a:t>
                      </a: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ते</a:t>
                      </a:r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 ८ </a:t>
                      </a: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कीलो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१० </a:t>
                      </a: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दिवस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प्रथम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९०दिवस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त्यानंतर</a:t>
                      </a:r>
                      <a:r>
                        <a:rPr lang="en-IN" sz="2400" baseline="0" dirty="0" smtClean="0">
                          <a:solidFill>
                            <a:srgbClr val="007400"/>
                          </a:solidFill>
                        </a:rPr>
                        <a:t> </a:t>
                      </a:r>
                      <a:r>
                        <a:rPr lang="en-IN" sz="2400" baseline="0" dirty="0" err="1" smtClean="0">
                          <a:solidFill>
                            <a:srgbClr val="007400"/>
                          </a:solidFill>
                        </a:rPr>
                        <a:t>४०दिवस</a:t>
                      </a:r>
                      <a:endParaRPr lang="en-IN" sz="2400" dirty="0" smtClean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६ </a:t>
                      </a: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ते</a:t>
                      </a:r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 ७</a:t>
                      </a:r>
                      <a:endParaRPr lang="en-IN" sz="2400" dirty="0" smtClean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>
                          <a:solidFill>
                            <a:srgbClr val="007400"/>
                          </a:solidFill>
                        </a:rPr>
                        <a:t>४०० </a:t>
                      </a:r>
                      <a:r>
                        <a:rPr lang="en-IN" sz="2400" dirty="0" err="1" smtClean="0">
                          <a:solidFill>
                            <a:srgbClr val="007400"/>
                          </a:solidFill>
                        </a:rPr>
                        <a:t>क्वींटल</a:t>
                      </a:r>
                      <a:endParaRPr lang="en-IN" sz="2400" dirty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dirty="0" err="1" smtClean="0">
                          <a:solidFill>
                            <a:srgbClr val="007400"/>
                          </a:solidFill>
                        </a:rPr>
                        <a:t>खरीप</a:t>
                      </a:r>
                      <a:endParaRPr lang="en-IN" sz="2800" dirty="0" smtClean="0">
                        <a:solidFill>
                          <a:srgbClr val="007400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4034" name="AutoShape 2" descr="data:image/jpeg;base64,/9j/4AAQSkZJRgABAQAAAQABAAD/2wCEAAkGBxMTEhUTExMWFhUXGRobGBgYGB0gIBsiHRsaGyEgIRobHSggHiIlHyIfITEhJikrLi4uHSAzODMtNygtLisBCgoKDg0OGxAQGy0lICYtLS83Ly0tLS0vLS0yLS0tNS81Ly8tLS0vLTAvLS0tLS0tLS0tLS0vLS0tLS0tLS0tLf/AABEIAL8BBwMBIgACEQEDEQH/xAAbAAADAAMBAQAAAAAAAAAAAAADBAUBAgYAB//EADwQAAIBAgQEBAMGBQQDAQEBAAECEQMhAAQSMQVBUWETInGBMpGhBkJSscHwFCNi0eEzcoLxkqKyQ8Ik/8QAGQEAAwEBAQAAAAAAAAAAAAAAAQIDAAQF/8QALxEAAgIBAgQEBQQDAQAAAAAAAAECESEDMRJBUfAEYXGxEyKhwdEUgZHxIzLhM//aAAwDAQACEQMRAD8Ah5hRCneVUz0K+X8t8eZBGmLnmeUf9R74wqnwwV5N3jzDvPNT8/fGlFtxeLmfnPrttjwORP40+oWpkmCi+5vP/WMDLNHL+wHttjapVLASRaJJ7C//AFjM6QG0jUZO3afzxuLqdEPFdTRKZBAuLmY+g/fLDIpKGMNuPlseuN6ekjVAI3Fv3zn540y+XPmJuQLc5mD+/TCuYk/ENv5TVUgSAZWSNh7HqMZqIhDNef8AE/3GNVVixG1hHeBAn3wRiZgAwRPyIgYHGT+PO7GKuWBMjsN+kD9BgApjbcz/AIwbKmFneTAHpEn6fTG9KmCxk7m3tN/mPocLxsaPiJ9QNCleCoI/ftggVR5Qo3H5/v543emBtboY2gW9cBXqRybb0J+t/wBjGeo2NPxM2PEXibdxzxoak9IkbD9+l8auk+afYCevy/6wKnmQTHbmd5g2+uNxs36mfMO9ZhEAE25dZv35YxTqkiDG07Am/wD3hV/jUz5QTfuLjDiAGqLG8z8jbttjOTF+PO7PU3JItbfbpH6Y0q19M+3LmdsYFiuphfoed5vtcCMeFKTe4G5HKIP9/rgcbC9eZ6lUYrI2jbnYbd8DokqJN2mWMDcwPkLDBUYydPW30wOC+pdMQOlwZH1P77lSYq1ZBPG3O+k8u1sKeLqllMAC+3MgbDfkJwzSqADSJJv+Qnvv/wBYBXCr5l6Hbe0/ST6412aerxCudrtrU01DepgDyyeR9dumNa6VjBNTTYCEC23JuwPPpHLDWVoSqr/UZ94vt029ceyel2IM6dv7DGUmtiSZLzOSLaV8SqSQ0kuRCi5MLA3tfme2Hf4QBQDqUTaGIgfQn93xsSyksRGva17qdPtz9WOCsCFgvcWvECU9Oo+nfDS1GZSd2C8Miyuw7NDe0m/TngyEARE9J9uXb88YrrEMJNzHqJt++2NCS3lANvpNvzMn0wjmynxpLZm1IW+skDr6Y3K+bTHOLbmJ6+59sYoKGOsi4O87Ab4VaoarineJJbadO57dvfDKTbG/USNfDvYyAYEkQSLnaxA69t8DzOYIYrziwEAX9LYYHMfACLW+Hmf1xlBCwQNJEoZEW2gjeZiOuGUwfFkKJU1XNx9bi35HHsZy6EoxHlAggczcCSfc49jXXMC1ZrmeyGY8rAh+REj8JE39CfrjSuGSbDnqWRJ3EgT7xbblhpYWqoNiCRHWRpNjymMez6TpO5mZ7cvSLD/x6nBtXsQ3RqSjiVMzFwPa3qpJ7XGCeAwWIAPLtvf0i/phGrV8N9YvSJE8hzFuh3tz54oZmsN1M9OW9iOl956T0wHijDKQtBGJHNST1F/cXON0A06gZkH36fl+ePcCzAqKy7qYPOAQbjaNiDvjXNUgtydMMoJA6CJI59cTazTGMUANMXkNeef+P843VpN+nz5/r9MLFmYSDBty5Cbd9tj1PIYLlgdem23Pt+s/Q9sZrmYwCSxpx8BAvzHX5T8sMUk0RJ1PBA9R277YFmp8WoTsyqBHTUR+sn3xs9kBkQDJ5RzsfXA5hibZuj8RS8WMdYOFqNGTvsATHImAPb++CZptDMZOmSIjfr+R/YMK5evpYNyb97c7RjJGbzQzQfZZ3sPXcfPb64xmdKIG2LSCee9vblhc11ElbHkZtHKOvT9zjetVVxSvM6bARJJJiNhJGHUaBZvXlTDQqiwkW26c+Rn/ABhzhbjUgBgNOoHqWtP19z3wq761JIBKRYc1JAPyM/PA8krAgmxsyX3Ctt6/nIwORtjUZqGEzE2kXgE9fn6YKtYiYkW/O4v6Tg1CmjMVO06Ss/ECOR6g39QPTCiVP5mmLaluOYsd/n88Gk0Bs3q5wBwIuoJnlu1rcztHedsMpVnXMk6ai+oIIU+xG/cYj5hYqSPvNYct/wDH7nDGbdlLQJBDFhtAkR9AJHfDqPQzYRs0JYkjbl7C3UgHAmrBlA6SWIvyEjpAIA98ByyeUqw+BC0FRFydz6x3vbBKS0i4SGKXcgC7TEL72+RxuHIt2Ho1jrSLa5i+ymI23jp64HmqyqyLtLww7z2G2wvcY24itTUKwjSFjSOQgWgc7k+nPAfFUMHkNqQASBfv2YkDmdvbAcaMw1Wvrr1KYHlRGnnLWNunL5HBqQEDzWJuTubD9TPscLcCQlKj7uzR1idf6iMBFU6gljqCkHfe0DabkDsB2xnHka6yMpVEFSSIJMc7fptfAspVAYHUZgkzzExB6W5/ljHFHDCVg3CtFt4PyIj64TVhqK6rwCTHIki0ewjv6zowTNxFDM1v5cDYsZ/42A/X3GNuGFStQrYkEE7RI/WfywhmXnw6Y2Aj5yTHtGGqVJdIIAOpwBYbC9re3WJ741VgyeTSpmiagGkaG6nkOZvYY1y9QlyWH8sklViNLhYU26/2wvRqE5io29hEbTGog+4ONatQQQDA1XN+0AfT5jDNVhByPVqlyqnkQOcDVqv35egGPYS8bpZQP+v33x7E3F8gOQ/naX8yo34Xnc9jjNdxqZQCBIO3SBPeRbvbGisGHnPme/QHyTftIPyxtyWpPkdVANjcQD9Rh3YbNGVaiERJDEWHoRvy5R2OMZQAN4YmAsKPaBvtBvjNUiQ19Tc9je1wP3cYNXBB1LCgMdx8QtIgX2PzjC3yAxzhzCnUHl0r5QwHuuoD8xyGC8ReHBG4eCJ3kGP09xiUVcjcspgledp2bkRex6b4pUqmpbTIIljyAMifYke2BWbGTBLSuCtu34hv+pONqgIKVFmWYgg95B+sXwKpmwgYoPhCCQfxkCO0CO+DiqxHUyDeOjQbbjb/ALwtGsBmqkMYJOkLNpi4P9sequCQJgBojl8QBkfKPpzx7POuupYnUAZH9MMTbfpGCVYIbUVDBmM7/wBVjHPv2wYrFgTCZlQzsOduVlnymCfSTgNNVEapAKrvyIH3iN7iOW+NK8OCyyDBkDqAD84/TBapZmKnYKJBG41E+1ib8ow4WxQIU1K1xYGLgTJN/wB2+jFcnQlXSVOvUb9jA+REiPrhfOV/OFOxClY3Oq035729sEz9QNk6bCQrVDYnvtOKKNoBo1UKAAdx5rdPpve364AubPkBskkAATF5A6kCY9BPTGaqncoGRgSWvI2G/WDI5XmMas1M1EAMecMg7KZI9NN/WeuNGKBbHabmWtDAxI/4wfYb9g3KxNVtY8w2/Lykb/PEvNZpvEWppOrzDfcSpF/WJttg1DOlqbMB5kLLvYgVDI9dI+pwJQeAhcyp1tsGAsvM8v364C9jpqCTUktb4QIgA77DfvhfNVFdVZSWqyweeRggf8YiI/PfapmAVI3CrNt4LAfnywyjSFYCnm2AYA3qCFkiYBn/AORHrjOXLDUwBvKpbmBb6sf2MYySh6hQ84APL4h8jEj3bqMZMLSVUJ1GdY+RIA5xJk737YZqkKh/J5uU0Ey8iZ2I5mYsL8+3pgfEa0MpIIIFzHr3kDnJ79IwnSypWrRctKVDAK/dPmkGOnljscb8YrzWAMmAWgAxLSwDX2Ii3ecCs0PyGOGZgI1RBOmp5VI5HzHed7thhcmbMLnXaBt8LMO1xt3xCbNFdTmF5gd4BFhbn9cN5LONLVPEACy2kTsxAnqRMDbAcHuBO3QXNuA+0eTUfUCPpce4xKSoVqGWIJTYDmW2Hz36nFDPU/EkqyljpJiY2BJEi14tPIYBmsstIamBYoLNyvMRG9+f+MbTa2F3eAOXaxYwNINpsJMAe+3eO+HMtmQ3hn4bkqAZvJCmO5J9hhOlxFKhakFA1mFZF2jYlZAMHp0O+NDlQpKmBAJBmRAIAE/O554dw3sKwblTqLX/ANRj3JJNo537csUcoFFOoGWfEXSlrlrNfpE/U9MDyFKmaOsnzUjJtyLXmdxc+nvgi1Gc6zOkAqI3E7x3J8vvOEcshWKYrllUGWJ8O3qTHKOhx7A/4iVE+VTIBIB0wdpI2MEjHsbh6h2KIpqfiqEsxEQDNhERubSbYbFNHoKgINtKkSLrz2gR0xzuRYnSWY+K99I5KDAAPOIuBeeuH6OfJhSwYsWBuBJYKoJO5OoG4k+2DPTdmD5euNQRhHnIYMIg7/pI23HadTUYQSYmIE92/wAfIYHQBKEONb07gmSWsTBJ73Hb54Vr5ovdhpkE6QdQtY7W5RheG3jYA3SrFSV1mGMExvbeeVpG3Lvh3JEpO38xYKm0kbH3vfuTywhk2FRdVrCI2Gpov12BjpjTNMUcM7REETdp2gekG885wUrdGT5nsm5ZWuRFRUYRbeb95vvhnJZty7Mt2aHUMbG0mD7kXty2wlxmuUAo6ydJEnvq3PPYx/xGC1mFMKQLHkLDa5sDEX57xguH1C1RTas4qagIp2kPAKwLkNub+0Y2qMhDAgxvA6mIg25W5WwpUJqL4tMS2lVqo1wQJ0uOcyI+vPE/L5gldL3W5sNwDAH59DY+uFWmDYo18yihR11SZIuPKRaxvywfMZo+IQdyYuJ+6DB/LEDUzKwJIZWExGxBaw3JkAGMPcQdgyBgSwkNBMSByv0EYaWkgXgxVqmpWpk6QZMcgNOor/7k/linnl00E3hFeAI6gbxaAOQ+fODVqAhmYSpUewO5PviuzP4FNAfPLRB2vo94M/LDZGi9zVMz4dNQEUyLh7zyAImDYduW2HaOaqOqikwQvq0+VAQReNoiA3mHy6R87UQFmLJpXyH8QO1uQ5knl+TGTRhUp6dekNTI0r5SGiTqAsfMd+hxlHFhHF4rXL6NZB62iSDBFtiRbfphDK8dqt5amlgXhiUWwjoFvuMe4tTaiSyltAdp1DzWYREATEEg2m284mFfMzyDTLAyOszERad4tY4okmjOxypxSmgcPSEi6tTJEmy7MSNiOm3pg+U4ejUpptFU3Zfu87Ry3tci+IGYXUyiA150hgegJgGZ2+WHK3EzSdEIlqTNBWI0kifmb+h74ZwxgHqUDmdLeakVKiDa7E85HRbCOZwLiNSmz/yQYJ1AbfERAk9xPtG2KlfMU3QBifCqEDUN6bGZvyGwja55HELM8MZazUnBRQwuLA3AWDHPryk4lBp+RmVeDglW1p4bF9YDAhdQlS1xKyOfP64kcRk1ShVgwDCZgsoLAGPkw7Aeoxw3jA/iFpldNIDSQFI0mOXcHrOK9DP06pZat9JYI8eZQZsQPiW3SRaRucFqUZuTQXTOezL+QRJ+K/WBM33G2C5alGoQDCoJJkWA2HMzO9hfng+a4M66FYAASSUvbcm9zEb+mFssGV2UFV1q0TvzgCOYjFLTWGJRtxCoQSpMgKLWIMqGJM7kcvUY3ymaiEWQSBqBNhYhSOW1iI2kHDubzOoOFrhU1EFdMAhSVi4gm3PoMAd6Cw7AnaBcD2H9z1wrlSqv4M8YQlwuiwqsyxsII2E335QJvBOD5muo1LJCQIJ3B63sNRuRtbsMFHG4IFNdIJvaPUmP74AOIs7AMQRaxUETaRef39d87dtUvUxvlcyq2uORDXvtyi837Ww4nESGA+FJ+LcHc+99h6euE+KKjU0rUxpD61dZsrAi4nqJ+YxjOV4CCdLeGsiLLNrDqIn0OFcFKsGZYy2eM+GxBkap0nrEeW8i874xiLWrAkEDR8QhDcyQ3rPXrO2PYPw11Y6nHnY3w+kfDZSQaiMwBnkdLC/c8+2NsvUWQxP+mQXHMm7CSREHme84krnGK6UAhoO0TeLXkX5T0wxw5PLUEwdMCbncbf8AqPla+GlB5bA0VDnXV6kkHw1nbrG0bbQbcvXE5nUnxIgQ5kHmZGn/AMp9vfGzux1yRC0l1RBBhgvLrEn0M4NVCBWpimrMsNpDECQB8POwF7YVJRADyFVf5KM3md2MgTICje45g9f7DzKlgCGhIEC8wYgEfT1wfK1KYAJ1JokrqII30MR5Q07D3wvlWUmoCyHSfKotIa8HULzYyNiO+HrLZmg/EvOwOmdVJGJP4lRQVPTY98G4XFXUlQCFgTOzREAwJJ3jt7YBQYuGdzakkaQSCWlmP5Ge09MTeLMSELMfxBQADc7xyUbC14J5yWUb+UdKzpsnnaIIQEqzKQQgJUiNUFnh52IMjYWGFOKZoLTTSCXW5MRqsAdpCNuSJ7+gaVSmfDrAkjUoZl2NyCCGiJt2HyBCkIChNv8A9FAmQdovYgwP0uMJwK8ig8zXJqB5Bkgk/wDKCLbxI35H0w/xTN6lWttsDHbUD+f5YhU63lZfiFyp9tJ95g+i4o5asjkiIpsy26FQSfZgIPfDThVPoCSBVCRTLAMAwHxe4N+e3LrhqjxDV4QIuCJi3KwBNgLST1OJ2azTOSGnUW80DaCQI7AWA7YLkOH1Zo610rUJhgwMqLmYJAIA9b4ZwVOwpFnJEUqfiZhdTVCNFM3sLAkHYTywhX4/UaS9QxpMp8IG5hYPpFuWAcUzwrvKgm/kCj7toEE3O3TmO5U4nQFDyM1M1CIdAgPhyNtUiD6D/JjC9xqLv2mzGpWuATWNyeRWVNhYRaOgnErLHWAfMalPSCBedwJB30sAQDvMWxmq4dJAPmp0STciQugmItABvfCXDa2hzAkmYMb+VgLev64PBwxaRmjHGKRVzplZVXA20TuL9DaecDHs9rdAIJYAEEdDEgmLmb9sO8VBrUVrE+ZZp1D1IBZXttMEeoGNMvwzUvig6QigtquCNRBWeRgTz+L0w6fypsahvKZgIi0KqytXUGI+5BAVvmJ9+2Om8I1EpFi4NMtRqEcxp1oxBBBBAiSDc4+e5nMywjdViTeABsAep5+mPoP2UzQq5ZjEMFAIG0qdQsT0kD1xza0eBcQEjnBm6L1gtSmUcPC1KZi8x5lHpuPpgWapmlUUOtjBWol0eNwfrN5PfHuOZbwqniI0w2o7ghWJk+7AjsQR3wWrmCtWoopFsuZLKN9RMyk7MB0taDh0rrh6A4RnhWddyKdZgCAdLkgb/DpJ3MSO4ABuJwsUNWpIjxFEkiBr0+ZoiwcC5HMBo7pCiKACOHakxcrUUEMPh0sB1Ukyp3uOYOPUs5Up10II1hTIWACVU6fQMoUzbc4K06baDRJ1s5LEi0gMdvX9fU4yKjatDSQtvSN9/Tb1x0fFuGU3qr4Q0Fl1qhA0sZuk/dYNboe2OZqgXUowqLyJiw5EEb78+RGLwkpbDDlJFaFUtqPxAi9km3WYIjr9PUq2pSYVItF5EdSdzgOlmbxFFoMkGwsQAZ53jvynG5p2VVABa+8ATG5P7ucBrFE5IufxS1qdYCANSMBHNvjMdmP0tiRUz3mqlROswAeQOw78sNUqcIYK+dWBCkbxYFRdTI+vbE6lREMZ828dZ3v12xKEErNWA1KWbzEqvb93xnG2UWwnkLmPYW549gSdOkSococStFOjQIClj5CT15sNV4742ynFqjs2gBtVNiFgGIII3HoIM/THqrpTtTp6CYEGCx6SSSOWwPpyxnK0WWk9WsqKskiLeIYAQDTyUkyRtGDUauv5OgHw7N1Hcmp4Saw2plC3Ai06ov164DWqorlwXDM2oQQYJJPpvbcze3XfQdLVFjz01UAxGrtPMEbX3B5jEoGafl1qwEECd+dh+/rh4xTdmq8nSaop6vDIUtccv5liFJEHzaWjeSMJU6dIOPO1NjHxXERHxQItHxC3W2N8nnDTdpIgAaxpsdgdrFgfMOfxbYncQyraVER5oWSZhpIt0FxbCQjmhUslF9VOmyFSfMF08ydLTIgzyPeRBwvxfIVTWnSZIRfMY2VRzuZ39cUsrX8i0U1KFpDVW2tEt5xJKwdl22m+JedrIKpYIzMUABY7MUH3fqZPX1w8FTY22DfK5eplwyNRrGm6+aZCGO4m9t5nbFDNslyCdFYEzAI/CTbpqPaCd+SNPPVaQDLq1GC2kBVRoBOorEnsTF+e2B1OIs6g1KaupLMSLG3O1rWEEdJ5YEoybsElZs6toepU0qukAwt2cgiFgjkCxY8uV8CylRdDKov8TNeRcCfYx8zjHFMq7U6IpXUBmCj4vMS0wPihdIteAMB4XlmV9TVEWfIZME6hpIAAv19sPScbG4U0N5gnx9XNqZqR6A7+rDbvh3hmaI4dXlpK1LA7jWhk+/mwjSyjaKbm66SQxJ+AGTaNhB5TcYN9noY1KVPUPEgCYYWBUsNtg0wRy7YRxXB6V9GCKPcEbwMu2YYAuxNOgCLHq0dv07458M+omTJMszX3IuRcbnFP7W50PWCUzFOkAlMDnG5t3/LGQETLvVHmdiEho0hvK5IXoB1+UYrDC4nzHRoc4r0lJHmUsDaARDkCQQdz9cByOZ0XMyCBB/5fX264xkfNpmNJqpuTB+6TfsR6Xxk5FSmtzo+9EMWYSYMBbCOZ6YalsZpDFeqzNUU28shRsSGDG07b4rZCkyZGoSdOuooEiYOkG499u2JuaraPDrI16moBova172ixiOfrhriOdapkqICkjW7RtGkkLMctJ+mJSVpdL9v6F6EoopQxFyY2+EX9zEfTtjsfsLWYPUQrZl1TyJUgRPv9DjmuEZJSv86FSAQdRBmRaLgiOvMQMdVwyaGZpU1pKEYGX1lmaxIa0LBI5DEvENNNAe5vn8sHqEW+F02nUtQaVPYhgJ9TjkM9wyo5Apq15Jna28tsI33EY7GvRqF2VGAZGOn139wdiMSOKZSp4uhU0K51GbqxaAQ4O4nZlMAbiNp+Hm1gy8yZk8gr0jl/FQsPONJYgXIMEC+4mJtPQYxTzD0SIdWpsJRiQyyLkENZYNuRuMZ4fQCZvTEMAwhbrvpYe1x7Y14V4b0KysGprTdC3mn4tSEwRfkNPMxcRfp5vp+RqsJ5a+VilNOqNRFKZDAEM3hnflOgkneJwTjC+NlxXZlavl9NOsB0f4W7sLqY5+mJ+dU02SrSYNTWQrjdXufMDdTJkbgwIJxSrjxKVTMKAvj0ytZBYLVRpmOQcBm7HVjVw58+/p9QpcyJwtmsirrAl6gHQED/ANdx3OGmooHbUdKLsxBJY7jy2AtHoCJmcPcG4U6U3aGIK6dmWZ6Ej4QSLxe/LC/F8odRUrqgyDqBGmYmAJ5ATO3TGc1KbQrywOUC0nUnzMpAnkSx39v17YJlKQVXHlLFQBNxOoNeTawj1npgSEBkJcnfVA5Hymxt1jnjQ1CYPUgb7/2F/wDOA02IrGuIUWTTqXQN9UiOgAOxtj2Kf2VzgqM1CoQykkpI2i53x7HPLV+G+GSF4VzJWWqE1VY+afMoAHxdSRcROxPpE4pZmu1WkYDSra4UydB8jRp35NHXUeeJ1So5l6RQVGM2g2MmF1DnY+2PZQZtTM6HXzeZlHSLNy3MDocXkrd4LVZrR8zvRJMVF1KXBEN3nadjHUHlj1PKQqqDpsWrvfyfhExOr53btjGfVh52YoJsoOrUd/KsmAObTHTpipophW8VCxEKVXdoANj6AH2wZScaYG6OdYgsdMtcyxtHWx5HvHoMd1wPK03oZd2XUzuVktMATbpELEDEQ5GjXV2irSSIViF0LBkgkkXkSSPWb4t/Z9wMmadKoGamakaZ30yBe5ueXTEfEzbgqtO+8glk5v7TColatUZDpZomQQAJHLY2AIOF1jV5QNaqpW9ntbtqBt3vzF6efDVv5y+UlYrowOkMvO45gD3HfE/PLT0agxtIOhRyMzJNweVvunFdN4SNjYSy2QeSxLaD5rE6jcgDsWv+eHckyuajVHKCkZLpAVZIEDmxN7zMAm+GTxNXKKHKrouSL3EAmCYKj15d8a1MsVyiUtKqxdWqaiVUFgyqxMyfKAdPLVcXjDuV7j77m2cyjIVWmAQtLWtTcaTsQfh2AHUXxFVkMBhpZtmbbuDtEn73bvIvcOSaP8NrBZRrYqCfIWFl6iSGIA54KeEU1FZK2YpLqCgKKhOiD94hSFkwIub4WM6tMCF8y5HD11LBV3RgeUtq69Yt274W+y+SqAVaiyGK6KRNgS03v0AP/kMVsvV10TSSrSUAgBlZiTEgwWvswg22iw2o5+l4NNaYLeKQSqiC20szM5imoAEk3kGIAOF4nTiubNfI5E8MoBwhrnWPwr8/OTt0JUYpUeHg0lYDTSpl3MgsWnSogTzCx06DB/s9wKnTVs3XJ8IXQbliTe4+ITYdZwLinGKtadI8O8IgMGJiW0nfsRA5Tc4Mpycqi/377QWmIeMmnxPBUqoshvHKZBHP1thJ28fVopaTMs2vy9fMD07G2G62Uqv4aSpJkErBm8Wjccrc4w1xjhC5ekA5kkkmkhEkAC7nlBIsOvvh1JJ1zMsClBEKikn81hdSxIUSYOkDc+pgxtbFTi9GmqeIkAJpCowmXNzPoFPb54nfZzMNUzFJVARZMqvOPNc7nl8sPfarJPrcG2kqwPZ5Xr1A+XfCS/8ARRbBWSZWrsVqsxJ8VUKMYmNRP5gr2jpjpvszmT4a0yVLUiHQmT5FK+KswYsSQB+WOYOXJpksQgRlUDl5jqOnrcMewJGH8rWOXqqQ5/lqtY73DOqOnpB27HG1IqSpGq2dJx2rNSotMxUUqROzSDa3WBbta+Gsi6Z3LsjkCouzb6T1MRImzC3I2JtO4vmF15pQFnw0IY9i4AJ9RIOFeGZpqbrUKw8AuoNqiTDW2JG/qAZgnHKlce+gvMxxnLVlqs2mXEliCCRqudhIUmY1SIPykogpuWZh4b/GhHmN5so7qpDG1t8Uftaj06njU2K1aVtQ+/T3U9yARPUE9MA+0HDFdaVdQENUDWVNkcrq0kfhaCVI6MIOOnTeFb3wMupJzWaio7Ul/lhYZCIDLqFze8/iFwYI2BxU+z9FnKX1U3RlM8tN1n+oMSvWGMWOFatAtlGYgaqTAgg/dj6XLW7HFHg2fWhk6ewevW+QBUEx8h/ywdSVwqO919PwHkBXjtXM+LqAFELCgyAIYHUTziJPy54kZasC6uB8L2ItaJj5/wD0cbcUUUkemCOexFgXLAHnMAH5Dlgf2ey2rxm06hTplt4vBC+t8MoxjBtbAccMzxWqjPIBVWkOAI0sCRMdCIMdyOWFGy8tEk3IsNzitxGgphmJBlS5nYKYMdd/oMTDmi1TWvlDTAn4ZkRP698Ppu44MtsDnDGh1dd5In2/tjGH8rl0FCk2x1vPsAOvXHsc055wc89w/h0qUl6t2v8ADsO0EAbxecFrPRbz+AFUkAVGMknbSBfbtHLC2UpisyhKZDEeZnA8kQGJHU2I6k+sF4rTZj4aL4dKl5dbEAHymbkcjzHMnAf+1N55+n7F7AcLzoOtisCAoYgNG4UgG8XO++G6PDgh8XMuuimSxHNyxkX3EkASRMA7Yn8Iy6UwaodqkEU0ABI1bzETC/ng1TiGkotRVIcl6gYzadIMxFlBO2KNfN8pt3g9m8y1dx/LAJYGCJ0jciGsB6CfWce4ZV1UqqMy6QfMVCj7rExa5OnnjbiGUq5dHqg61fT4bLHwHdjAjYBZ7nE3Jsf4aoqqT5qbbXJYupH/AIkfXBUU448jKIvX427EEgFfwtcD53254fyC0HUq50sYmZgGQRb9iMSK2RiB4igmBpvMi2yz9YxVbhf8PTWtWqDxTpNOkBdgCPi7R++WKTjBJJY9BnFcg9LgeitSlkdXYCBsQ3lMEgA79TtglWjUzdd9AIIc+IzHyogBWQTyI1D274r8b4SuVqLWRwuWco6r0YHUqxu17iIgTO11s1xenpbLgikTBqbbmxEiPOtieUiOV5ccrvf7Atk9s2tNxTpU/wCXUbTUqtYvNoB3RFsYF7CemJNJNFKoGgs6WURb+ZTINv3EYSzWtanmmxtJ5b/L6Y6DhHDFfMhSCdNmn+mG+XL1jri7qKv9/wCAnSfZbh4oUfGqgFxZR/UTIHrJF/7YTy2lWrZusjMazmnRWfj85JtBhAFUTeQGEXuXj0GkiK0NRrUy9/vOtR49ZgdsI8bzQWNLE1Cp0AX0hokiNpUCPQdTHKrb82BdRf7TccY1QviHUm0KAFMT37QBYDckycScpSBIdWIqg6jOlhB52vINvQjbClWk4IiSal1PW/fn646L7LUjT116jA6RYtJHlm9rmBJjmdIx0NKEKQzeA9TL1KeXVqJ01G1+aOjGUXmhI2+Ui2ObFYEUmJJJLatr6rNPtpvjoePZ9jQ1AghmcrJWbMIgc4VmQnqe+IWUqeJsFLa4BZZu6m8CxbyQJtLTHTaKqLb8zJUslP7OcOdM1S1kKfM4A/2n8xf5dcO+MMzlGfUWNLWrciyn+Yu8xFwN4jCXDqnh5tnJl4qHedHkc6T37coxU+zRqNRzNV281Wk/hrYA6FmQBsJJGJajd8T8vdm3OX1gUKmxJqUwAeVnJM99/linlqXi0/FVCW8NhFyGs1o53H5dsTqlEU6KEy5rOxX0Glb9TBIHr2w/wqv4WXRwSWXMaCBtDrI+TID3vOLS2tdTVeStmKa1crWdb1Go0u1gJ2vz1c+WOf4DXLBU1MCG8hHIx9Ztbnpx1tDiNNFpZjTFGqpDLHw3OoegJN+mOG0NRzBRJlawCjrBMfmPniOgrjJCpWmjs+NVPETLsQIZCrFTKyCy/JgoIJ5Ab3xtw2igoAVjbT4aqbeJpOpTv92ANXdhzsDKKuvwviptKabXV2cq09FJi33WMYj8ZRqdTzyPCI0wBe4KmNt5BuOXXE1C3wp0as4KVDNjwqrMigGnTYqJMguynsBc7e+I3EcuF0AswOk6BbSFXzG/Um2H1ra4C+f+WVKHoGpsqk9It88b8byILIajfy6YZmiOULpE82I29cNFqM/XtAW9HPZrKuzVHPNp9SWj9cdR9mURaRsPM0EdQoM/I/XESoGzE1NMALAX8IA3Ufet+xY4fVD/AA2qbsAobadVz6Ww2t80eEMnyJvGM0KoZkBhXPrpt8oIn3xNoMCyjq22+5HacXOD0g5zAIOlUlzIPI6jO29x6YjZ3Kmi7L0Jv1AIAPUYvptZguQy6FXiSaLINS3Av+F9Mn1uffGcS6ubJZZBAURbfqfXHsZQpCuKfI6zhdQ0NVBSG0Kzu7CzERKgg2CiSSZNojHLCu9eoNbaiTzmwntyvjoslWD02I06/DFNgpUgeYLqJvqlSN5urdcKLTRdJpMCFs5Uxe5A2Nt+vqMQg1FvGQ2kxTPR4dJEI0qCfig3YiQsibKMWMzwpa5aCQyqqliDsVBDAeoYGJwvRy9Y1Ip6JABLTOhVLQxvHOR/ix+JZ6nTZ0py9RwQxJJJIkgdgCAAoIIkHfGleFHcD8hvhLoF/g2rTV1MaTQwFNr2LA7HpPrviZxREpM6FwAqoCoN51qx8q9RbcfXEzJ0nqFSPIpdRFMQNxc35dCZxU4rQNbXUgNmKSqHTm6EQHgbkSAR6dsMoVO2/wCw1k1+yvC6RrayRUpqGLEqQFsbeb979MbZ2rTqV3zD1gCDCrfyAbDVpPvA52N8C4RrKZhXqAt4ekKpBgEjUBHlBIERNsI57RzDAL8WxYkkxy0iYLE/1c7Ybh4pu35B5ne16iVeGUazMreDUBDeaLMyDeSTB52JAO2OPrfZ0UzqqWH4W1aoY+U2UiZ9j74p8NzitwfOIIUJUpsFJmA7U7H1IIxvx91D5bNBAaJorrgCST5oE31CQZ3ADdMS+eMqT3b9rM7IHGMvqgL5zOgNedRvp7zPTed98V+DVxSr5hmYSqwY5Mx83y09fu4n0Mp4fmNXShLMkbj7qsY2MGLREbjGn8LUFCpdfMUpq2wOxJ22gjFHUlQt3go8Fr+IaxYFtfgteY1SZ+hIwh9pFLZhKgkEixNtr9PwkfLFbhtRaVJnpwUXyifvGVBsebX9JA2GNOLZcTUIB0UdLFvvaShUAA9159cIpf5L5bd/QPMQ4LlzUolKYl1IKSJJkgGxsOXtqx7jlYKopoSZiWAnWFMkiORcFvRRhvhuZDVKcKArRSeJsHHnPWwKiegY88LcTpaKeXLKCQtRL7AoYM9Tf0wU/wDIDmSqkDLIJhhUeZ2ErT5RedINsM8IXw6FStYEQqGTGrkRG+kEnnhXMoWpWBlCSbbhiqib7yY7g9sXOMZbQq5VLmmgYD8TEFmBHcRb1xabpJef0GkQuHuz1pO7JVnufDfHRcK4iGzDIv8ApJl6iUx2Cgkk9Tp+WJmQyoRy5bSERhJvBKGDHPdj7HDnB8uwrhJnWGlifMSUdojlKwDPXE9SnfobcU4zTCU6arINIQr9izT78/fCfDE1ZWsATK1KLDb+sW732wzxQsClIJLWg82EadI7SGt2GBjLslKqttLqpUnezo2/OxPph4/6fv8Ac1lr7PhSAkhtXwdAfPYz1BjsYna0jitEIpzGo66rFUEQQFsx9dl+eC8BYzlpE669jexAUC/UmRfvgmYGqcuSC1NVAbqwueUxJ0nnhF8s2wbDXAB5BVJGlaWknbTBYEn0SBbrg+RVc5SETrSaT6t9LWRj3kKCe2NcjUpLlalEXqNQqu3b8I9SBMemIv2N4l4OcQ/caUeT908/YgH2wIxb4pLfkZLmW8rmAlOrVpqR5w19ysMFMfdupgHCDeItF2qebwjcG+pn06STzEQfc4s57JmnmM0kAqzUGUC1vOsfXf3xKFV2oZqjoWAEgA7eHpkSdyFH074RJXjy/gDSJnD67rWpVdWolhqHZrH2iB2x0PGc41PTSpKCoWSNIO5GmOlxiPw3h4XQzkEjV5Q3MR6iOfqAMPcVqEU8tUBFmOsnmV1tHXY2/wB2DqVKao27Qt9kssdGbk+UoKU92aBiVWpirUDAEBmI9QDM+umLdsVsvXNHKNYjxa5IHUBCB/7MD6jBTTXLUqbTI/nNtcF1VUtysfnh+KpN9X9hiLSyyMQXaILBtPUWmfcfPHseohFUvBiQrSeUSLCxuN+2MYduXKxW5LYrcDfWxCoFoorB6kRJsQ21oiQOQ33wtxHJV6lUoKbikhhS0wBNzq2YnrcnDme4pGXVUHhUw5CBTDVALcv6rlvbnh7h1JkoPWfzVbADmJNlkzeSJPftiLk43JLy/wCjPGxirWo0aRppV0t5QzXJ+S3MCxYRHIjmlWXLJFUO7u4JACjeInSTMA33mRF4OF8nw/U7F/iYxtMBfMwjnqXY/wB8K8Ty5evTpiyOECdApIAFuakmfXBhFJ1fmBLIzmHpU/Du4WNUcpmQAFsOUzhfI5zwa/iUxDTcNfc3U8vN8J7T1xrxp/FcgGwqFKfpZR9FB9zgtXLqtAuTNSo2peyloHuZnFFiOeYzVDebRUdny8CmoVh3BaSJ/pAI774zxaqqPEakrBoFvxSpk7cvywlXMtURoVWeFjmUhQPQix7kHlhniOXaqMsUXZWF7adLG5m4AAJvyGF4aq+8CtUH4dl2SlnVgMjUqTCfvFGptt2DGfbHmyzvQoAMScvV0kdCR4lvfy32g98UeCeWqyAKatOmyXNm1IGTbq0A74kcOzrTVo1CSxCtt8LIy8jz+Iz/AGwnFKV+VP7ewE2x/Muz06cINRQoQkTENAi4jVHzGAZygKVCnSPOGIk216gBO+y723wCozJQRif5h1La+5WBba4APe2B/aCPE0aohkpk90QIT85wYx5crAilLHIqyrpJqmABazltumn8sM0qwepV1JFE0AXYciHLKL2JiTHXBeK5er4OVoIYqMilukkSxNuk/LE/+KptWpCkymiraTaz1D5JIO4IYEHoGxPdP1ff4GRjiGf/AIemtVVCvVBFGmY/l0zuxH42nn3xLzGZ1UghugNWPWUO8dj9cLVWq5ltb3LGDNgLqAB00gz6YZFQMyrSEg6gAecgKTHKQNX/ACx0KCivMasYG/sfT8V2pi/lpD0AqoXj2J98L1+ITnq1Q3HiWIPJW0CP+OHfsjVCZp3WyImlecywaCesBj7Yi8EybVKtImPO+5i5EkjGdXJvp37AK/FMvprVUAmQsA85A2jkLwOpIwXhDFa1Oo3lNlWRYqoVNX1OH3yzOaFRDLIKlKOrL8E+x1T27YWpDU2bYyQlOlpEQRqIc23B3+eIJ3GvL/gIK8m9JAc1RrGdNMHcWktA9PM4Mdm6YW1ApSWoYVqlWmfmwA7Dzg+wwXg9Tx6TAHzGtKA2NgrhfYgj/keuB5Eq9HVW3XNGxsBFPn1skeu+CrWHyCzHBToXL6o0UtVU/wBTs+lPoyn59MRuC1Vap/MLR53BF2LaWgW/EY+QwzxKs38qnzdlYr0AJ0j1JLsfUdML8Ty38NWVQwLJpZiJsTB+lsWisPq77+pqsdzKwyZlY01AVcSLEgrt0KkG34TjTgHCnqs6mAolXqG8coneTIiN498WKeSFRmWqAlKvBQahqkC2kEbEA+aOYHWJlbijuoJXRTTUFpgxDi1+bMSV8x6HbE1JtUu+n4AtjqOIcQFUa1H+nUUEzcrII+oIg7WxJyFVQ9e8KArEj8TqQR8iB64NwDMTrpG8HfmeUnqJG/YdcDZKYUuvldkqlkEmdDaQw7jSJHv1xzK1cRCTw+gtNXI//M6WnmWVr/Mx7YaUoaTiJVKwUMNywSJ6W5HsMTqtUrTYXnVNT0Dtp9zMewxcyOURKRJ+FvEqgcpBpoO43a39sX1OrGYjnnU1qigBkpgKqG4ZpkewJM32UD0R4lWLU6VIOWQgsXA+JlBUiOYAW3qTjTNMC1dlYKNZA9AeUdmPrfGOIVAtGgAL3a29yAQD3JOKwjXD3yKcqEKlLSljJJFhtAXcjcTNvQ49g6I3hwFNtjBJ0tBA23kbxsfTGMXsZFcAM3jlY0nyqF7kBQD03jqZOKnByXzi0wx0U5Jm4JJQP35kD1xNUikjMNRZbKDzZvhtubz6gHD3B6RoHUbuabqzc/EdlgewBP8AxOOCb+R16LvvcqtL50Azc5V3YyXRoHcGqz/WmuFM9Rdc01IEWqeJTbaA8G3oIPqpw59saeupQ2iqiljz1ICp/frhvOcNNZco63qFFRmBv5fKT6DcnthuNJJvn3+RFp5JVPhhr1CRZEJAEbkCT2G4Hq2EuIZjxBmHZSL01W1hBPP6++Ol41UWiaVGksrJUzz0j8y1z/txhOGJUTS2o69wGgQgEQAjGfNy6DD6MnNpJf0sv2H09CWq20c7SpB9TVBJfyKBuxHmLC3WDJtBPoaXiMaSgJch1YAk+XVJ9S0C/PSeuMHg+quUTUVAAbXbSTJgEqrHywRpH0M4r8Ky9UBdYQAHSTqUKwEMpBm9tQtzBwdXiStK+2aehNrCOa4fndFWk8mXKT7aVHtILfLFXjLK2Z10/K2kK5ixYnSp91Kt6e+NeI/Z6o7MbIB8J1CyjY9r9Y/PB8hlKzsAyhYVVMsLlAVNp2ACidpFjjSja40hP0+phtP+DevlwlQSJRXo01nmQQzH1kgep7Yl8cyjtU0hTqqMIHdnM/3Pri/mMkajrcHTVRxcQYljEGSSGBt9MNVwA9AyC7MAhsRBs5kc9IKjux5jEYzlGm133uL8GSSbVAvtVUI8VU+I0wg7AC/z/Q44vJJ4TEMRFixH3WBGkz2a/pIx3Wdywq1qpBbVqZYLqCBGkkJpuLzveNxjmeG8CIqFqgD01DSNQHiQTG5sCfvGBIxfT05QtNZefMo/C6kOXmJ53LiidJhXZICmSFG0zeSwA35Yn5cFaqHYaww6RI59hIx0WS4fWqVHqMqSS2kagCPMV0hCZXaJ5R0wLN/Z+oZKBIJgjUBB6QTc39Rt0GGi3dND/p5OHFRMo1BR1JcTVAb0VG6/7/pg32XX/wD0UNyFL1I/4Lb6ROHuIfZoETRPmLNOt1uSENrA3lhz23xvwPhVVajPAVTQciWFiyiJEytm54bUT4H1a79xZeH1Fuh6nWCHMLsVHjLeIKyv1WflhTMVIyuarEf64ogemmPmJafTFoZWVJcoCUCvJE/eVh8w1/XEocOdcolJmE09ZKqw2KtBmYIL/wD1yxyQg6unuvp/SEhozy3F16E/7NZoQUVfhPiAgbHUT15qo+WKvE8nqWq6A6KppVBcRLJUBHSzCT/uxI4dw5lolxYajNwDpQ6n0gm50gAe+HspWZsqKROoisRPIqxLesET/wCWH1lT4l33ROcKVsV4VTV6prMAERvK2oAMQLCY+EWvyA+SOtFLbPX1zLCVBPQN8cdWtfY74ucR4fQCJRdyoUkCHCAtYtujCxIEsQJONcxw0VwhpsuqkwXVNqigK+oET5lHlYgkbXvivDJU3z5c0uRZ+G1EvPpzE6WeatSCFj4wd/DdrmRDaZPUMQB1tghyqOqrs9RyZU21qCYPIbz3t0w7S4chqOxVgwqvo0vaCoYOPI0kjaPzxTqcOpinTaCv8xpmRBeb6mQQBf7vPC/DnjhW+23fIMfCzkljcgZBTl28QgFNRDgTsd/zJ6WF8b/aI1KVUGmAdE6TvZtTbcwZM+2H8zlfApyrSOXmDeWBJkAArO4IsTvex81SSvSVuSrIKuARYnSRpba4lgB5gI54ioy+NlLpuiK8PP4nBi/VEPiWXmlVcCFanTIUcmeogYT1GkD0g4t8YKii4UQBUZCeoLGp+ZPyxjLcJGjwWZmBZKlzp28qqw0tcxDcgQMJ8XaMtmQLz4TraPiIBJ7yThp6ckkn179mPPw+pBJyRztKmabsZXynzHffy/qT3xvmteoIF06V0kACYkmFY7SOn12wOhXYKWcqFeNQO+1jE39PQ4t1tNVVdS3nVC0i9jpkTzlSfcYpObi7YZQVpo5qnWZWOuNLG8SII2FrjHsPcTp3DjSyCzEC4Jnfp6d8exRPiVjOGS1RSak/dpmB3dh//Cn5thivkCaWhSRDagY2MmI+ce+NsrligCFiHA1MORL+Y3HTb2xpnMwFUld+W4uxifrjz5N8SSOqMUk31NeGUjUyykjz06jrJ3hoqH/2BxZ4YjU0JP3QVpk/1GT8vrftiVwjVR8VCAykK6wfwkK24H4pxc1zTdRHliLcwb/OcJqt2+hJxtV5nK57zZlATsCY264uFk02IUgNpsCPMFhhPT03xIzDzmkI5Lv6Tiyr2w71ZadOOHXudOm6uhL+LpqmuqTckMVHOFTl8NlWIBtiguZU0mqTamS8xuSHNhNrkRebYSrUbydjYj/H0xtQyw8Jgtg7CY6CT+eGXi5KKV95/LDqTnGNL07/AJC8Iz4rUQCxGqncRs0FWO95Jm5tynDVJFfS4LEQBARj8JDfdNjqmxkEcsTOH5MrSZQTOrSPRWPPuI+WMDKsI0tYk2YTB3G0WxReIcXS26dp9+ZtOckqexUoOJpr95V0wCfMSokSOYK7QZ9sBqOv8SrKBppqC0TcxUabmdyN+eAUahVXpEQZAY28+reBeBMW9Z3xitRdRqENqpgaZjkOtj+mF1Nec8N9u392T1Zy1FTMjPpXUtJgEx5RbzA2O1tg0ixMg2jbPZtA0vqBcgCFJAJVqfI38rbGL8+WJfCKgANMCGGoeoDdsWaC+ItwBfpP764aXi9SEqWy5Y8vwisNWbSaFauZnWKbFainSPLaNbOBM3kRMbmcUKtKNJvaorE6WCgAux858pEkwYEyMTl0K7g3WBy2AEA/OfkMatmkPlInblve1z/3gw8VqJ3vhe3p5jx1GnkHX4pTEEtUAOosNOxU0txqvGlrj8WCJxmidQDN/MAQQkkeUbX2MCeYmO+JlbSWLMZ0aoF7liBf1Aj3x5svoZaigAVPhE/DsL9SflbnvisfETXP28vwiL15x79PwdKtVRSq1GJ8yn7twrO7g79DBHVThWpmqb0TDN/psi25gIvW3mU2vv3wXjFMutQA+Wn4cDqZn62BxNCLQhYlgNRJ5sSIAjYAhfcTiC15tb/1VexCGtqShT5+1HqecSmpyzgxDKsatLSgm+qB55FwfLGFuFpoy7oAwAZnWTJC3X5Srf5nG+ap1XSQo1IQwYED5+sfPFTMoFZ02UoFEekewsT6k4SU7jXe5PVXyxQhmsxRlGrDz3cShI1GA0XgyVBAbmOdwcZPitNX0lfDUf6elfKwVlb7ogNqWSAIIaARY4n1al/DqixsGIDSLQCJ3HW+NERy4pqqkUy7CLSGFxc7COvLrjrWtKvm6eW2xeWtKrxZdr11RL6vKCF8oNyrQSJgeYzztHTBuD5/VS8z+YVGFwNtKysiIuRfeTifnSwJA3+9G3wgn13wfhkGmHN4qMWHXyqsHrIgHEZa85K55r75+4ktaeJPk39w+Zzfha9CkarkQy/CPu6SCZIubTa2NUzKoykjz1JYqUJBeP8AeJj4Vm3uZwpkKykujEgi5A6QQGB6/uMNV6xpKmgkxyMbG4HqCDfG/U6inb3/AOfivydD1JN8SY7l87TCBlC6QNQZgTJeCTck/FMqeguMRabJV8YTCGkiif6Hmfe1v+8O5bLEU6ijzBWZl1c1JMqf798C/h9alk0orgBYB6z5t4uItOJfFfC43i+/dnLHUlNcEuTOVHDvFLaSdQPmWJtuD+duxxZ4I0mCR5AFIv8ACQevQx9ca8NqKjywjlr/ALRf3x7P5gaiadiVADX3swkHlbFZylJcJRQSyOUnRCxIBVrHaCQdyOtox7C+UzqzdQJ5R9fXHsc0oO82HbFH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346" name="AutoShape 2" descr="data:image/jpeg;base64,/9j/4AAQSkZJRgABAQAAAQABAAD/2wCEAAkGBxMTEhUUExIWFhUWGR4bGBgYGCAdIBsgIR4gHhwdGyEcHiggIR8mHiAiJjEiJSktLi4uGyAzODMsNygtLisBCgoKDg0OGxAQGzImICUtLzcvLy03LS0vLS01LS0tLS0tLS0tLS0tLS0tLS0tLS0tLS0tLS0tLS0tLS0tLS0tLf/AABEIANIA8AMBIgACEQEDEQH/xAAbAAACAgMBAAAAAAAAAAAAAAAEBQMGAAECB//EAEEQAAIBAgQEBAMGBQMCBQUAAAECEQMhAAQSMQUiQVEGE2FxMoGRFCNCobHwUmLB0eEVM/GSsgckcoKiFkNzwvL/xAAZAQADAQEBAAAAAAAAAAAAAAABAgMABAX/xAAvEQACAgICAQIFAwIHAAAAAAAAAQIRAyESMUEiUQQTMmFxQpGh8PEjUoGSscHh/9oADAMBAAIRAxEAPwBAELrfdgL/AKEHEKJpfS3NtceoAk27yMMeH5CqElhGqBp9xe02j+mJaXCKrlr0gHTQNS9ZFhEwzEG4tveMec+O0cjogTLN5TDSJmBaTuGBHUdPz74ny/CS1V2YkEkpJ/BPwH5n8r4e5bIgUFXmJI5z2IYAqdvUfM4A4rWAdlpNZm1GO4g9flhVL06YPAvyOTqrUFQadJBF5IjqT0Am9zcTj0Dw5VFSixq+WWpkikRcpJFjG4utp7bRitppQIxhVYQCTbmWYM+kmPQdwMbzLsqp5cKEAmemuACREapP0IxSPxEomU6H3FOC/aFAomkxTUWBB1FSZWGG9ov6YpVLLKtT7QoBqazNIiFMbEGZguPS3bFmyVUeWitqRlECZkq1l1GPiBiL269sLKPDXfWgBlLiVWZtykkT1n64oviI2kMpIX0cussajMZJIJJkfW5PSTifiOdanlhSHMoqWYxbl2F9t7X6YHzeWrm41SLRptblPT5YhHC8zUZRpg6mIlbDlETb3w7arsqo+LGnAasVKZYSqsGmJ2vYSB++uL5xHxegVitNz0Gx79sUhOG1qSFQVEiGMC/eJ6TgLKU8wLFyBuAFBv3xoTSWmauPksvGeOo9KGpuy2lhvMWAN4APeZn1x5lxfLkFmcljawE27z9cWilnc2mlVqOoRyyRT2NjJtfEeZ4xmkFRVqf7t3BpqS07k6lnefbFLTfZqvyUHMIVqsIO/wDxGNDe8/vfDri1BmaTTYkx+E3kSYwOmbqoCAFAN4amOojYjtg2ZojzFNTVphV0fCrANN5gkE+m/wA8eor4MyCUqdR80g0nzHg/EsbC8kg3kQd7Y88pfaa5UqFLUupCi5+gNsZV4Rm35NA5RYBlG1hs2M8iQHoJ4xV05ipF1kAAPqlSZuTJmwwIzKlRSpA2sBuDEz39x64M/wBEzZfUyIWi9xO3WDfbDOpwpAi6ihaw1auogCO2wxKU432DXuKJVUszSTJi59hfsMSZLiFPynRlYi7AdSSpFyelwRHUY6zHAiJdjT0k7hjy7kgAY7bw+9QakqKRYXmwG3yxlkUemC0C+IeKu7BtCiQo2vyiInqDGrrc74Cy81WhgJb3H0ABm3pthnX4FmGhKlMKqfiDTPt74NyXh5FYmsC6QQBq0EbX2JPXBeWPuC0DcPyapRnXS1/EQxuYDSoOncbxcHocAZ/OCodNgZ1AiSB6NfoOuGWZ4SQVFOqq9iWiR2sLdscf/T2hXLKG1fDpcCLmN47YDywbDyXuVfPZxWaUSL/Xbp8pj1xqnUDNe3Ufvthvl8hQCsaqMSDvqiPbpgzL5HLaSQjwIJMyQPl2sdu2DOZnJCCrnF8sAjmnpEQNvzm/tjMvnQ7aBTQsY0sxO4G3URhzU8NUpL+aWAk6VWLST1/ftgrL8KywI06Y3uJb6/vbAeVLoLyLpFlrZlVKNESASOo6kAfX8jjvQy1kNQgAksQtlARdQBJi+F32XXo0VLnofw8pJ+XL+mGuZpLXszEMiM/YNbmEEX5SL9ZxwLZzAFfOMrsWES4ZBEadUhrD5XNxqPeca0sK9ciNNSnqA3+g7bjtGOMvljVUKVYkDlMm14v1hd/YbWuZkqav5b03LSxDOeWQSZUr+CNNh/NhW6TMB/aHoGm7KpJIK/wgNB+gFj8r3wflqgzEqzgagUDC0kNPfpAYE9x0wJ9hNSsUAL0aIJZyLQxBQLeCSigz26Y5q5aQ1WkYBl2E3CxBK9DzzfcTg+DBvEsxd+jwus6iZOoKFkmBGxHvvjunxQoVkkmlVK1Ag66RJP8AKNwPQdsK8xly9MhpDPUVoncczMxvsCQfWMEZmmGLtrI1LAUi8nVf1+Kx9ffAbCPMpnlMvIE2RZv8UX998HcPoA8z6mZwCBcW7/Fad/yxV2U03RmJVFB1awQWPwz3jaCMWXK5wmDcahcCI6DePftthL9y2KUb9SGyUlAsn1v+pxoZdZnSfl//AFiJW/nMWuDa+3TEms9Hn5j574HOB2f4NeDo0F/hP5/3xycqgMlCTsN/74kq1IgT6TiLMVNIBZ4Bt+7flh9IfhjXg01JP4W/P++I6+Tpt8SE+hBP7OJ6nW/QRff02xF9rG0mYn8uwvt/XAuKEnHEkAjhOWYQKa2NwBBH0g41/pVEEnRBO8k7fXGf6iCrVAGB2EiBPpPttg2jmQ6ybTuOgPaffE/nfc5ecLtCwcKoBidJkiDJb26nHFTg2XI06AB6WwfUYKwSfiFp2/f98bqhdj+p/vhvmodTxvtCz/R8vAXRYGRc79/fHVLh9JfglQBBE7j1n++C2QwTKle+o/3xo0SB037n+3UYfkvcZwxryDmiuy6f+gHEdTIoTLLJPXb/ABiRiJjeB++h/OMSPQUQFLGdoaLdBhfmwTqxH8voXVOC0v4DPvgWvwtmmFAPckn6dsOmpVB8JG8XA9+kYg+1nUVYAkGJUnsTe1tsNzQklHyVivwOoy6WGoT0O31+d8KF4NXouSEZlgzsZBi0Az6bY9EEXsdpkyIm8nr6QcREC14B2/xf+mKL4hVQPR7lMOZUKraCKn8EdfWT03wV/pw8uSQoseUxoA/rv8sWWpTHeR9b4BrZNCDKLH4hp+k2wFO9oMYJ9CoZhqTMGXSFVVJZbpYD3I/4xYi6mtQrqtlRldh8PKpUT2BNo7gYrtQirSpec5SprFMMqaiwKygYTJgyJxJT4RXCCiKg0eYDqAYSOkiJHMdj2tOFTpWcw64s7BHamCC13nsxI6/X2xVuH1Wo+ejTzXEW1b6WHe7dOx64uWepkUl52YKJZhYRqCspA9/ybCWlllStSanVRqdZnCq5snU6WmZ9BHabiFVSWgmcL86nrVwFpsRLt+IsgCBbRC7R/NjWSVFOhwfMOoHl1MZDaQTIXckmOw98H1PtC0mmilUEkhNUQJkEEk2gSLyDa+FnDoYs6oXqKQTfVEfFHdhB9TOApPoyC8/ThJL6qksF6gg35gNrA7WhTO842cuGCKXIdgV3swW8ySdwZA2n8s4XQ1LVNJQoIXyi8FZ02BLCQBPrJJxEqN5zeYDpSdcywF21cxvpMkT0gYDcQ0Stw5WrIrTBAMnrHwkRuTYR2JwzyVBpGh4JsQxBECNhqlevSxxzTzRIXTz00BkAjUpEG4/iF+/ucQ084rukMzjqABIv3Xe5H57RjnnkbegWMqmYS+p7rJMERboY3F/qMZRzg5SdEE2PQ94kbneMYioW1EiCZsBY7agdwZj93wnq5kUqiioqw0stTdSDAI5SINvkemJr1WYsj1JI1BoXaI5u9pvYT88DV+IiZ1Ewdogtfa53uLb/AKYAkIwFRHiSEcwYbeRAmP30wDnqWptQrino6kHex1T62ufTDLk/IecvceU80bA0qimTvEgxPra0TtIwFmS2sIUkRczERHub+nXAP+quGEamgCVEjaPhOx37TBnDTIZ1apV1SCbWN4BBUibTvuel+mGbku0bm32QZY3h93Ok3JBAPcLeMHNSRQqqraJERsRF+07YDzSFGSoSWC7gLDiSATcXtv6bb4LUh2JXUFsQZsT6ybdv+MQcgI39h+81h2aw/hMRMHb1O0Y7q5hegm/7jE5cq4BMbG3aYMaZ/fTCvibMuxjUbR1vA3w+ObfbGbZBmg+klFCK1iZki/abDfYY2K+lm5lJ94tESJkkAj6AxgdcpUanVpsAXghSWKyZkgEWjpNv1wvymVC1VTMKxflBIujKYMgRFrqR1jDp8rtiyt9jyvnRT/29VSoykysGexIn12G5BwH9uqagt1QgX2CEi0wAILRcbBsc8Qy4ZQ9FQKfJAFmFrEExCxchuvTEXCeI11VT5ZAYiGYEbTc6usQInpjKPpuhRrTZ2pWgPpaJESbfiFiP1nEDU60DSzAtpMwCsTBnsAOu/fAAzzGsUWddQ7AiwFz1Mki4APyGO+IsuoVS7ASssrNIIB1fDtPY/phlGSQA6k0ITp+8EIRFzbci9rER7Ygq50aFhQpIYXnfcxNp6DG+GlNoYHVLOw1TI2DdRpAtvfEupSjI88x5TEFew9zHSbDC2lKmYHOYAAUQFIAGoTMA2P57fniVc0rXDRUsJIk7QFifQC8dPXAnEUBUioQrajAJnYyQukagRIie/tiP7TT0KHfSH6bQQZt2Ik79cUcfCMV/O1oCxzBiJB/CFk/T19cWPg1WtAFTdiTJgMyKYUQLm5+I98L8tlH1IwQN940EMDyuACrdQwIIgjf64dU0pUiG0EVGXTJF1BIMOb31H2OKzfpryMw3y/MpGQS5X1mYO1pBIPSfywtyfDWdQGQKJDIGjTIgWsOYrNiBfDTK1kLqaY1WklbEmCOb09+5645SSVp1gVVi3LJNjcS3oTvOOb5k4aQE6Bslknp0kovUUBYMi5uZKxF1NwNoxJnKiLzLQZhOpnC8wIsGBkRy9e1r47z3DTKhKpDqNOogNIBtIkEmeo3jEpoVgs+crgAhoEHVPv32GNPJaT8/sGyLIZKkKmtA8sCSC3KdV59/6H6ELVZWZTCJMRF9UarH+GLRf6YiyJJJcPpTTBBgkkEyT1BFvpgnM1GZ2XUBp+IMhH1aQIIPQHCKUmwWBpkmChqYVW/HoFyesQIM+04GSqhYFZ1DpqhZG5v0mbD5+h1Gl5TNfUpEyF/mufa8yPc4DqZSjzHy2kHcrJO3T2MSOsxgr7hTJ8xmqUgBSbXYGBM3kGB/XC7jNJqukIXZTBiRNIze943uRa0GcHeUWU6llImmQhkwSTY+hBt/jETZLMsSsptymPiF9V4lWEQJw0fSw2S1cvWAMU2B5SSrKVqkC5gkwflJvbGshWViqsqsdRF7yYuZBjmB297YnqP5YVyfgUAlRcyNpm5LCNu2FlLJqykKpWoAYcQSSTKyBMkdbg9e2CnaMdVmV2KLT1KgDAAXiOkQReZkmJ9xg/M0EqUwyhQRGzXGm2rlE2tY+mEGSBUioK5BLBGV4Omd4nYsekdcPsio8okKZDEldXazFNMvNj63ws/S+wMlK1AgYBXffUJAtfVc82229x84qNB2lmG5gzIE7jfmG0XFsTPQptqHmHmAnsyxF4tMdvXbHWWrFSumrK3AjoBygc0kg2vO/viLdI2iWtlm0AlrgQINz89jJ6RaBjM1RY0zMOBBkW0kTNiJ/Yxuvw81AAHKljvJHqGjvNtum+FxNWk5Yyyzokm4JMAsLgj0EG8+2jFvYbCFqMeYMwIsZm8dQCCZvuI/LHGa5ksFdABI0giSxEx774H4nxIoyRS06YBDAiIazfXt07jDMvUktF/4rgGCBcSRO17euC8bi78AKnnOJGmGAYpqUEq1puZAtsQO4wrzPiZgqaWBIk3BG/y/IDFtz81Z5aSssai4DgzcaQQY+I2I6/Wq5zwWr1KjU6p03KsiXVr6RoXptcQL26Y7cDx16tGSQG2ces71VpsXUAyLAHeVkzsP16Yb5bNsgYoKauxMob2IuBczMCQex3wpq5KpTUpVqeZJA1EFZAufWN7YFrcKrsqVKZQJMQDp/Wxlbj59jjp4xYaRYKnHKfmLrADpyqEJI3uDAtuYgnEmX4qvmAgadQCEjm6aSwj0AHe31ScGoUnqfeOyMQdMMPi2A2/5xJkVSnX8t2gqBLTEN1EweWOvtIxF4UtIWi0hQxaEBtB1CRA9SoaRH+cafLmrRAplkeNYUMYNjsfUi04FqliD5JpuuqQbg3H4tJiQe20W3xpuI1Fy6uvlswPMVJsAeaLBuskdMLwnHaB0GZRBS8xaZl3e6xB3JJ9ZO0YzP5pldAo8wnoebrAklgLmLD6GMSLm45FYOwudW5JH4SAAJvfBlQpVprKLNPTUIEghjcaokz3B/pji51K2ays8UaopC6TSLmAQQYvEnS0fUdMP1q1HVAxA0AqWInWdtQAEi0E+5HTC/iGTXNPry7MKlMEQymGuSoB1CAWm/r7Y1Sy70kP2kwFqliQ0/Gh0gSLiRN+qjFpNSSr9jFgydNnZDpAen3PRlMjrMMBhLU4izmpTSmSSSatSeUEKQBbvEbDbFlTLowDOUMgQP5gJMHrttHfCHh2Zp0Wqt5a876dIHPsTzGb7Axve2Jwbp3sKR1kszUegAoA0qNRKxPy3Jvc9Zwbl82Kk06hAjSdM6jHUMGEg7HfrvgLMcVBrilQpaZlNRgFWNyY6DHHB83zNU0zUIVZAncx3v72t7YpJNLlQOh0KbzMhl3DAx1HUfuOuMCjVzrq1AHUqwAT3M3Ijf29MaesVlbi9mAGkGD3tAMCI6z7QHNkqqgojsxJWQRY3kwOoIt1YYnT/AHDYPT4modKTklQZUmQWG5HbttvvbDipCuIZV1fhnrA/+Xp6YX5pyVF9OoALIM6TuNt52j/gPKwtSGYOl2p6TJO3cfFbvjcVKNs1jbjeWDUlJDFgDp026TEbD0n2xTMm7hnXQVdVly0IACYBIME2G3WRi4rxgUVAcW2kmWB6agPTr0wj4zS1Vg1NpNQDV5hZxC/CFvyrJMx9N8Wh1xG5aCqfCKJRpLA1KcequCGLidiGA37D58ZLK0yQDWKsdXrZiSNQuvTeLwffEK54odVQiWEqn4piDBUkaZtudrY07o2uoH0M8E21MvLsv8MydvliVTv8Ct7C8/wmqVCO4CRrfyoWCLaRtYlhf3ttiDK09RFNU8uWMEttGmCuo9wDEmSOuIKGbr0ipdnNM2Ey0gTPwgnbb0wZnqjVUptCIqkEGIIDEBL7aSTcEW+sNxk3swwrs1eqQroCmkXVrn8QmRsYiJFzgHjhqCUZSRa6tI6QCImx/URe2Ac1nqlMINIQq0uzEzqMiTG4sN/TEef4lXprqrqFpODoZSurf/ta1j74ChJyejDjJZggeXLKVsCZgkG6wRJt3FonEuRzIr03C6dcMbGJYyO/WO3+azl8+PM56z/CWBW5+IxOoxMAAjaTgzhOcIFbSgGp2gidVjuIv1Fgf1GHeNWqMG5MsFUFmPmAMRoGkdzYSWABBE3HpjBxAJRTzNIkcwaJpjUVBiZgwO4+WI+DcWaqyKy8ygyCY1KVP8NjZp67TvJxg4fRWpVq02H3gllJDWAHLNxboCR2wsqfd2YQeJ8qkrXVqjBnXVTTZRs8RF4vvB6RAGOuC8UDTSVAaYBJFSnB0ieZjFoki0xI2ucPHSmpUJQT7xQNQN7SSGvy7kxeb9sZxGmryzF6dUDTSYbSLmdPxBrSJOKOdRSn+5nXkrPEOH5WsS+UqAukEU2uCCNgSdwehg/TAHEMjX0LUNIQgAcKDzXGoyLAgnv+QxM3B6jsayKqq128sw0hgIt37bTFrYbcO4hoZ1FRFBGmCCeaI0uDBkiQehmemOiWVpXHddhsp5zQClASFJn4pE3uJ+GOvfBPCKzISHkpp31G3cAR164649wfRNUUiEbby+ZVvEta0xsY37YEytKVD0XcaSRUWoIvvyxv17HF7jKNoNJou48I5gEkOGhBoEWkfhIsfY4K4fRzdBgHoFgTpZrTcSCIMsoJ2PriSqr5XMOSXanUXTS3bSZUTI2gSSOw33w6yTOXYVHeUlYiEbaGGofoYEwScePKc2t00J4EPDuPmr/tANqJAkBTI3O5EiNgSfzxt+JFmKtQZ1DHWWQ9JCxYAdp3/q0pN5VZVekieZqlk2a3L1lfUAHBOVqCo7o5LMpmVuoBMrB3BggfL3xnNR9SRqFi53zzUWgKycrAGosrbrJJZfiIAJ6HAtDgOrUEzA0hhpK9QFtqGxMnexOmZvhrxXgtRtPlvo0kXIDAXNx6wT6+t8LK3/lq0JULjQquoGtl0izaRYCDPT4sWjNP6GEkXg7in5lVjUBRizqOZAQeaN2sSI7YGXKUWVWFYPpIcOFKggiIqJ0ZdwbHcYP1NmNLVUPlqJCgHmJmGIPwkQcCZ41qH3i6lFYBYcSTfeLxYm29sZSk1t7/AIC2EUeGM1NoaaerUQH1BrAnbeD8+nTAmRy7Es5qSgBUBob4zICsDMW6+nriGpmzSRHVmVaZbUgPMVbYRMWYyT+mB/txak+gqaShSzIuliSSebVvc7jrPTFHyaFGejW4dHOtKI8xSdt+5HY+nXe+CP8AUgjuTpUBtzaNQue8H0xTWr1ZOmqFBsQBaJm25JnsMOOE5tajv5rByEBQEgSwIAB+QvO+r1ws8H30aiw8TqrTQ1joExraJBEXkjcW6j9cV/N5pqYGhGCt8MLJgxyx+Jfcdu2GHGeJUqlFWDaWU6gq2lgI0ne8WBxNxPMFqYqSqqukMjNM331abPc7YaMePgyBshwoyalVObUpAJ/CTzCIFr7Sdu5wXxLgTkHyqwYWLM0kqNMKBE6hvb1+eFFThmnNBCXaG7GIJhoNoAUz2t1xb8pIZxrmmmmNRupIJK6jM2gx0kYEpSiw+BdwXM/fFWMAKFUbq09bbG2xuL43xjiDISKdJSpXU3cNcSvrF/rjeTyitUapSdQQzKwiQ0/i3G5v+WN55hp8wnkpSKgCx2JLAySpAiR6dJgJOTB0J65pqAaihqbgMWLdSSIYXJI3mN5F+hWfhNa1KOqmCsSQ6SbjlgMqjT0npvEYDoLl6LV1WkW80ctPWuk7htMAwwMD1kEY64f4kRXXzWCSv3jMpZSyyNCkASep+eNKEn4CR8QoCiVehTYUyskrzAKRIYTLRB9IiJwFleIr5J01gIOlQSQH1TqZREiJG3LbBa1Yqg0WpxUPljSOUgGVplfiRtNouCNu2Kz4m4U1HUCbaxAn4QSSZIAjcW9sPBKTqQOy38DrgOqtUhpUAgXIFjBWLHvGx+eOc3lFoh2qlQlVmalUpkgg9mEe3QxBwsrcEzCal5R5VVT5mkktuVqIFmZAhk9JudyfD2aXyaorqGU1tShiXQP6SCwQkmd4jph6SV9hOcpSK+W8EJOqLG0QbyCY1Dafiwfw7Pir5lKF8xTqplxI2PpIsSJG2rFZ8QoUzX3fmAoskAxED4lKgAj1/TbEvhniTCpOoNuNJN7jlI63MfMHAlCXGwUNOIO1AKA9NUiaigglTu0ib83WZwk4lw1cyFalV8tg8EFiJjrqmZ3iTFumLPVoKW10+R5ACk6Q0jb0NuvcxcRjjJ0Xy50eUul3GsGNQWQAOWB1mYG57YnBpPktMy1sBy5H2Y1KNNnFMlGBgVRZZg3kENt3jfCynnkq5n7hSTVXVpABDdLmAQwO8x17ybUuWTztSUWUMdTCV0sAJDMp9to7HcYQ+JqaJVqaaZ17oSpnmBBBbf8AivfYYeMo8qCXNs9pYppNtx2B63mR0tiXh/EdYU6bEkH+Ujoe2KoviMGoXI0iIE/ERO5iwncC9wMS5XjFNKhJB0TAMwApF7ab3BPTHOsDTqhdj/i+QFULDstz8I3PrEHsJxBwinTpkrTHKYU0yIKEDY7kkzM3Ft8L38R6XDKR5IF1iT8P1BB72wfkeNLmEpvTI0szTK3BANj26XxpwfGn0bYbls1oEEu0bzdh36CQN4A+WBc9RlhqrHa1jy2uTp9P6YFq1a5qHyzJ1CzQAALsNpk7X/KJwiz2azCvVpsG+zEAJUdiCkwzKYkt1EG8KLxuuLG/0sxZeEZh2Z3puNKDSJAJ+Rnab3Hpgji7BhorkFWBhhYgwflIH7vivZLP0GpooqKHUKQUO5Q8pdSOo79cMa3AWalVFRqlWowJViwUjYhUtpUnvGGWP1XIwqyObySHTVDuVMAwSJBPMIM/l3743NKsA+WACI0tJILixi/qOvptii1M01KoVWVdSZ1XI76gRY/L6Y22eKFRuGBJCEdpMRsfT3x6HyW+mPxZeU4Qr5Zap0oxXUiAQN5BY/ObQBbsMV7i+U8uh5tPToZQYaNXMensbYU5vxDUq0xSVitJRERBIF+b99MLvthf7uTomxiY36D3Fpw8cL8jKDG+Wzr0wtSNScuoL1JEgCfS+CKvF3raX81QAwK05I0kXDMCCDe3XbscVxXKJ8I7kSfb8p/XBeoNTkByJjUFMSegj5emKvGuwuNHo+W4zNQKa0kQz1UXUIvy7QL+1pw0zPEvKp0apcVRU+J9AUHeCVHUCB8sebcDzLUNekWsGFzO4g+sE3x6lSzNBqNJiFGlBaQVW0kHpjz82OMSbJMpnaGhSzAeXYEP/HvqAtJI2Ox2xRcxxTMZbN13rKVR1IG7JUW0IJ6gE3sfitBxaKVKoc5UT7Mr5ZkEkgDcSYn4r7rfbod0q8SVvMUZcVstSYalYWUDvEwZ72t7nBg+K9zJlXyNFqxLtSmiCFOkgvtdlBN/le0YtvDKTpT8lHWorVA9N9JJR121obhSE36SbYE4zlRQryqa6NZ/MCeWylYAdlUAFTymbdjYQTgri3iJaNM1qdFH5dK1gZKv0WqLFToMgzuek3rK5VxGa8IrWbqharVGo6QINUUW5A0ytmXlJIkr7xiw5bxVlaoRqtJy7kjzNAOktKAmJ6ggDsMI241QenV0CatQKSlQSrWWxMgE8zR1EeuCuA52gZU5UUKqpNiSrCdRUCwF7x3M4E/puS6A+tls4QtVGem0hdlYDUC2xZhsACJgbAm/ZLxPOnLVjpU0xVqsKzCCF1HUjLpNpW8xFrzgvMeIFZHQCojupJZRzJP4lUkbdADPvinPmzRqlHrrUKhgrsCNQuwDAzETAnbYWg4TClJM0dl34zwYVdHl1oqqFh/hU22JFuaVt/fA+ZyNPykJ0pWsREgWIZhB/DBnv12GKynF9OoVpNF1BplLqjAyWWbypgiY6gmww/pZusaTEMMzTkQ6KJTUsHWCZgTYgHrIGBKElpsFBnEsv59Ur5qKS/IwBMKRzAmQDJIxx5SHTRruWqWBqaQZGr4lYTNrCRI7YF4JWUV8vRcMrmHUzysuifmNwb79cMON0qYqqtRHQVSRrEae5N9p+eIJT+lgFvFKL0qlCsdT0KbDQ2q24+M72IsTbp1xF4i11mpmrVZaakmr5Q+FCSRyxLRYWvHfDPLcTWkjqPLemswqmdQBC6gRswJGpSOs22wmzeeaq+qmqhdUaQZJmNUqBEHqAZxVJxaa8BToC8P5motZQ1E1VdYHLcReQWIGn3+RxZU4eG86B8QGmmVAgi+99ybHYY3SyQoZlKlMk06srB3UsLX9wPriAF6lRnDGmFUojTfUSJJB/mC2Pb1wHNTfKIt30DVMnlnoB6dTUfNQalablguk9on5YMr8EpIKaJVdUqEL5kBgWHwbQBJBE94E4U+IPD9OnR+6VwWYamEkswndV732FsN6FZ/sWXUU1LQisrbRMN25j+pwckqprdsP4E9HK5uj5havrp0m5tYswFjJJJ2MD5YaLWVQWWpSY+XyqWnYCD3uDEbwfliSvkPPrMKmrygDFOSZeWl0JFxG3W2w61QeG6VUqadR0qFwFtMHcdgYBnpbAi1NtSdfhG77G2YqKmiqUJSqsCosbtYAgyRe25sIw3za161LXkq5VwRp1MQpK7gjYT1BG+DOHcFWlSXLswqKrSSyjfVq22FzgDwpwdsp56s+slrCbKLwfmp39MZS8+38mso/iGg1etWzFZRTZoBW/wAaooYfW8zsRh1kMutHyUFJdGbVeYtzLqAVgCReTcL63w88acOV8vUamwDoNToIJcgQCb2YLsetuwxU+G8HFfKrmDX86spUBSf9lQeUANY3j8MH1Ez0qfKCb0uq/wCB7tbLJkPClNMzQq05dObWGHwnSwvay+/5zip+JOCrlCzI40Mx0gkSLkgQLkepw04Lx7MCqftGdUoXhlYDVEWaAoAWSJPphf41z4zMstlTVJBIDibMVm39jgYnlWWpPRlaa2V2vxAOIAgHeD12OGfD+LolHykoRUJH3gcydgQVMg6vSL/TCvilFkdVbcU1jkKSItIN59Tvibw3q+1UNBAfzF0kjUNU8siR1jqMelwjJHZGEWix0eN+QzCvlWNWQTrOkqbEGCszsb/phhl/G9HUxqZJWDKFIDgC0xbRA327ycPaPDMwrBlfKVH1FlmlUJOlUpwrajqiUMyTqEzIbFB8VVvvQnm06gpDQPKUqoixiQNRJvquO1ows/hsb7QfkQLfS/8AEKipDDKuGAi1Tp1tEYx0SrTGfyo+ylmKVBp1Bx3IQgfF3tYz6+alseleCs7UOWpJTYBabsawamHgEswMSCdokbY582KEI2iOWEYxtD7gvGWr+XUagGGpoY2AIBWVLDcGVm0ht+gG4r4NpnVopwrAsXPxKZkSAwmPbYAdsHcR8Q0aNOCio5OsLsrXGq8QG0mdJ3jfc4D4QiV0aXepRqkQCWBRjJImfblkjtYwOBP5fqXRz3R5zxThmZoUxUFI1KMGW06gomBJWO1iQMEeGOJinUph6RFRLP5hjUHESAd+VgQOoWcXGllquSzBp03NQVELUYN2gjXS0mUFrzHcGDEsPD/G8tmydVEKUphiGQfAoICncQkn8sXnmXHate49qtoo3iOjU8w5ihUBokAhpgAMBywxmZvAsOgEYiy2fMh6g+6JC1acCfhIDqekGR9Pk68RZLK0csUp5ymXWSKVYXJ6gKACJ9R8xvio8PfzqyUp8sudOksNJHdC9pmIB36YpjXKG+v+jJNosHF/DCimKuUqkpWA0oV+EhTIYg6RrjfoR62E4V4kr5bLBPJ+JpqO29yIBUfCAO/WdrYta8W0VaVBkJC5cI5Nwai6Qs3jpYzfVGNcfq0zpqCgSzNFSNL72h16X2ItiEMkvpmr+4OXhgdCmaq5d9elEYtKkSoIPJ1iSAb98WurUbRz01dFAKFYJUiQbe0GNsVtcrl6gpvRq1KbkLJosABF+aTdb9ZF/cYK/wBCailVhUUszF0q05UxIPMEGnT8UwIuNrYm1fT2ILuK5DM5Wl5aotfzZ0lQZKkcykC/wjpO/oMI8yPJ8tqWpWjdjquf4toPTaIvixUeIVqJQ1tNU0yCzEDkO8odyCOoj4iOuIPH3AlBGYpArqJNWm2ym51A7iTYj+YRGKQmnLjL+4ypsaasy0MaI8rsWGu/wlSux2kHb8sKfE1epSoOHfUWdUBIlhK3FoHSQ3r3wTm+ICvVXLozIodlepSYDUqLOmwsSYgjoDifOUA5FN+cGy6zdytz8wL29cQguDTr/QmtMrnBfHtZW0VKbVIWCbA9CGa0TFp9fq78ReIFd6S0HHmKQ0i+mQCB67zbthXks+lCvUp1KdM6IgaSakEgqoaIPcCOo7YG4pVpmp9opAo6MusT2O4ttaDH6G/RLHGU+XGtDtK+h1wqvnKb12XK1HNTQ+l4UySIJJIuF1AxcaRgWrxX7PXNc0zoFRgACIDkkDWRYXJkx0w6zXGTXfVlah5ZgxZyBsQRdZ/wcVXPZ9aJrf8Al6ZGYbVpYTp3BBBAIlrx6274njVytrfsBbezrMeKvtAdSj6lJBYEaQCZAPMZ51F47/OzZesPO1q7PNFQyiLHTA5iZ1C5I7n5YQ+HeG1RSqpNNKjEOQwlqamxqAC5n/1WIFr4zgWebzjQDKrGlY7ztPzBv7YfLGMvo8DSSrRniwq9NaqVxVBOkkRymOoB5SdogbYV+APECUq/2fMUEcMw01gnPTPQkxJSY323uMC8Wqo7mhUUU6yDQGQQJgQRp2n5DHfhurTyxq1DL1xT0OoMhtUExIiIEHecX4L5Li9+3j8MeKqLsu/ih1rUClOklMLVIaQFJCmQogTq2aDH5483o8ZAqAKkhSukneQbG/y37Ysg8QGoV1hXqsFWGBiUBh9okgxe+wwgz9ELV8wAB1kkD8j2wPhYPGnGQI1ewfimbapmdddjUMrrOxKiJFtrTg7ifDcmsNSzYcSFKBbmCQzSTZTEiV/Eo9cI8rRYZjVURry0KAd9rSAPnGDM/nmOkFLWEmLfIY71LjSR0qdUkOvDOTR1QnO+S1yV1REOsQCNMlQxuZnR0xrhuQoPXNM1AaILS4IlVVtIaWAUgiGt+GTbbAlHh4qU00QGLMLiCYUmRbabe+HvDfCrJGoUagYFTqA5SfhMkSL9RfCS+JjFbA86XYJxHgSUqD1DWVmAp6dIWGZoLp3lQQRa4lvTF78JU6S5XL1lGl0pzWAW7o2ogkKJMHbrYjCfJcHyvnrRqZRQ5p6gGsNYmVLKLoZkMwjYRNsMeFcRelmVytZFp6kBohTykSZT3AiPY9xjkzZllXFIlly8loX1uK0OIxTXUqSRcCfiEH0lZPvGC1oHhqLTNcgzq1ACL2KtPSwE2+IdjhF4wUZHMIfL1Uajaok2H4wAO0giN9sGZzM5erXq0arzTogMrM9vLZVYjUTJAm3UX7nEnj/2+xLjr7DJeLlfvWSij0SzyG8xRKyzhjdSwYR3+d7BkBQeiSQmlk59KkSN2W173BHvjzGnwl6Ao1gyspIBCkmVexltiBYAGIMxizZvLZulTHlvOXehLFhr8tzJJRhdRMHqo7YjlwLklFhr2En/AIh1lqmjTydPzVRWcmCxUJIZdRvEXZWuLDrir0MxqoFhSLqp5iTZYGq3/tB9/fHpvA8/59F6DVh5zppVitoIEgHeDHymwtGPOOIZV0XTSWELc9NjqUMOXUIM7dSPXHZgnF+iuiuOpaD8xxekaFMU3c1GYhtRIgbBie5tO9xPTB9BazK9TSahFwWvMCWk9Z+tsV6pwp8vTSo6jmYhYuPUj99Rhjw3xBUVlRyfKDMWFrlgohv5QQTbvhpQ/wAorh7BuR4wNfmimyheWpTBJGk7aRuLnVh1maFQVRTpoQrHUCwggRzajaw2tcz64VktpIVYDETbcDaDEzH5fTD37Waa02aoTGldJMxaBNpYex6+loT90iY7z/BV+y1aMqWAlCQSRpXlHf4RBG8Tjy3L8YreX9nq8wIBQk3QyIM/wkbi/Q+/queyy1mQmqacutSmVNzE2gj+Ej9zjy3xHwitkqqq+moai6gVkiJ2AMQQe2HwRXQ2Peiy+FODD7PSrEk16rEqZgKJIIPeRMztNtsNfFnD0qZWSfLqIdVNxurDcSO4B7fUYrzcUqZTMZamWBSlJZdidYaZ9pti3cTqgrAGtSxa0XEXn5dcc2VyU1Ik7tMoWXVkqnMVWNRayRrKxDgiD9AV/wDdjviubqUWlRZxqB0iJ08wabER0Prh7K/ZGIVm8yUCxOksSAG6CLT/AJwi4zxRalKjQDnzA4p1yogrp5Sy+8j6HFotyldfZ/gorbHWXpsrItNFXy0Uv0m417fi3ntvhXxPM067VKi0m5DodpsYER8h16zfYYBenUy2ZI88B5LAs3+50Ia+59ex7YQ8Xy7+Zs4p1XLKtzuew3O2HxYk5XZowt9l48M8TWrmlEWZSjGQQEAuDNtMx+zhpxPRXzJWiaRbSdRG9ja4Bv3GPNaCFBWpyAogNIg7mwnaYv12HeX/AAXgWapvRq015mCPSvZ9RA0k9LNcHpgZMEYy5p0aWNe4FxLLpTzJWqdOq7EiZGmIFuot88AfbqS19WghAI1BSZ9/pi7+KOEHO0PtKRTFGiWOq51qX1U+0qQVJ9cUTgrZiuSioGVFLMdtKjf39sWxNSi231p/YeC9OzmlnCRqYmNQggdD/bFhYhgzqyuSoGqBNgb9On54Q18ky02sSBAsPc7e364k4LmUohncnmRoFzNxt2B7++HnG1cQyVq0GZLLjzAuoAXkkG9vrggZQEgNF2sAPivFtiRhTwkvmaukGTsOg9z8pxYsxQGVy1QONdSqyinBjRpE6jPr0Avy3ws7i68iOLugvM5pqFSii+UnlLUWbsCHsSZJBMMegueuLT4KFH7NXOour1HZ9QuBoHLckkAC04oPhvIVc1pFT4R5rCTBaChI2sJaJE9bWwb9kzGX0ggrSeojaNUSTspI94O35YhKFem9/wDpmvBaOA8ZzC0VTN5eo+Y0sNQChtAgi4J5ok9pUdcc8c4fTrMmZNV1pBG5puhOnSRJNiAfaMA+GfFH2is71YHlqYC9RJMiTciw6C4xYs3xLK5lBSDctRgGF0ME3+IXnsO+JSi4zt6EadiTj7+ai03QVBTB8uszbjqCf4xEX9DifLcGy2dyaB6eipVIIZgquCoAYrBNrGxvHS+Ac9w+tQ15eGegxfyagYEKLKBUJvqVtIv/AHht4VyxoUvKLK1TUCBJjQ4EMQbi6uTjZXUU4s210VClmauUZ6Smp5B1iWXcAwdMwIMWMEXxe/CHEVXKCpXKqiiNjAXpqtGxuRbqcC+MKdWrlq1LytWn4H1Qy9ZNiCvSxE+4xzk+M/ZctRNWm9tFNlK8vwwxkWIPrOx2wk5c0mluw3ZBneHZdappIR5oonyEB0moykkHVME2iZ64oOdzxq1NbEAltTWuG6xfv/Ww2wHxsxXqaahZVqt5ZBNlto0zcFRA+Q7YXZmsxYsTLzJMbsSWY/U478WCt2dWNcR9U4kXtuSQJ6dhc7SB+XpgnLU3qOwZSw/EYMrJmWiYBvv3wB4fqoKgSsQKfxAkWBDCOm0MbemLLxXhj5QuabkUqzlk0Ncp6kbAA2B74XI1F8Sclslq5Fvu1pHUVXn9QGJB9TeNrX6YjTh7Dndp0n4TMgMGuD6elt8B5NDLzMGIW6zJP06mIO+HXFOEtTCBdUqCWPVVIsLGDuQYmIGIvppMm409jOoiZh6ajSAKSkBiQSCNJVWBEHe/QgYSeIOKrmcs1KoGFfK1Yl7Mycw1H3tqHeCNxgvhNKnWBotaVLUnBhlZDLJMzYgNFpBnrZbxbVWOpiCsQWIUOVWxk7kG2+xOGUkjJUwjiHhpjUSq9RWqs4ZxELpIjSLzYenywZwd34fQ8qsvmGmrPSZZh1/huJBDG/SCMPsqNdCi9RtRKBmaAJ5ZmwA6/lhfS4ga2Xo1rUy0os3F2A0gGNyBbcRviUnKql0DbVEVHxBl6tIjzDSZwV0sDIaLEQLxvOA6iZfM0QtEytFgdUEFng6tQIBvNz3JxvxtkmCUSty7QJjpzGO218C8AqpSqtSDK5IDMw2mSN+p2BPpffC8fRcQcdaBuOZrK1adbzCq1aL6hrAlrTCwbqW5Tewm22Enhfi6VM15lXQuhZUKsCdt/QWvgzxJwXSzsqJpgmxAkhZI7z7d/XFLo0CJLWVokjtINvXa3rjtwQhKGi8IpotPG6mXzVYnLg+YzQRFnZjEp6Tb88Xrg6VKVGpl69bQaVgUOmEYAgK25gkRt0EbY8z8J1TTzKVFQNoYwGJ06tJ0yR69u2Lj4fzNbiFXMLXqAsgVk0qsISYsYJiwtOI/E43VeF+4mSLS14LDlOKitl6ipSHmUnXRRBjzFkHUQQBzAlovG+EJyzZzPirlafkiiQMwzcq1L3QhSQxIB9wb9MJPF3EKJqg0QVhCuoW5lLARHcde2KvS43mKasi1WCltRWbE23G2wGNg+Fai3HV+/wDJoQb2j1unw3KfaATTCioXC0yOViQhFSOlpWB3m2KR4p4G1JwfL0ggrqg6RFgAT2A/d8EZzOutQVFIIpOAlMmQoqS0XvMR7T2GJ+LeIKtWiq1suVoq8BwbgzbUIFgLHab7HdMUMmOad2BKSYj4TTYZmiEBEuo5SVkE7T03i2LNx8ZfzHSpVQVBqUNqLBYAIDD8MzAaN97zhNwZwxZKiQ6sQkdChVjf+YOP+nCniWSYVGRj8TSx9ZMz7f5x0yjznt1SGat7DOFeJKlI/dwQilVJHw6ypax3uOvfFpWlVr5akxravLOpSszUhjAYHqOmKBUowsLGox+Zi31+mLTw7L52gcvJXy+aqF1wGVYlSIBmDbfeemGyxVWtBkl4GHhPh1Km1RHn72mBqiNLA3UXmDP5XxZs/lqdSjU85ENSnFJTTA1IP/tkXJHci1ge1+MqgaoWpFfs9RCS7dKkxC9e89D8sVrjIrZLNpmawJVng6GhCACFZrbgGDqHeMcjTnL7kknJ/c5/0/NVcu9WnWIqGpzMD8TTDq/Sxg7QcTZzi1HMVskFiiywzxHK12KiLkSDc25h3OCvHFZ8slM0FQLVmSCAD1AK7MfxB97EdcUzhrmpUZRpl9gblj2Xriii5R5Mbjas9DzPiJq5zDomvL010mmPifY6wQZBB6GLeuG2W4iK1JlWn5i/iUkXWNoHUg7DvvJGKb4XytSj57bAiGEdBqgj11Aj5/Tl69OnUZaFWpTYoad4iSsQxVp3iGiQY3iMReJN8UZQvoVeIOCtl1NSk80WZivlkwAQQEa+6mBOxkd8I5LLBEnYRvPaw269cNkpH7zLkkE09TExZh95HboonAXD6TmdMklhpj1B37RAn0x3J0tl/BLwzJl3KQCfkdhqO/t88WzxFU8xKdalSqCmgKmSSqrK6RawJIIPoFxUgreYtOkVNQn4h0gbz0tJnf22w+4X4iGXoulUhkqq6raZYWPWNJ2+fpiGSDclKibTu0a4dmqSkEEtziA0bEwDAJiCflOL3msyZYoNWkrqA6L6npPbeJx5bwvJLmGcK+llEqIu/YAiw6SSfrGHVHNV8ozAtpJVTokMrgj8YuDY7+ntgTS6XYslbosopZfzGCFkJVn0kQQ224uZEj2wVw7IikCWCOpUsQwm6xO+8d+l8JuGpUqstRXIJAQkRa9lYfIGfQe2GVTirKBlsyrAEEB1IJFyJ/pHb3xyTT5d6J7sr1PxDUWilA0t1ZQWPKBBkMYtBH0xX+DcGzDim9R2NFKkgI0gMY5hG0mLx9MWepkBVBJ30kBlvE26Rt6YkyvDmoElebUEDA22F/a8xPpjsUqTrs7Plvwjjjr1KoopmKepUqko86fMBUi4Fwwm8Dp1uMA8PoKKzEyQyAAACAJ5oPczYzjusKq1UdoddQOx3EbdjA29ScE5Uyod6YH4W3EDqRbvHpOJu0hXB+RZxfJ1KbmKZdXOou7TqlZstjMX9bYX0crTfVTIhaulZAB0Np1IwPTpIPRmE3tdc7lWfkck0zswmBO3sQdP0Pc4S57hSsoLEymw2Mifz9vTD48qpBikUSrqos1PuwM/19oJ+uG/g7i7UMyrFoSodDHaR0J9jsfXFjHBFrXZZcXJOwO/adJj5HpiDNcOAClkFmILEATEDYdDtf574s80JJxYyipaBPHGZURRCjzFYlm0qVKm4BmQWn+vfCGjVVKiOVVSpVjpEau4jaItEDrixVOEgqsqoQGBJCkDtvcfI4V5rLv8QckCY+7LAxsOYRe/9JxsUopcUZQ46Qw4bwtWLoXI062B5dxpA1TcRpmR64W8UNRnrzU1JOkopMCXC7G0xPzGGuZqTq+7RoQMxPKCpjVOkj+IfM41l8utRmKAjWQz6iGW9yRBEC5veN5gYXlXqZLa2zhy1GmXCiQyjVe5NMMSIBsJQD23w34zWy5yFCozgOKQKx+JjAKx3JBJwD4ioNUohUeAoUsRcGyrKk3gEHe/6YWUA2imVCFqQ0izsRzWYaFImTERNveFiuaT82LxszwrwZM1XIckIBrMC7RYDoep+mHfjBqgrC4dEEIpM6TIBk7kxBv2wg4tkW2cFyVWytBBNhYgmJO0YsnDcrQp5RadRi+lS5ABkMfwmNoU/P54OV9S/gMl0FeBs2wy70dGspqYQbxvyiLibe5A9nPHWpZzIO6EN907JqldBH4iNxF/piJ8svkGply/wBkYE6l0jSwAHWBJEXxX+F0/ujQDMFcQDO8wdPoCfbcYhabcvuGOPlspYpVdSITOpoUk6gL9CDcXJgevW2HfAqFSjnKQenoKkEkqoIDAwe4mxiZvfBL8OE6ZKOO3pf09sJczwyqpEnUekHe/xGdh/nbHXyU1RaUGz0PiHEKYqahK1NChTM9dSwNgQWM98Vg8FYuxKkc17jqSZHyGIVZxUSo/N5kCSLhtoP8AfqL4dMhKPeIAiLwF2ifQxHTTbHLTx+SaXEE4jwskNV1amNIo07kxCkgfy272wnz5ahQemJWq5XzCO0GRbptPcn2w/wCE03FIrBao+plubCBpJtYk3HYX7YWZyl8elC4MFfnp0/kPr8sPBtOmL5oq2thIE89j3I7e07+wxZOD8VFJTRqU1ZYJUsLCRBNxAnaf7nEbUiAy6FUqJMEzAPNY+pEd4OE7K5kgtzGOu9ztjpdTWxmrRYPCxa6KsaiwWInbad42k9pw34zkGQJ5iAOgIlPxLeNU31CPmIjsKrlcs4UVEJVg/KZiIUE3HcMAPmMMafiSrUakasOiuD8InTImY/lnEpRt2ibi7tDXgmZqUHoOR9yXMMdzcKQTNyB+mLVnwtdWKFSULFlgE+6EbjrHrhMM1TOXpq6kUalZgundAGLKTva1/fCyo9bKll16itRShH4gQT06Ehdz0IxzOHIn3stWWQeZEgWuRtPYY6q07wLkmIO379MRU3MHSREc1p62PyJ/I4NzOYNSmrQNV4FpBG/v3xr2etasW1ck0GIEWNo/Y9PXCyhlzrg2Ivv0jt/X1GGmUzAblaVY2gmJ69TtiUZQAMCV1Ecxm4E7d/3Ps6ltoV09A+UzAcWuJF4G4t2i4G9sR16BJmAZMFTI2mWHabH6++OamVOsm4EfX3jrB374Y1qy1ApgQYMAdRH9PywjVO0JwoSZfN0kLaFKsBN+pHb/ADPywVWyhquHtBFliy7wSewt62GOU4cZYkleW7WsZED+3scF5doBQgyAxgtJ26dxA+WNP3QHHdoDzmVkhXl7CLkHmG9viuZv674rvEMi1J1ZVcAxzfle4A/ti4jLwV0uQpHKJO/UGbW6YC4pliF9V6d9v64rB6GWNULeIUC+X0BfvCUDEAAEcpkiCOUqB8+l8cvQZaLJTOuqAmqBp5QYgkbQdTHaRHtg2oR50Fj5bMsfynt3uAbdLemDczQSpKkkKTpZZI1qP06XE9PXC3SpkJxp0KclpfSp0kNTIN7MY/DIg3HxdO+BKWWRGAAam6mSafKQqiTfTJBHcydpIw0zNAKDVSLkCmt4CiAF3kXt6WsZMNuFZQEavhJWyGCARMj/AKbY3LgGMPcphRarlyXOoKL7r8UXEdRO/TfDfh9AqrLUIY3tsRJiTETefrecMxkNGsKFJmQehnp0jmm/qPfE9XgwZFOuSV1FiLgxJB9j0xpStUWWO+gPKcRFJHXQV1gxzT0gNtY2674UNl3EGnExbV+KTMKBebT2w2o5R9DnUHUSSHO0DaRJ7QffDPg6oaV15nEie2/vHp64m7TJ8WmJeKVNRZqZA17kgH3gEgD33iMKcjQLVOgMkBiLREmTG8Tix5vg9Jg8SNQmASIInb/i+I6XB9KmNPw3aD1FwFB39zsd+9E6VFHFoTZyghVni+q8dIG8AE2AX1t747yFHXSc3LAgEXhgxEEd/f1m+CnpvOikhIA1EltUk+4AHsRF8MsnkmpoD5zy7ArUMMQhgzcdATaxBG+NJKqZzyhLoDq5XRN6jVOaQQYBIJaN+mwMR72wJw/hQjWSp0CVIJ21GAQVEmST8sF53hdfRrNQV07FABa1xEX7RO+I+EUr1oYHlGlSoA036ARJjt2OM43F0w/KlHsXcQLLISiiWUIWliRIBnYdrAWvfHFbLIyg023N+UABoIMXmOxPce+D8vzJNxPQzf8Axt7fljrJZYpRliFBbUTvABkWW99vf2xm/CA1ukVnO5qAaYLGwSxgGbnoeo/LG+D1UAgKpqQSAfhnpfod7/Qzi1HhK1FFQBZG8d+hETNon+l8IKlBEdttN7xcz2PYT+WKJpxo3D02MMi7fE1MCCCQwLQYuF67HcnpiE1l0NZhHwyNrG1jtcxiJnZUbS+5mDPxAXg9B/m2DaQWrT9ZHeNvbvP0xCS/YRod5u1Jo/mwRlDNMT/L/TGYzCZO1+S3lAlIyKxNyKZiflg3Nnb99MbxmLLs6I9s3xBRqa3b9cBcIvQv3P6jGsZjPoX2/rwNOIiVI6eYgj0tbEdMf7R669+vTGYzEodCw+pEmZUaUsP2MKq/bpqX9RjMZisDol0BZxBCWFjSPzJucT1lHkUjG9alP/xxrGYP6jnn2M6CAmpIB06YkbcpNu174KRQKlKBHOP+0n9cZjMcr+v+vYXH2iDOWqGO3/7nGqB5Ko6aT/3EfpjMZiy6RddAmTMeZFuY/riGgxDmD+4TGYzDvyTyBtb/AGQetv8Auj9MbzB5Knv/AEGMxmB+tFJfWvwC8LH3yerX9cFoPuX9KpA9tW2MxmNk7Fn+klp/7VX1Un88VmjaixFj5Yv/ANP9z9TjMZimPoOX6UScDcmswJJgWn/04npMSWkzzf2xmMwj+o58H1DPID70/wD4/wC2FfF0HnvYW8sD051FvlbGYzDwKvyCUxap+/xHGspZKZFjDbf+psZjMZ9E0f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348" name="AutoShape 4" descr="data:image/jpeg;base64,/9j/4AAQSkZJRgABAQAAAQABAAD/2wCEAAkGBxMTEhUUExIWFhUWGR4bGBgYGCAdIBsgIR4gHhwdGyEcHiggIR8mHiAiJjEiJSktLi4uGyAzODMsNygtLisBCgoKDg0OGxAQGzImICUtLzcvLy03LS0vLS01LS0tLS0tLS0tLS0tLS0tLS0tLS0tLS0tLS0tLS0tLS0tLS0tLf/AABEIANIA8AMBIgACEQEDEQH/xAAbAAACAgMBAAAAAAAAAAAAAAAEBQMGAAECB//EAEEQAAIBAgQEBAMGBQMCBQUAAAECEQMhAAQSMQUiQVEGE2FxMoGRFCNCobHwUmLB0eEVM/GSsgckcoKiFkNzwvL/xAAZAQADAQEBAAAAAAAAAAAAAAABAgMABAX/xAAvEQACAgICAQIFAwIHAAAAAAAAAQIRAyESMUEiUQQTMmFxQpGh8PEjUoGSscHh/9oADAMBAAIRAxEAPwBAELrfdgL/AKEHEKJpfS3NtceoAk27yMMeH5CqElhGqBp9xe02j+mJaXCKrlr0gHTQNS9ZFhEwzEG4tveMec+O0cjogTLN5TDSJmBaTuGBHUdPz74ny/CS1V2YkEkpJ/BPwH5n8r4e5bIgUFXmJI5z2IYAqdvUfM4A4rWAdlpNZm1GO4g9flhVL06YPAvyOTqrUFQadJBF5IjqT0Am9zcTj0Dw5VFSixq+WWpkikRcpJFjG4utp7bRitppQIxhVYQCTbmWYM+kmPQdwMbzLsqp5cKEAmemuACREapP0IxSPxEomU6H3FOC/aFAomkxTUWBB1FSZWGG9ov6YpVLLKtT7QoBqazNIiFMbEGZguPS3bFmyVUeWitqRlECZkq1l1GPiBiL269sLKPDXfWgBlLiVWZtykkT1n64oviI2kMpIX0cussajMZJIJJkfW5PSTifiOdanlhSHMoqWYxbl2F9t7X6YHzeWrm41SLRptblPT5YhHC8zUZRpg6mIlbDlETb3w7arsqo+LGnAasVKZYSqsGmJ2vYSB++uL5xHxegVitNz0Gx79sUhOG1qSFQVEiGMC/eJ6TgLKU8wLFyBuAFBv3xoTSWmauPksvGeOo9KGpuy2lhvMWAN4APeZn1x5lxfLkFmcljawE27z9cWilnc2mlVqOoRyyRT2NjJtfEeZ4xmkFRVqf7t3BpqS07k6lnefbFLTfZqvyUHMIVqsIO/wDxGNDe8/vfDri1BmaTTYkx+E3kSYwOmbqoCAFAN4amOojYjtg2ZojzFNTVphV0fCrANN5gkE+m/wA8eor4MyCUqdR80g0nzHg/EsbC8kg3kQd7Y88pfaa5UqFLUupCi5+gNsZV4Rm35NA5RYBlG1hs2M8iQHoJ4xV05ipF1kAAPqlSZuTJmwwIzKlRSpA2sBuDEz39x64M/wBEzZfUyIWi9xO3WDfbDOpwpAi6ihaw1auogCO2wxKU432DXuKJVUszSTJi59hfsMSZLiFPynRlYi7AdSSpFyelwRHUY6zHAiJdjT0k7hjy7kgAY7bw+9QakqKRYXmwG3yxlkUemC0C+IeKu7BtCiQo2vyiInqDGrrc74Cy81WhgJb3H0ABm3pthnX4FmGhKlMKqfiDTPt74NyXh5FYmsC6QQBq0EbX2JPXBeWPuC0DcPyapRnXS1/EQxuYDSoOncbxcHocAZ/OCodNgZ1AiSB6NfoOuGWZ4SQVFOqq9iWiR2sLdscf/T2hXLKG1fDpcCLmN47YDywbDyXuVfPZxWaUSL/Xbp8pj1xqnUDNe3Ufvthvl8hQCsaqMSDvqiPbpgzL5HLaSQjwIJMyQPl2sdu2DOZnJCCrnF8sAjmnpEQNvzm/tjMvnQ7aBTQsY0sxO4G3URhzU8NUpL+aWAk6VWLST1/ftgrL8KywI06Y3uJb6/vbAeVLoLyLpFlrZlVKNESASOo6kAfX8jjvQy1kNQgAksQtlARdQBJi+F32XXo0VLnofw8pJ+XL+mGuZpLXszEMiM/YNbmEEX5SL9ZxwLZzAFfOMrsWES4ZBEadUhrD5XNxqPeca0sK9ciNNSnqA3+g7bjtGOMvljVUKVYkDlMm14v1hd/YbWuZkqav5b03LSxDOeWQSZUr+CNNh/NhW6TMB/aHoGm7KpJIK/wgNB+gFj8r3wflqgzEqzgagUDC0kNPfpAYE9x0wJ9hNSsUAL0aIJZyLQxBQLeCSigz26Y5q5aQ1WkYBl2E3CxBK9DzzfcTg+DBvEsxd+jwus6iZOoKFkmBGxHvvjunxQoVkkmlVK1Ag66RJP8AKNwPQdsK8xly9MhpDPUVoncczMxvsCQfWMEZmmGLtrI1LAUi8nVf1+Kx9ffAbCPMpnlMvIE2RZv8UX998HcPoA8z6mZwCBcW7/Fad/yxV2U03RmJVFB1awQWPwz3jaCMWXK5wmDcahcCI6DePftthL9y2KUb9SGyUlAsn1v+pxoZdZnSfl//AFiJW/nMWuDa+3TEms9Hn5j574HOB2f4NeDo0F/hP5/3xycqgMlCTsN/74kq1IgT6TiLMVNIBZ4Bt+7flh9IfhjXg01JP4W/P++I6+Tpt8SE+hBP7OJ6nW/QRff02xF9rG0mYn8uwvt/XAuKEnHEkAjhOWYQKa2NwBBH0g41/pVEEnRBO8k7fXGf6iCrVAGB2EiBPpPttg2jmQ6ybTuOgPaffE/nfc5ecLtCwcKoBidJkiDJb26nHFTg2XI06AB6WwfUYKwSfiFp2/f98bqhdj+p/vhvmodTxvtCz/R8vAXRYGRc79/fHVLh9JfglQBBE7j1n++C2QwTKle+o/3xo0SB037n+3UYfkvcZwxryDmiuy6f+gHEdTIoTLLJPXb/ABiRiJjeB++h/OMSPQUQFLGdoaLdBhfmwTqxH8voXVOC0v4DPvgWvwtmmFAPckn6dsOmpVB8JG8XA9+kYg+1nUVYAkGJUnsTe1tsNzQklHyVivwOoy6WGoT0O31+d8KF4NXouSEZlgzsZBi0Az6bY9EEXsdpkyIm8nr6QcREC14B2/xf+mKL4hVQPR7lMOZUKraCKn8EdfWT03wV/pw8uSQoseUxoA/rv8sWWpTHeR9b4BrZNCDKLH4hp+k2wFO9oMYJ9CoZhqTMGXSFVVJZbpYD3I/4xYi6mtQrqtlRldh8PKpUT2BNo7gYrtQirSpec5SprFMMqaiwKygYTJgyJxJT4RXCCiKg0eYDqAYSOkiJHMdj2tOFTpWcw64s7BHamCC13nsxI6/X2xVuH1Wo+ejTzXEW1b6WHe7dOx64uWepkUl52YKJZhYRqCspA9/ybCWlllStSanVRqdZnCq5snU6WmZ9BHabiFVSWgmcL86nrVwFpsRLt+IsgCBbRC7R/NjWSVFOhwfMOoHl1MZDaQTIXckmOw98H1PtC0mmilUEkhNUQJkEEk2gSLyDa+FnDoYs6oXqKQTfVEfFHdhB9TOApPoyC8/ThJL6qksF6gg35gNrA7WhTO842cuGCKXIdgV3swW8ySdwZA2n8s4XQ1LVNJQoIXyi8FZ02BLCQBPrJJxEqN5zeYDpSdcywF21cxvpMkT0gYDcQ0Stw5WrIrTBAMnrHwkRuTYR2JwzyVBpGh4JsQxBECNhqlevSxxzTzRIXTz00BkAjUpEG4/iF+/ucQ084rukMzjqABIv3Xe5H57RjnnkbegWMqmYS+p7rJMERboY3F/qMZRzg5SdEE2PQ94kbneMYioW1EiCZsBY7agdwZj93wnq5kUqiioqw0stTdSDAI5SINvkemJr1WYsj1JI1BoXaI5u9pvYT88DV+IiZ1Ewdogtfa53uLb/AKYAkIwFRHiSEcwYbeRAmP30wDnqWptQrino6kHex1T62ufTDLk/IecvceU80bA0qimTvEgxPra0TtIwFmS2sIUkRczERHub+nXAP+quGEamgCVEjaPhOx37TBnDTIZ1apV1SCbWN4BBUibTvuel+mGbku0bm32QZY3h93Ok3JBAPcLeMHNSRQqqraJERsRF+07YDzSFGSoSWC7gLDiSATcXtv6bb4LUh2JXUFsQZsT6ybdv+MQcgI39h+81h2aw/hMRMHb1O0Y7q5hegm/7jE5cq4BMbG3aYMaZ/fTCvibMuxjUbR1vA3w+ObfbGbZBmg+klFCK1iZki/abDfYY2K+lm5lJ94tESJkkAj6AxgdcpUanVpsAXghSWKyZkgEWjpNv1wvymVC1VTMKxflBIujKYMgRFrqR1jDp8rtiyt9jyvnRT/29VSoykysGexIn12G5BwH9uqagt1QgX2CEi0wAILRcbBsc8Qy4ZQ9FQKfJAFmFrEExCxchuvTEXCeI11VT5ZAYiGYEbTc6usQInpjKPpuhRrTZ2pWgPpaJESbfiFiP1nEDU60DSzAtpMwCsTBnsAOu/fAAzzGsUWddQ7AiwFz1Mki4APyGO+IsuoVS7ASssrNIIB1fDtPY/phlGSQA6k0ITp+8EIRFzbci9rER7Ygq50aFhQpIYXnfcxNp6DG+GlNoYHVLOw1TI2DdRpAtvfEupSjI88x5TEFew9zHSbDC2lKmYHOYAAUQFIAGoTMA2P57fniVc0rXDRUsJIk7QFifQC8dPXAnEUBUioQrajAJnYyQukagRIie/tiP7TT0KHfSH6bQQZt2Ik79cUcfCMV/O1oCxzBiJB/CFk/T19cWPg1WtAFTdiTJgMyKYUQLm5+I98L8tlH1IwQN940EMDyuACrdQwIIgjf64dU0pUiG0EVGXTJF1BIMOb31H2OKzfpryMw3y/MpGQS5X1mYO1pBIPSfywtyfDWdQGQKJDIGjTIgWsOYrNiBfDTK1kLqaY1WklbEmCOb09+5645SSVp1gVVi3LJNjcS3oTvOOb5k4aQE6Bslknp0kovUUBYMi5uZKxF1NwNoxJnKiLzLQZhOpnC8wIsGBkRy9e1r47z3DTKhKpDqNOogNIBtIkEmeo3jEpoVgs+crgAhoEHVPv32GNPJaT8/sGyLIZKkKmtA8sCSC3KdV59/6H6ELVZWZTCJMRF9UarH+GLRf6YiyJJJcPpTTBBgkkEyT1BFvpgnM1GZ2XUBp+IMhH1aQIIPQHCKUmwWBpkmChqYVW/HoFyesQIM+04GSqhYFZ1DpqhZG5v0mbD5+h1Gl5TNfUpEyF/mufa8yPc4DqZSjzHy2kHcrJO3T2MSOsxgr7hTJ8xmqUgBSbXYGBM3kGB/XC7jNJqukIXZTBiRNIze943uRa0GcHeUWU6llImmQhkwSTY+hBt/jETZLMsSsptymPiF9V4lWEQJw0fSw2S1cvWAMU2B5SSrKVqkC5gkwflJvbGshWViqsqsdRF7yYuZBjmB297YnqP5YVyfgUAlRcyNpm5LCNu2FlLJqykKpWoAYcQSSTKyBMkdbg9e2CnaMdVmV2KLT1KgDAAXiOkQReZkmJ9xg/M0EqUwyhQRGzXGm2rlE2tY+mEGSBUioK5BLBGV4Omd4nYsekdcPsio8okKZDEldXazFNMvNj63ws/S+wMlK1AgYBXffUJAtfVc82229x84qNB2lmG5gzIE7jfmG0XFsTPQptqHmHmAnsyxF4tMdvXbHWWrFSumrK3AjoBygc0kg2vO/viLdI2iWtlm0AlrgQINz89jJ6RaBjM1RY0zMOBBkW0kTNiJ/Yxuvw81AAHKljvJHqGjvNtum+FxNWk5Yyyzokm4JMAsLgj0EG8+2jFvYbCFqMeYMwIsZm8dQCCZvuI/LHGa5ksFdABI0giSxEx774H4nxIoyRS06YBDAiIazfXt07jDMvUktF/4rgGCBcSRO17euC8bi78AKnnOJGmGAYpqUEq1puZAtsQO4wrzPiZgqaWBIk3BG/y/IDFtz81Z5aSssai4DgzcaQQY+I2I6/Wq5zwWr1KjU6p03KsiXVr6RoXptcQL26Y7cDx16tGSQG2ces71VpsXUAyLAHeVkzsP16Yb5bNsgYoKauxMob2IuBczMCQex3wpq5KpTUpVqeZJA1EFZAufWN7YFrcKrsqVKZQJMQDp/Wxlbj59jjp4xYaRYKnHKfmLrADpyqEJI3uDAtuYgnEmX4qvmAgadQCEjm6aSwj0AHe31ScGoUnqfeOyMQdMMPi2A2/5xJkVSnX8t2gqBLTEN1EweWOvtIxF4UtIWi0hQxaEBtB1CRA9SoaRH+cafLmrRAplkeNYUMYNjsfUi04FqliD5JpuuqQbg3H4tJiQe20W3xpuI1Fy6uvlswPMVJsAeaLBuskdMLwnHaB0GZRBS8xaZl3e6xB3JJ9ZO0YzP5pldAo8wnoebrAklgLmLD6GMSLm45FYOwudW5JH4SAAJvfBlQpVprKLNPTUIEghjcaokz3B/pji51K2ays8UaopC6TSLmAQQYvEnS0fUdMP1q1HVAxA0AqWInWdtQAEi0E+5HTC/iGTXNPry7MKlMEQymGuSoB1CAWm/r7Y1Sy70kP2kwFqliQ0/Gh0gSLiRN+qjFpNSSr9jFgydNnZDpAen3PRlMjrMMBhLU4izmpTSmSSSatSeUEKQBbvEbDbFlTLowDOUMgQP5gJMHrttHfCHh2Zp0Wqt5a876dIHPsTzGb7Axve2Jwbp3sKR1kszUegAoA0qNRKxPy3Jvc9Zwbl82Kk06hAjSdM6jHUMGEg7HfrvgLMcVBrilQpaZlNRgFWNyY6DHHB83zNU0zUIVZAncx3v72t7YpJNLlQOh0KbzMhl3DAx1HUfuOuMCjVzrq1AHUqwAT3M3Ijf29MaesVlbi9mAGkGD3tAMCI6z7QHNkqqgojsxJWQRY3kwOoIt1YYnT/AHDYPT4modKTklQZUmQWG5HbttvvbDipCuIZV1fhnrA/+Xp6YX5pyVF9OoALIM6TuNt52j/gPKwtSGYOl2p6TJO3cfFbvjcVKNs1jbjeWDUlJDFgDp026TEbD0n2xTMm7hnXQVdVly0IACYBIME2G3WRi4rxgUVAcW2kmWB6agPTr0wj4zS1Vg1NpNQDV5hZxC/CFvyrJMx9N8Wh1xG5aCqfCKJRpLA1KcequCGLidiGA37D58ZLK0yQDWKsdXrZiSNQuvTeLwffEK54odVQiWEqn4piDBUkaZtudrY07o2uoH0M8E21MvLsv8MydvliVTv8Ct7C8/wmqVCO4CRrfyoWCLaRtYlhf3ttiDK09RFNU8uWMEttGmCuo9wDEmSOuIKGbr0ipdnNM2Ey0gTPwgnbb0wZnqjVUptCIqkEGIIDEBL7aSTcEW+sNxk3swwrs1eqQroCmkXVrn8QmRsYiJFzgHjhqCUZSRa6tI6QCImx/URe2Ac1nqlMINIQq0uzEzqMiTG4sN/TEef4lXprqrqFpODoZSurf/ta1j74ChJyejDjJZggeXLKVsCZgkG6wRJt3FonEuRzIr03C6dcMbGJYyO/WO3+azl8+PM56z/CWBW5+IxOoxMAAjaTgzhOcIFbSgGp2gidVjuIv1Fgf1GHeNWqMG5MsFUFmPmAMRoGkdzYSWABBE3HpjBxAJRTzNIkcwaJpjUVBiZgwO4+WI+DcWaqyKy8ygyCY1KVP8NjZp67TvJxg4fRWpVq02H3gllJDWAHLNxboCR2wsqfd2YQeJ8qkrXVqjBnXVTTZRs8RF4vvB6RAGOuC8UDTSVAaYBJFSnB0ieZjFoki0xI2ucPHSmpUJQT7xQNQN7SSGvy7kxeb9sZxGmryzF6dUDTSYbSLmdPxBrSJOKOdRSn+5nXkrPEOH5WsS+UqAukEU2uCCNgSdwehg/TAHEMjX0LUNIQgAcKDzXGoyLAgnv+QxM3B6jsayKqq128sw0hgIt37bTFrYbcO4hoZ1FRFBGmCCeaI0uDBkiQehmemOiWVpXHddhsp5zQClASFJn4pE3uJ+GOvfBPCKzISHkpp31G3cAR164649wfRNUUiEbby+ZVvEta0xsY37YEytKVD0XcaSRUWoIvvyxv17HF7jKNoNJou48I5gEkOGhBoEWkfhIsfY4K4fRzdBgHoFgTpZrTcSCIMsoJ2PriSqr5XMOSXanUXTS3bSZUTI2gSSOw33w6yTOXYVHeUlYiEbaGGofoYEwScePKc2t00J4EPDuPmr/tANqJAkBTI3O5EiNgSfzxt+JFmKtQZ1DHWWQ9JCxYAdp3/q0pN5VZVekieZqlk2a3L1lfUAHBOVqCo7o5LMpmVuoBMrB3BggfL3xnNR9SRqFi53zzUWgKycrAGosrbrJJZfiIAJ6HAtDgOrUEzA0hhpK9QFtqGxMnexOmZvhrxXgtRtPlvo0kXIDAXNx6wT6+t8LK3/lq0JULjQquoGtl0izaRYCDPT4sWjNP6GEkXg7in5lVjUBRizqOZAQeaN2sSI7YGXKUWVWFYPpIcOFKggiIqJ0ZdwbHcYP1NmNLVUPlqJCgHmJmGIPwkQcCZ41qH3i6lFYBYcSTfeLxYm29sZSk1t7/AIC2EUeGM1NoaaerUQH1BrAnbeD8+nTAmRy7Es5qSgBUBob4zICsDMW6+nriGpmzSRHVmVaZbUgPMVbYRMWYyT+mB/txak+gqaShSzIuliSSebVvc7jrPTFHyaFGejW4dHOtKI8xSdt+5HY+nXe+CP8AUgjuTpUBtzaNQue8H0xTWr1ZOmqFBsQBaJm25JnsMOOE5tajv5rByEBQEgSwIAB+QvO+r1ws8H30aiw8TqrTQ1joExraJBEXkjcW6j9cV/N5pqYGhGCt8MLJgxyx+Jfcdu2GHGeJUqlFWDaWU6gq2lgI0ne8WBxNxPMFqYqSqqukMjNM331abPc7YaMePgyBshwoyalVObUpAJ/CTzCIFr7Sdu5wXxLgTkHyqwYWLM0kqNMKBE6hvb1+eFFThmnNBCXaG7GIJhoNoAUz2t1xb8pIZxrmmmmNRupIJK6jM2gx0kYEpSiw+BdwXM/fFWMAKFUbq09bbG2xuL43xjiDISKdJSpXU3cNcSvrF/rjeTyitUapSdQQzKwiQ0/i3G5v+WN55hp8wnkpSKgCx2JLAySpAiR6dJgJOTB0J65pqAaihqbgMWLdSSIYXJI3mN5F+hWfhNa1KOqmCsSQ6SbjlgMqjT0npvEYDoLl6LV1WkW80ctPWuk7htMAwwMD1kEY64f4kRXXzWCSv3jMpZSyyNCkASep+eNKEn4CR8QoCiVehTYUyskrzAKRIYTLRB9IiJwFleIr5J01gIOlQSQH1TqZREiJG3LbBa1Yqg0WpxUPljSOUgGVplfiRtNouCNu2Kz4m4U1HUCbaxAn4QSSZIAjcW9sPBKTqQOy38DrgOqtUhpUAgXIFjBWLHvGx+eOc3lFoh2qlQlVmalUpkgg9mEe3QxBwsrcEzCal5R5VVT5mkktuVqIFmZAhk9JudyfD2aXyaorqGU1tShiXQP6SCwQkmd4jph6SV9hOcpSK+W8EJOqLG0QbyCY1Dafiwfw7Pir5lKF8xTqplxI2PpIsSJG2rFZ8QoUzX3fmAoskAxED4lKgAj1/TbEvhniTCpOoNuNJN7jlI63MfMHAlCXGwUNOIO1AKA9NUiaigglTu0ib83WZwk4lw1cyFalV8tg8EFiJjrqmZ3iTFumLPVoKW10+R5ACk6Q0jb0NuvcxcRjjJ0Xy50eUul3GsGNQWQAOWB1mYG57YnBpPktMy1sBy5H2Y1KNNnFMlGBgVRZZg3kENt3jfCynnkq5n7hSTVXVpABDdLmAQwO8x17ybUuWTztSUWUMdTCV0sAJDMp9to7HcYQ+JqaJVqaaZ17oSpnmBBBbf8AivfYYeMo8qCXNs9pYppNtx2B63mR0tiXh/EdYU6bEkH+Ujoe2KoviMGoXI0iIE/ERO5iwncC9wMS5XjFNKhJB0TAMwApF7ab3BPTHOsDTqhdj/i+QFULDstz8I3PrEHsJxBwinTpkrTHKYU0yIKEDY7kkzM3Ft8L38R6XDKR5IF1iT8P1BB72wfkeNLmEpvTI0szTK3BANj26XxpwfGn0bYbls1oEEu0bzdh36CQN4A+WBc9RlhqrHa1jy2uTp9P6YFq1a5qHyzJ1CzQAALsNpk7X/KJwiz2azCvVpsG+zEAJUdiCkwzKYkt1EG8KLxuuLG/0sxZeEZh2Z3puNKDSJAJ+Rnab3Hpgji7BhorkFWBhhYgwflIH7vivZLP0GpooqKHUKQUO5Q8pdSOo79cMa3AWalVFRqlWowJViwUjYhUtpUnvGGWP1XIwqyObySHTVDuVMAwSJBPMIM/l3743NKsA+WACI0tJILixi/qOvptii1M01KoVWVdSZ1XI76gRY/L6Y22eKFRuGBJCEdpMRsfT3x6HyW+mPxZeU4Qr5Zap0oxXUiAQN5BY/ObQBbsMV7i+U8uh5tPToZQYaNXMensbYU5vxDUq0xSVitJRERBIF+b99MLvthf7uTomxiY36D3Fpw8cL8jKDG+Wzr0wtSNScuoL1JEgCfS+CKvF3raX81QAwK05I0kXDMCCDe3XbscVxXKJ8I7kSfb8p/XBeoNTkByJjUFMSegj5emKvGuwuNHo+W4zNQKa0kQz1UXUIvy7QL+1pw0zPEvKp0apcVRU+J9AUHeCVHUCB8sebcDzLUNekWsGFzO4g+sE3x6lSzNBqNJiFGlBaQVW0kHpjz82OMSbJMpnaGhSzAeXYEP/HvqAtJI2Ox2xRcxxTMZbN13rKVR1IG7JUW0IJ6gE3sfitBxaKVKoc5UT7Mr5ZkEkgDcSYn4r7rfbod0q8SVvMUZcVstSYalYWUDvEwZ72t7nBg+K9zJlXyNFqxLtSmiCFOkgvtdlBN/le0YtvDKTpT8lHWorVA9N9JJR121obhSE36SbYE4zlRQryqa6NZ/MCeWylYAdlUAFTymbdjYQTgri3iJaNM1qdFH5dK1gZKv0WqLFToMgzuek3rK5VxGa8IrWbqharVGo6QINUUW5A0ytmXlJIkr7xiw5bxVlaoRqtJy7kjzNAOktKAmJ6ggDsMI241QenV0CatQKSlQSrWWxMgE8zR1EeuCuA52gZU5UUKqpNiSrCdRUCwF7x3M4E/puS6A+tls4QtVGem0hdlYDUC2xZhsACJgbAm/ZLxPOnLVjpU0xVqsKzCCF1HUjLpNpW8xFrzgvMeIFZHQCojupJZRzJP4lUkbdADPvinPmzRqlHrrUKhgrsCNQuwDAzETAnbYWg4TClJM0dl34zwYVdHl1oqqFh/hU22JFuaVt/fA+ZyNPykJ0pWsREgWIZhB/DBnv12GKynF9OoVpNF1BplLqjAyWWbypgiY6gmww/pZusaTEMMzTkQ6KJTUsHWCZgTYgHrIGBKElpsFBnEsv59Ur5qKS/IwBMKRzAmQDJIxx5SHTRruWqWBqaQZGr4lYTNrCRI7YF4JWUV8vRcMrmHUzysuifmNwb79cMON0qYqqtRHQVSRrEae5N9p+eIJT+lgFvFKL0qlCsdT0KbDQ2q24+M72IsTbp1xF4i11mpmrVZaakmr5Q+FCSRyxLRYWvHfDPLcTWkjqPLemswqmdQBC6gRswJGpSOs22wmzeeaq+qmqhdUaQZJmNUqBEHqAZxVJxaa8BToC8P5motZQ1E1VdYHLcReQWIGn3+RxZU4eG86B8QGmmVAgi+99ybHYY3SyQoZlKlMk06srB3UsLX9wPriAF6lRnDGmFUojTfUSJJB/mC2Pb1wHNTfKIt30DVMnlnoB6dTUfNQalablguk9on5YMr8EpIKaJVdUqEL5kBgWHwbQBJBE94E4U+IPD9OnR+6VwWYamEkswndV732FsN6FZ/sWXUU1LQisrbRMN25j+pwckqprdsP4E9HK5uj5havrp0m5tYswFjJJJ2MD5YaLWVQWWpSY+XyqWnYCD3uDEbwfliSvkPPrMKmrygDFOSZeWl0JFxG3W2w61QeG6VUqadR0qFwFtMHcdgYBnpbAi1NtSdfhG77G2YqKmiqUJSqsCosbtYAgyRe25sIw3za161LXkq5VwRp1MQpK7gjYT1BG+DOHcFWlSXLswqKrSSyjfVq22FzgDwpwdsp56s+slrCbKLwfmp39MZS8+38mso/iGg1etWzFZRTZoBW/wAaooYfW8zsRh1kMutHyUFJdGbVeYtzLqAVgCReTcL63w88acOV8vUamwDoNToIJcgQCb2YLsetuwxU+G8HFfKrmDX86spUBSf9lQeUANY3j8MH1Ez0qfKCb0uq/wCB7tbLJkPClNMzQq05dObWGHwnSwvay+/5zip+JOCrlCzI40Mx0gkSLkgQLkepw04Lx7MCqftGdUoXhlYDVEWaAoAWSJPphf41z4zMstlTVJBIDibMVm39jgYnlWWpPRlaa2V2vxAOIAgHeD12OGfD+LolHykoRUJH3gcydgQVMg6vSL/TCvilFkdVbcU1jkKSItIN59Tvibw3q+1UNBAfzF0kjUNU8siR1jqMelwjJHZGEWix0eN+QzCvlWNWQTrOkqbEGCszsb/phhl/G9HUxqZJWDKFIDgC0xbRA327ycPaPDMwrBlfKVH1FlmlUJOlUpwrajqiUMyTqEzIbFB8VVvvQnm06gpDQPKUqoixiQNRJvquO1ows/hsb7QfkQLfS/8AEKipDDKuGAi1Tp1tEYx0SrTGfyo+ylmKVBp1Bx3IQgfF3tYz6+alseleCs7UOWpJTYBabsawamHgEswMSCdokbY582KEI2iOWEYxtD7gvGWr+XUagGGpoY2AIBWVLDcGVm0ht+gG4r4NpnVopwrAsXPxKZkSAwmPbYAdsHcR8Q0aNOCio5OsLsrXGq8QG0mdJ3jfc4D4QiV0aXepRqkQCWBRjJImfblkjtYwOBP5fqXRz3R5zxThmZoUxUFI1KMGW06gomBJWO1iQMEeGOJinUph6RFRLP5hjUHESAd+VgQOoWcXGllquSzBp03NQVELUYN2gjXS0mUFrzHcGDEsPD/G8tmydVEKUphiGQfAoICncQkn8sXnmXHate49qtoo3iOjU8w5ihUBokAhpgAMBywxmZvAsOgEYiy2fMh6g+6JC1acCfhIDqekGR9Pk68RZLK0csUp5ymXWSKVYXJ6gKACJ9R8xvio8PfzqyUp8sudOksNJHdC9pmIB36YpjXKG+v+jJNosHF/DCimKuUqkpWA0oV+EhTIYg6RrjfoR62E4V4kr5bLBPJ+JpqO29yIBUfCAO/WdrYta8W0VaVBkJC5cI5Nwai6Qs3jpYzfVGNcfq0zpqCgSzNFSNL72h16X2ItiEMkvpmr+4OXhgdCmaq5d9elEYtKkSoIPJ1iSAb98WurUbRz01dFAKFYJUiQbe0GNsVtcrl6gpvRq1KbkLJosABF+aTdb9ZF/cYK/wBCailVhUUszF0q05UxIPMEGnT8UwIuNrYm1fT2ILuK5DM5Wl5aotfzZ0lQZKkcykC/wjpO/oMI8yPJ8tqWpWjdjquf4toPTaIvixUeIVqJQ1tNU0yCzEDkO8odyCOoj4iOuIPH3AlBGYpArqJNWm2ym51A7iTYj+YRGKQmnLjL+4ypsaasy0MaI8rsWGu/wlSux2kHb8sKfE1epSoOHfUWdUBIlhK3FoHSQ3r3wTm+ICvVXLozIodlepSYDUqLOmwsSYgjoDifOUA5FN+cGy6zdytz8wL29cQguDTr/QmtMrnBfHtZW0VKbVIWCbA9CGa0TFp9fq78ReIFd6S0HHmKQ0i+mQCB67zbthXks+lCvUp1KdM6IgaSakEgqoaIPcCOo7YG4pVpmp9opAo6MusT2O4ttaDH6G/RLHGU+XGtDtK+h1wqvnKb12XK1HNTQ+l4UySIJJIuF1AxcaRgWrxX7PXNc0zoFRgACIDkkDWRYXJkx0w6zXGTXfVlah5ZgxZyBsQRdZ/wcVXPZ9aJrf8Al6ZGYbVpYTp3BBBAIlrx6274njVytrfsBbezrMeKvtAdSj6lJBYEaQCZAPMZ51F47/OzZesPO1q7PNFQyiLHTA5iZ1C5I7n5YQ+HeG1RSqpNNKjEOQwlqamxqAC5n/1WIFr4zgWebzjQDKrGlY7ztPzBv7YfLGMvo8DSSrRniwq9NaqVxVBOkkRymOoB5SdogbYV+APECUq/2fMUEcMw01gnPTPQkxJSY323uMC8Wqo7mhUUU6yDQGQQJgQRp2n5DHfhurTyxq1DL1xT0OoMhtUExIiIEHecX4L5Li9+3j8MeKqLsu/ih1rUClOklMLVIaQFJCmQogTq2aDH5483o8ZAqAKkhSukneQbG/y37Ysg8QGoV1hXqsFWGBiUBh9okgxe+wwgz9ELV8wAB1kkD8j2wPhYPGnGQI1ewfimbapmdddjUMrrOxKiJFtrTg7ifDcmsNSzYcSFKBbmCQzSTZTEiV/Eo9cI8rRYZjVURry0KAd9rSAPnGDM/nmOkFLWEmLfIY71LjSR0qdUkOvDOTR1QnO+S1yV1REOsQCNMlQxuZnR0xrhuQoPXNM1AaILS4IlVVtIaWAUgiGt+GTbbAlHh4qU00QGLMLiCYUmRbabe+HvDfCrJGoUagYFTqA5SfhMkSL9RfCS+JjFbA86XYJxHgSUqD1DWVmAp6dIWGZoLp3lQQRa4lvTF78JU6S5XL1lGl0pzWAW7o2ogkKJMHbrYjCfJcHyvnrRqZRQ5p6gGsNYmVLKLoZkMwjYRNsMeFcRelmVytZFp6kBohTykSZT3AiPY9xjkzZllXFIlly8loX1uK0OIxTXUqSRcCfiEH0lZPvGC1oHhqLTNcgzq1ACL2KtPSwE2+IdjhF4wUZHMIfL1Uajaok2H4wAO0giN9sGZzM5erXq0arzTogMrM9vLZVYjUTJAm3UX7nEnj/2+xLjr7DJeLlfvWSij0SzyG8xRKyzhjdSwYR3+d7BkBQeiSQmlk59KkSN2W173BHvjzGnwl6Ao1gyspIBCkmVexltiBYAGIMxizZvLZulTHlvOXehLFhr8tzJJRhdRMHqo7YjlwLklFhr2En/AIh1lqmjTydPzVRWcmCxUJIZdRvEXZWuLDrir0MxqoFhSLqp5iTZYGq3/tB9/fHpvA8/59F6DVh5zppVitoIEgHeDHymwtGPOOIZV0XTSWELc9NjqUMOXUIM7dSPXHZgnF+iuiuOpaD8xxekaFMU3c1GYhtRIgbBie5tO9xPTB9BazK9TSahFwWvMCWk9Z+tsV6pwp8vTSo6jmYhYuPUj99Rhjw3xBUVlRyfKDMWFrlgohv5QQTbvhpQ/wAorh7BuR4wNfmimyheWpTBJGk7aRuLnVh1maFQVRTpoQrHUCwggRzajaw2tcz64VktpIVYDETbcDaDEzH5fTD37Waa02aoTGldJMxaBNpYex6+loT90iY7z/BV+y1aMqWAlCQSRpXlHf4RBG8Tjy3L8YreX9nq8wIBQk3QyIM/wkbi/Q+/queyy1mQmqacutSmVNzE2gj+Ej9zjy3xHwitkqqq+moai6gVkiJ2AMQQe2HwRXQ2Peiy+FODD7PSrEk16rEqZgKJIIPeRMztNtsNfFnD0qZWSfLqIdVNxurDcSO4B7fUYrzcUqZTMZamWBSlJZdidYaZ9pti3cTqgrAGtSxa0XEXn5dcc2VyU1Ik7tMoWXVkqnMVWNRayRrKxDgiD9AV/wDdjviubqUWlRZxqB0iJ08wabER0Prh7K/ZGIVm8yUCxOksSAG6CLT/AJwi4zxRalKjQDnzA4p1yogrp5Sy+8j6HFotyldfZ/gorbHWXpsrItNFXy0Uv0m417fi3ntvhXxPM067VKi0m5DodpsYER8h16zfYYBenUy2ZI88B5LAs3+50Ia+59ex7YQ8Xy7+Zs4p1XLKtzuew3O2HxYk5XZowt9l48M8TWrmlEWZSjGQQEAuDNtMx+zhpxPRXzJWiaRbSdRG9ja4Bv3GPNaCFBWpyAogNIg7mwnaYv12HeX/AAXgWapvRq015mCPSvZ9RA0k9LNcHpgZMEYy5p0aWNe4FxLLpTzJWqdOq7EiZGmIFuot88AfbqS19WghAI1BSZ9/pi7+KOEHO0PtKRTFGiWOq51qX1U+0qQVJ9cUTgrZiuSioGVFLMdtKjf39sWxNSi231p/YeC9OzmlnCRqYmNQggdD/bFhYhgzqyuSoGqBNgb9On54Q18ky02sSBAsPc7e364k4LmUohncnmRoFzNxt2B7++HnG1cQyVq0GZLLjzAuoAXkkG9vrggZQEgNF2sAPivFtiRhTwkvmaukGTsOg9z8pxYsxQGVy1QONdSqyinBjRpE6jPr0Avy3ws7i68iOLugvM5pqFSii+UnlLUWbsCHsSZJBMMegueuLT4KFH7NXOour1HZ9QuBoHLckkAC04oPhvIVc1pFT4R5rCTBaChI2sJaJE9bWwb9kzGX0ggrSeojaNUSTspI94O35YhKFem9/wDpmvBaOA8ZzC0VTN5eo+Y0sNQChtAgi4J5ok9pUdcc8c4fTrMmZNV1pBG5puhOnSRJNiAfaMA+GfFH2is71YHlqYC9RJMiTciw6C4xYs3xLK5lBSDctRgGF0ME3+IXnsO+JSi4zt6EadiTj7+ai03QVBTB8uszbjqCf4xEX9DifLcGy2dyaB6eipVIIZgquCoAYrBNrGxvHS+Ac9w+tQ15eGegxfyagYEKLKBUJvqVtIv/AHht4VyxoUvKLK1TUCBJjQ4EMQbi6uTjZXUU4s210VClmauUZ6Smp5B1iWXcAwdMwIMWMEXxe/CHEVXKCpXKqiiNjAXpqtGxuRbqcC+MKdWrlq1LytWn4H1Qy9ZNiCvSxE+4xzk+M/ZctRNWm9tFNlK8vwwxkWIPrOx2wk5c0mluw3ZBneHZdappIR5oonyEB0moykkHVME2iZ64oOdzxq1NbEAltTWuG6xfv/Ww2wHxsxXqaahZVqt5ZBNlto0zcFRA+Q7YXZmsxYsTLzJMbsSWY/U478WCt2dWNcR9U4kXtuSQJ6dhc7SB+XpgnLU3qOwZSw/EYMrJmWiYBvv3wB4fqoKgSsQKfxAkWBDCOm0MbemLLxXhj5QuabkUqzlk0Ncp6kbAA2B74XI1F8Sclslq5Fvu1pHUVXn9QGJB9TeNrX6YjTh7Dndp0n4TMgMGuD6elt8B5NDLzMGIW6zJP06mIO+HXFOEtTCBdUqCWPVVIsLGDuQYmIGIvppMm409jOoiZh6ajSAKSkBiQSCNJVWBEHe/QgYSeIOKrmcs1KoGFfK1Yl7Mycw1H3tqHeCNxgvhNKnWBotaVLUnBhlZDLJMzYgNFpBnrZbxbVWOpiCsQWIUOVWxk7kG2+xOGUkjJUwjiHhpjUSq9RWqs4ZxELpIjSLzYenywZwd34fQ8qsvmGmrPSZZh1/huJBDG/SCMPsqNdCi9RtRKBmaAJ5ZmwA6/lhfS4ga2Xo1rUy0os3F2A0gGNyBbcRviUnKql0DbVEVHxBl6tIjzDSZwV0sDIaLEQLxvOA6iZfM0QtEytFgdUEFng6tQIBvNz3JxvxtkmCUSty7QJjpzGO218C8AqpSqtSDK5IDMw2mSN+p2BPpffC8fRcQcdaBuOZrK1adbzCq1aL6hrAlrTCwbqW5Tewm22Enhfi6VM15lXQuhZUKsCdt/QWvgzxJwXSzsqJpgmxAkhZI7z7d/XFLo0CJLWVokjtINvXa3rjtwQhKGi8IpotPG6mXzVYnLg+YzQRFnZjEp6Tb88Xrg6VKVGpl69bQaVgUOmEYAgK25gkRt0EbY8z8J1TTzKVFQNoYwGJ06tJ0yR69u2Lj4fzNbiFXMLXqAsgVk0qsISYsYJiwtOI/E43VeF+4mSLS14LDlOKitl6ipSHmUnXRRBjzFkHUQQBzAlovG+EJyzZzPirlafkiiQMwzcq1L3QhSQxIB9wb9MJPF3EKJqg0QVhCuoW5lLARHcde2KvS43mKasi1WCltRWbE23G2wGNg+Fai3HV+/wDJoQb2j1unw3KfaATTCioXC0yOViQhFSOlpWB3m2KR4p4G1JwfL0ggrqg6RFgAT2A/d8EZzOutQVFIIpOAlMmQoqS0XvMR7T2GJ+LeIKtWiq1suVoq8BwbgzbUIFgLHab7HdMUMmOad2BKSYj4TTYZmiEBEuo5SVkE7T03i2LNx8ZfzHSpVQVBqUNqLBYAIDD8MzAaN97zhNwZwxZKiQ6sQkdChVjf+YOP+nCniWSYVGRj8TSx9ZMz7f5x0yjznt1SGat7DOFeJKlI/dwQilVJHw6ypax3uOvfFpWlVr5akxravLOpSszUhjAYHqOmKBUowsLGox+Zi31+mLTw7L52gcvJXy+aqF1wGVYlSIBmDbfeemGyxVWtBkl4GHhPh1Km1RHn72mBqiNLA3UXmDP5XxZs/lqdSjU85ENSnFJTTA1IP/tkXJHci1ge1+MqgaoWpFfs9RCS7dKkxC9e89D8sVrjIrZLNpmawJVng6GhCACFZrbgGDqHeMcjTnL7kknJ/c5/0/NVcu9WnWIqGpzMD8TTDq/Sxg7QcTZzi1HMVskFiiywzxHK12KiLkSDc25h3OCvHFZ8slM0FQLVmSCAD1AK7MfxB97EdcUzhrmpUZRpl9gblj2Xriii5R5Mbjas9DzPiJq5zDomvL010mmPifY6wQZBB6GLeuG2W4iK1JlWn5i/iUkXWNoHUg7DvvJGKb4XytSj57bAiGEdBqgj11Aj5/Tl69OnUZaFWpTYoad4iSsQxVp3iGiQY3iMReJN8UZQvoVeIOCtl1NSk80WZivlkwAQQEa+6mBOxkd8I5LLBEnYRvPaw269cNkpH7zLkkE09TExZh95HboonAXD6TmdMklhpj1B37RAn0x3J0tl/BLwzJl3KQCfkdhqO/t88WzxFU8xKdalSqCmgKmSSqrK6RawJIIPoFxUgreYtOkVNQn4h0gbz0tJnf22w+4X4iGXoulUhkqq6raZYWPWNJ2+fpiGSDclKibTu0a4dmqSkEEtziA0bEwDAJiCflOL3msyZYoNWkrqA6L6npPbeJx5bwvJLmGcK+llEqIu/YAiw6SSfrGHVHNV8ozAtpJVTokMrgj8YuDY7+ntgTS6XYslbosopZfzGCFkJVn0kQQ224uZEj2wVw7IikCWCOpUsQwm6xO+8d+l8JuGpUqstRXIJAQkRa9lYfIGfQe2GVTirKBlsyrAEEB1IJFyJ/pHb3xyTT5d6J7sr1PxDUWilA0t1ZQWPKBBkMYtBH0xX+DcGzDim9R2NFKkgI0gMY5hG0mLx9MWepkBVBJ30kBlvE26Rt6YkyvDmoElebUEDA22F/a8xPpjsUqTrs7Plvwjjjr1KoopmKepUqko86fMBUi4Fwwm8Dp1uMA8PoKKzEyQyAAACAJ5oPczYzjusKq1UdoddQOx3EbdjA29ScE5Uyod6YH4W3EDqRbvHpOJu0hXB+RZxfJ1KbmKZdXOou7TqlZstjMX9bYX0crTfVTIhaulZAB0Np1IwPTpIPRmE3tdc7lWfkck0zswmBO3sQdP0Pc4S57hSsoLEymw2Mifz9vTD48qpBikUSrqos1PuwM/19oJ+uG/g7i7UMyrFoSodDHaR0J9jsfXFjHBFrXZZcXJOwO/adJj5HpiDNcOAClkFmILEATEDYdDtf574s80JJxYyipaBPHGZURRCjzFYlm0qVKm4BmQWn+vfCGjVVKiOVVSpVjpEau4jaItEDrixVOEgqsqoQGBJCkDtvcfI4V5rLv8QckCY+7LAxsOYRe/9JxsUopcUZQ46Qw4bwtWLoXI062B5dxpA1TcRpmR64W8UNRnrzU1JOkopMCXC7G0xPzGGuZqTq+7RoQMxPKCpjVOkj+IfM41l8utRmKAjWQz6iGW9yRBEC5veN5gYXlXqZLa2zhy1GmXCiQyjVe5NMMSIBsJQD23w34zWy5yFCozgOKQKx+JjAKx3JBJwD4ioNUohUeAoUsRcGyrKk3gEHe/6YWUA2imVCFqQ0izsRzWYaFImTERNveFiuaT82LxszwrwZM1XIckIBrMC7RYDoep+mHfjBqgrC4dEEIpM6TIBk7kxBv2wg4tkW2cFyVWytBBNhYgmJO0YsnDcrQp5RadRi+lS5ABkMfwmNoU/P54OV9S/gMl0FeBs2wy70dGspqYQbxvyiLibe5A9nPHWpZzIO6EN907JqldBH4iNxF/piJ8svkGply/wBkYE6l0jSwAHWBJEXxX+F0/ujQDMFcQDO8wdPoCfbcYhabcvuGOPlspYpVdSITOpoUk6gL9CDcXJgevW2HfAqFSjnKQenoKkEkqoIDAwe4mxiZvfBL8OE6ZKOO3pf09sJczwyqpEnUekHe/xGdh/nbHXyU1RaUGz0PiHEKYqahK1NChTM9dSwNgQWM98Vg8FYuxKkc17jqSZHyGIVZxUSo/N5kCSLhtoP8AfqL4dMhKPeIAiLwF2ifQxHTTbHLTx+SaXEE4jwskNV1amNIo07kxCkgfy272wnz5ahQemJWq5XzCO0GRbptPcn2w/wCE03FIrBao+plubCBpJtYk3HYX7YWZyl8elC4MFfnp0/kPr8sPBtOmL5oq2thIE89j3I7e07+wxZOD8VFJTRqU1ZYJUsLCRBNxAnaf7nEbUiAy6FUqJMEzAPNY+pEd4OE7K5kgtzGOu9ztjpdTWxmrRYPCxa6KsaiwWInbad42k9pw34zkGQJ5iAOgIlPxLeNU31CPmIjsKrlcs4UVEJVg/KZiIUE3HcMAPmMMafiSrUakasOiuD8InTImY/lnEpRt2ibi7tDXgmZqUHoOR9yXMMdzcKQTNyB+mLVnwtdWKFSULFlgE+6EbjrHrhMM1TOXpq6kUalZgundAGLKTva1/fCyo9bKll16itRShH4gQT06Ehdz0IxzOHIn3stWWQeZEgWuRtPYY6q07wLkmIO379MRU3MHSREc1p62PyJ/I4NzOYNSmrQNV4FpBG/v3xr2etasW1ck0GIEWNo/Y9PXCyhlzrg2Ivv0jt/X1GGmUzAblaVY2gmJ69TtiUZQAMCV1Ecxm4E7d/3Ps6ltoV09A+UzAcWuJF4G4t2i4G9sR16BJmAZMFTI2mWHabH6++OamVOsm4EfX3jrB374Y1qy1ApgQYMAdRH9PywjVO0JwoSZfN0kLaFKsBN+pHb/ADPywVWyhquHtBFliy7wSewt62GOU4cZYkleW7WsZED+3scF5doBQgyAxgtJ26dxA+WNP3QHHdoDzmVkhXl7CLkHmG9viuZv674rvEMi1J1ZVcAxzfle4A/ti4jLwV0uQpHKJO/UGbW6YC4pliF9V6d9v64rB6GWNULeIUC+X0BfvCUDEAAEcpkiCOUqB8+l8cvQZaLJTOuqAmqBp5QYgkbQdTHaRHtg2oR50Fj5bMsfynt3uAbdLemDczQSpKkkKTpZZI1qP06XE9PXC3SpkJxp0KclpfSp0kNTIN7MY/DIg3HxdO+BKWWRGAAam6mSafKQqiTfTJBHcydpIw0zNAKDVSLkCmt4CiAF3kXt6WsZMNuFZQEavhJWyGCARMj/AKbY3LgGMPcphRarlyXOoKL7r8UXEdRO/TfDfh9AqrLUIY3tsRJiTETefrecMxkNGsKFJmQehnp0jmm/qPfE9XgwZFOuSV1FiLgxJB9j0xpStUWWO+gPKcRFJHXQV1gxzT0gNtY2674UNl3EGnExbV+KTMKBebT2w2o5R9DnUHUSSHO0DaRJ7QffDPg6oaV15nEie2/vHp64m7TJ8WmJeKVNRZqZA17kgH3gEgD33iMKcjQLVOgMkBiLREmTG8Tix5vg9Jg8SNQmASIInb/i+I6XB9KmNPw3aD1FwFB39zsd+9E6VFHFoTZyghVni+q8dIG8AE2AX1t747yFHXSc3LAgEXhgxEEd/f1m+CnpvOikhIA1EltUk+4AHsRF8MsnkmpoD5zy7ArUMMQhgzcdATaxBG+NJKqZzyhLoDq5XRN6jVOaQQYBIJaN+mwMR72wJw/hQjWSp0CVIJ21GAQVEmST8sF53hdfRrNQV07FABa1xEX7RO+I+EUr1oYHlGlSoA036ARJjt2OM43F0w/KlHsXcQLLISiiWUIWliRIBnYdrAWvfHFbLIyg023N+UABoIMXmOxPce+D8vzJNxPQzf8Axt7fljrJZYpRliFBbUTvABkWW99vf2xm/CA1ukVnO5qAaYLGwSxgGbnoeo/LG+D1UAgKpqQSAfhnpfod7/Qzi1HhK1FFQBZG8d+hETNon+l8IKlBEdttN7xcz2PYT+WKJpxo3D02MMi7fE1MCCCQwLQYuF67HcnpiE1l0NZhHwyNrG1jtcxiJnZUbS+5mDPxAXg9B/m2DaQWrT9ZHeNvbvP0xCS/YRod5u1Jo/mwRlDNMT/L/TGYzCZO1+S3lAlIyKxNyKZiflg3Nnb99MbxmLLs6I9s3xBRqa3b9cBcIvQv3P6jGsZjPoX2/rwNOIiVI6eYgj0tbEdMf7R669+vTGYzEodCw+pEmZUaUsP2MKq/bpqX9RjMZisDol0BZxBCWFjSPzJucT1lHkUjG9alP/xxrGYP6jnn2M6CAmpIB06YkbcpNu174KRQKlKBHOP+0n9cZjMcr+v+vYXH2iDOWqGO3/7nGqB5Ko6aT/3EfpjMZiy6RddAmTMeZFuY/riGgxDmD+4TGYzDvyTyBtb/AGQetv8Auj9MbzB5Knv/AEGMxmB+tFJfWvwC8LH3yerX9cFoPuX9KpA9tW2MxmNk7Fn+klp/7VX1Un88VmjaixFj5Yv/ANP9z9TjMZimPoOX6UScDcmswJJgWn/04npMSWkzzf2xmMwj+o58H1DPID70/wD4/wC2FfF0HnvYW8sD051FvlbGYzDwKvyCUxap+/xHGspZKZFjDbf+psZjMZ9E0f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350" name="AutoShape 6" descr="data:image/jpeg;base64,/9j/4AAQSkZJRgABAQAAAQABAAD/2wCEAAkGBxMTEhUUExIWFhUWGR4bGBgYGCAdIBsgIR4gHhwdGyEcHiggIR8mHiAiJjEiJSktLi4uGyAzODMsNygtLisBCgoKDg0OGxAQGzImICUtLzcvLy03LS0vLS01LS0tLS0tLS0tLS0tLS0tLS0tLS0tLS0tLS0tLS0tLS0tLS0tLf/AABEIANIA8AMBIgACEQEDEQH/xAAbAAACAgMBAAAAAAAAAAAAAAAEBQMGAAECB//EAEEQAAIBAgQEBAMGBQMCBQUAAAECEQMhAAQSMQUiQVEGE2FxMoGRFCNCobHwUmLB0eEVM/GSsgckcoKiFkNzwvL/xAAZAQADAQEBAAAAAAAAAAAAAAABAgMABAX/xAAvEQACAgICAQIFAwIHAAAAAAAAAQIRAyESMUEiUQQTMmFxQpGh8PEjUoGSscHh/9oADAMBAAIRAxEAPwBAELrfdgL/AKEHEKJpfS3NtceoAk27yMMeH5CqElhGqBp9xe02j+mJaXCKrlr0gHTQNS9ZFhEwzEG4tveMec+O0cjogTLN5TDSJmBaTuGBHUdPz74ny/CS1V2YkEkpJ/BPwH5n8r4e5bIgUFXmJI5z2IYAqdvUfM4A4rWAdlpNZm1GO4g9flhVL06YPAvyOTqrUFQadJBF5IjqT0Am9zcTj0Dw5VFSixq+WWpkikRcpJFjG4utp7bRitppQIxhVYQCTbmWYM+kmPQdwMbzLsqp5cKEAmemuACREapP0IxSPxEomU6H3FOC/aFAomkxTUWBB1FSZWGG9ov6YpVLLKtT7QoBqazNIiFMbEGZguPS3bFmyVUeWitqRlECZkq1l1GPiBiL269sLKPDXfWgBlLiVWZtykkT1n64oviI2kMpIX0cussajMZJIJJkfW5PSTifiOdanlhSHMoqWYxbl2F9t7X6YHzeWrm41SLRptblPT5YhHC8zUZRpg6mIlbDlETb3w7arsqo+LGnAasVKZYSqsGmJ2vYSB++uL5xHxegVitNz0Gx79sUhOG1qSFQVEiGMC/eJ6TgLKU8wLFyBuAFBv3xoTSWmauPksvGeOo9KGpuy2lhvMWAN4APeZn1x5lxfLkFmcljawE27z9cWilnc2mlVqOoRyyRT2NjJtfEeZ4xmkFRVqf7t3BpqS07k6lnefbFLTfZqvyUHMIVqsIO/wDxGNDe8/vfDri1BmaTTYkx+E3kSYwOmbqoCAFAN4amOojYjtg2ZojzFNTVphV0fCrANN5gkE+m/wA8eor4MyCUqdR80g0nzHg/EsbC8kg3kQd7Y88pfaa5UqFLUupCi5+gNsZV4Rm35NA5RYBlG1hs2M8iQHoJ4xV05ipF1kAAPqlSZuTJmwwIzKlRSpA2sBuDEz39x64M/wBEzZfUyIWi9xO3WDfbDOpwpAi6ihaw1auogCO2wxKU432DXuKJVUszSTJi59hfsMSZLiFPynRlYi7AdSSpFyelwRHUY6zHAiJdjT0k7hjy7kgAY7bw+9QakqKRYXmwG3yxlkUemC0C+IeKu7BtCiQo2vyiInqDGrrc74Cy81WhgJb3H0ABm3pthnX4FmGhKlMKqfiDTPt74NyXh5FYmsC6QQBq0EbX2JPXBeWPuC0DcPyapRnXS1/EQxuYDSoOncbxcHocAZ/OCodNgZ1AiSB6NfoOuGWZ4SQVFOqq9iWiR2sLdscf/T2hXLKG1fDpcCLmN47YDywbDyXuVfPZxWaUSL/Xbp8pj1xqnUDNe3Ufvthvl8hQCsaqMSDvqiPbpgzL5HLaSQjwIJMyQPl2sdu2DOZnJCCrnF8sAjmnpEQNvzm/tjMvnQ7aBTQsY0sxO4G3URhzU8NUpL+aWAk6VWLST1/ftgrL8KywI06Y3uJb6/vbAeVLoLyLpFlrZlVKNESASOo6kAfX8jjvQy1kNQgAksQtlARdQBJi+F32XXo0VLnofw8pJ+XL+mGuZpLXszEMiM/YNbmEEX5SL9ZxwLZzAFfOMrsWES4ZBEadUhrD5XNxqPeca0sK9ciNNSnqA3+g7bjtGOMvljVUKVYkDlMm14v1hd/YbWuZkqav5b03LSxDOeWQSZUr+CNNh/NhW6TMB/aHoGm7KpJIK/wgNB+gFj8r3wflqgzEqzgagUDC0kNPfpAYE9x0wJ9hNSsUAL0aIJZyLQxBQLeCSigz26Y5q5aQ1WkYBl2E3CxBK9DzzfcTg+DBvEsxd+jwus6iZOoKFkmBGxHvvjunxQoVkkmlVK1Ag66RJP8AKNwPQdsK8xly9MhpDPUVoncczMxvsCQfWMEZmmGLtrI1LAUi8nVf1+Kx9ffAbCPMpnlMvIE2RZv8UX998HcPoA8z6mZwCBcW7/Fad/yxV2U03RmJVFB1awQWPwz3jaCMWXK5wmDcahcCI6DePftthL9y2KUb9SGyUlAsn1v+pxoZdZnSfl//AFiJW/nMWuDa+3TEms9Hn5j574HOB2f4NeDo0F/hP5/3xycqgMlCTsN/74kq1IgT6TiLMVNIBZ4Bt+7flh9IfhjXg01JP4W/P++I6+Tpt8SE+hBP7OJ6nW/QRff02xF9rG0mYn8uwvt/XAuKEnHEkAjhOWYQKa2NwBBH0g41/pVEEnRBO8k7fXGf6iCrVAGB2EiBPpPttg2jmQ6ybTuOgPaffE/nfc5ecLtCwcKoBidJkiDJb26nHFTg2XI06AB6WwfUYKwSfiFp2/f98bqhdj+p/vhvmodTxvtCz/R8vAXRYGRc79/fHVLh9JfglQBBE7j1n++C2QwTKle+o/3xo0SB037n+3UYfkvcZwxryDmiuy6f+gHEdTIoTLLJPXb/ABiRiJjeB++h/OMSPQUQFLGdoaLdBhfmwTqxH8voXVOC0v4DPvgWvwtmmFAPckn6dsOmpVB8JG8XA9+kYg+1nUVYAkGJUnsTe1tsNzQklHyVivwOoy6WGoT0O31+d8KF4NXouSEZlgzsZBi0Az6bY9EEXsdpkyIm8nr6QcREC14B2/xf+mKL4hVQPR7lMOZUKraCKn8EdfWT03wV/pw8uSQoseUxoA/rv8sWWpTHeR9b4BrZNCDKLH4hp+k2wFO9oMYJ9CoZhqTMGXSFVVJZbpYD3I/4xYi6mtQrqtlRldh8PKpUT2BNo7gYrtQirSpec5SprFMMqaiwKygYTJgyJxJT4RXCCiKg0eYDqAYSOkiJHMdj2tOFTpWcw64s7BHamCC13nsxI6/X2xVuH1Wo+ejTzXEW1b6WHe7dOx64uWepkUl52YKJZhYRqCspA9/ybCWlllStSanVRqdZnCq5snU6WmZ9BHabiFVSWgmcL86nrVwFpsRLt+IsgCBbRC7R/NjWSVFOhwfMOoHl1MZDaQTIXckmOw98H1PtC0mmilUEkhNUQJkEEk2gSLyDa+FnDoYs6oXqKQTfVEfFHdhB9TOApPoyC8/ThJL6qksF6gg35gNrA7WhTO842cuGCKXIdgV3swW8ySdwZA2n8s4XQ1LVNJQoIXyi8FZ02BLCQBPrJJxEqN5zeYDpSdcywF21cxvpMkT0gYDcQ0Stw5WrIrTBAMnrHwkRuTYR2JwzyVBpGh4JsQxBECNhqlevSxxzTzRIXTz00BkAjUpEG4/iF+/ucQ084rukMzjqABIv3Xe5H57RjnnkbegWMqmYS+p7rJMERboY3F/qMZRzg5SdEE2PQ94kbneMYioW1EiCZsBY7agdwZj93wnq5kUqiioqw0stTdSDAI5SINvkemJr1WYsj1JI1BoXaI5u9pvYT88DV+IiZ1Ewdogtfa53uLb/AKYAkIwFRHiSEcwYbeRAmP30wDnqWptQrino6kHex1T62ufTDLk/IecvceU80bA0qimTvEgxPra0TtIwFmS2sIUkRczERHub+nXAP+quGEamgCVEjaPhOx37TBnDTIZ1apV1SCbWN4BBUibTvuel+mGbku0bm32QZY3h93Ok3JBAPcLeMHNSRQqqraJERsRF+07YDzSFGSoSWC7gLDiSATcXtv6bb4LUh2JXUFsQZsT6ybdv+MQcgI39h+81h2aw/hMRMHb1O0Y7q5hegm/7jE5cq4BMbG3aYMaZ/fTCvibMuxjUbR1vA3w+ObfbGbZBmg+klFCK1iZki/abDfYY2K+lm5lJ94tESJkkAj6AxgdcpUanVpsAXghSWKyZkgEWjpNv1wvymVC1VTMKxflBIujKYMgRFrqR1jDp8rtiyt9jyvnRT/29VSoykysGexIn12G5BwH9uqagt1QgX2CEi0wAILRcbBsc8Qy4ZQ9FQKfJAFmFrEExCxchuvTEXCeI11VT5ZAYiGYEbTc6usQInpjKPpuhRrTZ2pWgPpaJESbfiFiP1nEDU60DSzAtpMwCsTBnsAOu/fAAzzGsUWddQ7AiwFz1Mki4APyGO+IsuoVS7ASssrNIIB1fDtPY/phlGSQA6k0ITp+8EIRFzbci9rER7Ygq50aFhQpIYXnfcxNp6DG+GlNoYHVLOw1TI2DdRpAtvfEupSjI88x5TEFew9zHSbDC2lKmYHOYAAUQFIAGoTMA2P57fniVc0rXDRUsJIk7QFifQC8dPXAnEUBUioQrajAJnYyQukagRIie/tiP7TT0KHfSH6bQQZt2Ik79cUcfCMV/O1oCxzBiJB/CFk/T19cWPg1WtAFTdiTJgMyKYUQLm5+I98L8tlH1IwQN940EMDyuACrdQwIIgjf64dU0pUiG0EVGXTJF1BIMOb31H2OKzfpryMw3y/MpGQS5X1mYO1pBIPSfywtyfDWdQGQKJDIGjTIgWsOYrNiBfDTK1kLqaY1WklbEmCOb09+5645SSVp1gVVi3LJNjcS3oTvOOb5k4aQE6Bslknp0kovUUBYMi5uZKxF1NwNoxJnKiLzLQZhOpnC8wIsGBkRy9e1r47z3DTKhKpDqNOogNIBtIkEmeo3jEpoVgs+crgAhoEHVPv32GNPJaT8/sGyLIZKkKmtA8sCSC3KdV59/6H6ELVZWZTCJMRF9UarH+GLRf6YiyJJJcPpTTBBgkkEyT1BFvpgnM1GZ2XUBp+IMhH1aQIIPQHCKUmwWBpkmChqYVW/HoFyesQIM+04GSqhYFZ1DpqhZG5v0mbD5+h1Gl5TNfUpEyF/mufa8yPc4DqZSjzHy2kHcrJO3T2MSOsxgr7hTJ8xmqUgBSbXYGBM3kGB/XC7jNJqukIXZTBiRNIze943uRa0GcHeUWU6llImmQhkwSTY+hBt/jETZLMsSsptymPiF9V4lWEQJw0fSw2S1cvWAMU2B5SSrKVqkC5gkwflJvbGshWViqsqsdRF7yYuZBjmB297YnqP5YVyfgUAlRcyNpm5LCNu2FlLJqykKpWoAYcQSSTKyBMkdbg9e2CnaMdVmV2KLT1KgDAAXiOkQReZkmJ9xg/M0EqUwyhQRGzXGm2rlE2tY+mEGSBUioK5BLBGV4Omd4nYsekdcPsio8okKZDEldXazFNMvNj63ws/S+wMlK1AgYBXffUJAtfVc82229x84qNB2lmG5gzIE7jfmG0XFsTPQptqHmHmAnsyxF4tMdvXbHWWrFSumrK3AjoBygc0kg2vO/viLdI2iWtlm0AlrgQINz89jJ6RaBjM1RY0zMOBBkW0kTNiJ/Yxuvw81AAHKljvJHqGjvNtum+FxNWk5Yyyzokm4JMAsLgj0EG8+2jFvYbCFqMeYMwIsZm8dQCCZvuI/LHGa5ksFdABI0giSxEx774H4nxIoyRS06YBDAiIazfXt07jDMvUktF/4rgGCBcSRO17euC8bi78AKnnOJGmGAYpqUEq1puZAtsQO4wrzPiZgqaWBIk3BG/y/IDFtz81Z5aSssai4DgzcaQQY+I2I6/Wq5zwWr1KjU6p03KsiXVr6RoXptcQL26Y7cDx16tGSQG2ces71VpsXUAyLAHeVkzsP16Yb5bNsgYoKauxMob2IuBczMCQex3wpq5KpTUpVqeZJA1EFZAufWN7YFrcKrsqVKZQJMQDp/Wxlbj59jjp4xYaRYKnHKfmLrADpyqEJI3uDAtuYgnEmX4qvmAgadQCEjm6aSwj0AHe31ScGoUnqfeOyMQdMMPi2A2/5xJkVSnX8t2gqBLTEN1EweWOvtIxF4UtIWi0hQxaEBtB1CRA9SoaRH+cafLmrRAplkeNYUMYNjsfUi04FqliD5JpuuqQbg3H4tJiQe20W3xpuI1Fy6uvlswPMVJsAeaLBuskdMLwnHaB0GZRBS8xaZl3e6xB3JJ9ZO0YzP5pldAo8wnoebrAklgLmLD6GMSLm45FYOwudW5JH4SAAJvfBlQpVprKLNPTUIEghjcaokz3B/pji51K2ays8UaopC6TSLmAQQYvEnS0fUdMP1q1HVAxA0AqWInWdtQAEi0E+5HTC/iGTXNPry7MKlMEQymGuSoB1CAWm/r7Y1Sy70kP2kwFqliQ0/Gh0gSLiRN+qjFpNSSr9jFgydNnZDpAen3PRlMjrMMBhLU4izmpTSmSSSatSeUEKQBbvEbDbFlTLowDOUMgQP5gJMHrttHfCHh2Zp0Wqt5a876dIHPsTzGb7Axve2Jwbp3sKR1kszUegAoA0qNRKxPy3Jvc9Zwbl82Kk06hAjSdM6jHUMGEg7HfrvgLMcVBrilQpaZlNRgFWNyY6DHHB83zNU0zUIVZAncx3v72t7YpJNLlQOh0KbzMhl3DAx1HUfuOuMCjVzrq1AHUqwAT3M3Ijf29MaesVlbi9mAGkGD3tAMCI6z7QHNkqqgojsxJWQRY3kwOoIt1YYnT/AHDYPT4modKTklQZUmQWG5HbttvvbDipCuIZV1fhnrA/+Xp6YX5pyVF9OoALIM6TuNt52j/gPKwtSGYOl2p6TJO3cfFbvjcVKNs1jbjeWDUlJDFgDp026TEbD0n2xTMm7hnXQVdVly0IACYBIME2G3WRi4rxgUVAcW2kmWB6agPTr0wj4zS1Vg1NpNQDV5hZxC/CFvyrJMx9N8Wh1xG5aCqfCKJRpLA1KcequCGLidiGA37D58ZLK0yQDWKsdXrZiSNQuvTeLwffEK54odVQiWEqn4piDBUkaZtudrY07o2uoH0M8E21MvLsv8MydvliVTv8Ct7C8/wmqVCO4CRrfyoWCLaRtYlhf3ttiDK09RFNU8uWMEttGmCuo9wDEmSOuIKGbr0ipdnNM2Ey0gTPwgnbb0wZnqjVUptCIqkEGIIDEBL7aSTcEW+sNxk3swwrs1eqQroCmkXVrn8QmRsYiJFzgHjhqCUZSRa6tI6QCImx/URe2Ac1nqlMINIQq0uzEzqMiTG4sN/TEef4lXprqrqFpODoZSurf/ta1j74ChJyejDjJZggeXLKVsCZgkG6wRJt3FonEuRzIr03C6dcMbGJYyO/WO3+azl8+PM56z/CWBW5+IxOoxMAAjaTgzhOcIFbSgGp2gidVjuIv1Fgf1GHeNWqMG5MsFUFmPmAMRoGkdzYSWABBE3HpjBxAJRTzNIkcwaJpjUVBiZgwO4+WI+DcWaqyKy8ygyCY1KVP8NjZp67TvJxg4fRWpVq02H3gllJDWAHLNxboCR2wsqfd2YQeJ8qkrXVqjBnXVTTZRs8RF4vvB6RAGOuC8UDTSVAaYBJFSnB0ieZjFoki0xI2ucPHSmpUJQT7xQNQN7SSGvy7kxeb9sZxGmryzF6dUDTSYbSLmdPxBrSJOKOdRSn+5nXkrPEOH5WsS+UqAukEU2uCCNgSdwehg/TAHEMjX0LUNIQgAcKDzXGoyLAgnv+QxM3B6jsayKqq128sw0hgIt37bTFrYbcO4hoZ1FRFBGmCCeaI0uDBkiQehmemOiWVpXHddhsp5zQClASFJn4pE3uJ+GOvfBPCKzISHkpp31G3cAR164649wfRNUUiEbby+ZVvEta0xsY37YEytKVD0XcaSRUWoIvvyxv17HF7jKNoNJou48I5gEkOGhBoEWkfhIsfY4K4fRzdBgHoFgTpZrTcSCIMsoJ2PriSqr5XMOSXanUXTS3bSZUTI2gSSOw33w6yTOXYVHeUlYiEbaGGofoYEwScePKc2t00J4EPDuPmr/tANqJAkBTI3O5EiNgSfzxt+JFmKtQZ1DHWWQ9JCxYAdp3/q0pN5VZVekieZqlk2a3L1lfUAHBOVqCo7o5LMpmVuoBMrB3BggfL3xnNR9SRqFi53zzUWgKycrAGosrbrJJZfiIAJ6HAtDgOrUEzA0hhpK9QFtqGxMnexOmZvhrxXgtRtPlvo0kXIDAXNx6wT6+t8LK3/lq0JULjQquoGtl0izaRYCDPT4sWjNP6GEkXg7in5lVjUBRizqOZAQeaN2sSI7YGXKUWVWFYPpIcOFKggiIqJ0ZdwbHcYP1NmNLVUPlqJCgHmJmGIPwkQcCZ41qH3i6lFYBYcSTfeLxYm29sZSk1t7/AIC2EUeGM1NoaaerUQH1BrAnbeD8+nTAmRy7Es5qSgBUBob4zICsDMW6+nriGpmzSRHVmVaZbUgPMVbYRMWYyT+mB/txak+gqaShSzIuliSSebVvc7jrPTFHyaFGejW4dHOtKI8xSdt+5HY+nXe+CP8AUgjuTpUBtzaNQue8H0xTWr1ZOmqFBsQBaJm25JnsMOOE5tajv5rByEBQEgSwIAB+QvO+r1ws8H30aiw8TqrTQ1joExraJBEXkjcW6j9cV/N5pqYGhGCt8MLJgxyx+Jfcdu2GHGeJUqlFWDaWU6gq2lgI0ne8WBxNxPMFqYqSqqukMjNM331abPc7YaMePgyBshwoyalVObUpAJ/CTzCIFr7Sdu5wXxLgTkHyqwYWLM0kqNMKBE6hvb1+eFFThmnNBCXaG7GIJhoNoAUz2t1xb8pIZxrmmmmNRupIJK6jM2gx0kYEpSiw+BdwXM/fFWMAKFUbq09bbG2xuL43xjiDISKdJSpXU3cNcSvrF/rjeTyitUapSdQQzKwiQ0/i3G5v+WN55hp8wnkpSKgCx2JLAySpAiR6dJgJOTB0J65pqAaihqbgMWLdSSIYXJI3mN5F+hWfhNa1KOqmCsSQ6SbjlgMqjT0npvEYDoLl6LV1WkW80ctPWuk7htMAwwMD1kEY64f4kRXXzWCSv3jMpZSyyNCkASep+eNKEn4CR8QoCiVehTYUyskrzAKRIYTLRB9IiJwFleIr5J01gIOlQSQH1TqZREiJG3LbBa1Yqg0WpxUPljSOUgGVplfiRtNouCNu2Kz4m4U1HUCbaxAn4QSSZIAjcW9sPBKTqQOy38DrgOqtUhpUAgXIFjBWLHvGx+eOc3lFoh2qlQlVmalUpkgg9mEe3QxBwsrcEzCal5R5VVT5mkktuVqIFmZAhk9JudyfD2aXyaorqGU1tShiXQP6SCwQkmd4jph6SV9hOcpSK+W8EJOqLG0QbyCY1Dafiwfw7Pir5lKF8xTqplxI2PpIsSJG2rFZ8QoUzX3fmAoskAxED4lKgAj1/TbEvhniTCpOoNuNJN7jlI63MfMHAlCXGwUNOIO1AKA9NUiaigglTu0ib83WZwk4lw1cyFalV8tg8EFiJjrqmZ3iTFumLPVoKW10+R5ACk6Q0jb0NuvcxcRjjJ0Xy50eUul3GsGNQWQAOWB1mYG57YnBpPktMy1sBy5H2Y1KNNnFMlGBgVRZZg3kENt3jfCynnkq5n7hSTVXVpABDdLmAQwO8x17ybUuWTztSUWUMdTCV0sAJDMp9to7HcYQ+JqaJVqaaZ17oSpnmBBBbf8AivfYYeMo8qCXNs9pYppNtx2B63mR0tiXh/EdYU6bEkH+Ujoe2KoviMGoXI0iIE/ERO5iwncC9wMS5XjFNKhJB0TAMwApF7ab3BPTHOsDTqhdj/i+QFULDstz8I3PrEHsJxBwinTpkrTHKYU0yIKEDY7kkzM3Ft8L38R6XDKR5IF1iT8P1BB72wfkeNLmEpvTI0szTK3BANj26XxpwfGn0bYbls1oEEu0bzdh36CQN4A+WBc9RlhqrHa1jy2uTp9P6YFq1a5qHyzJ1CzQAALsNpk7X/KJwiz2azCvVpsG+zEAJUdiCkwzKYkt1EG8KLxuuLG/0sxZeEZh2Z3puNKDSJAJ+Rnab3Hpgji7BhorkFWBhhYgwflIH7vivZLP0GpooqKHUKQUO5Q8pdSOo79cMa3AWalVFRqlWowJViwUjYhUtpUnvGGWP1XIwqyObySHTVDuVMAwSJBPMIM/l3743NKsA+WACI0tJILixi/qOvptii1M01KoVWVdSZ1XI76gRY/L6Y22eKFRuGBJCEdpMRsfT3x6HyW+mPxZeU4Qr5Zap0oxXUiAQN5BY/ObQBbsMV7i+U8uh5tPToZQYaNXMensbYU5vxDUq0xSVitJRERBIF+b99MLvthf7uTomxiY36D3Fpw8cL8jKDG+Wzr0wtSNScuoL1JEgCfS+CKvF3raX81QAwK05I0kXDMCCDe3XbscVxXKJ8I7kSfb8p/XBeoNTkByJjUFMSegj5emKvGuwuNHo+W4zNQKa0kQz1UXUIvy7QL+1pw0zPEvKp0apcVRU+J9AUHeCVHUCB8sebcDzLUNekWsGFzO4g+sE3x6lSzNBqNJiFGlBaQVW0kHpjz82OMSbJMpnaGhSzAeXYEP/HvqAtJI2Ox2xRcxxTMZbN13rKVR1IG7JUW0IJ6gE3sfitBxaKVKoc5UT7Mr5ZkEkgDcSYn4r7rfbod0q8SVvMUZcVstSYalYWUDvEwZ72t7nBg+K9zJlXyNFqxLtSmiCFOkgvtdlBN/le0YtvDKTpT8lHWorVA9N9JJR121obhSE36SbYE4zlRQryqa6NZ/MCeWylYAdlUAFTymbdjYQTgri3iJaNM1qdFH5dK1gZKv0WqLFToMgzuek3rK5VxGa8IrWbqharVGo6QINUUW5A0ytmXlJIkr7xiw5bxVlaoRqtJy7kjzNAOktKAmJ6ggDsMI241QenV0CatQKSlQSrWWxMgE8zR1EeuCuA52gZU5UUKqpNiSrCdRUCwF7x3M4E/puS6A+tls4QtVGem0hdlYDUC2xZhsACJgbAm/ZLxPOnLVjpU0xVqsKzCCF1HUjLpNpW8xFrzgvMeIFZHQCojupJZRzJP4lUkbdADPvinPmzRqlHrrUKhgrsCNQuwDAzETAnbYWg4TClJM0dl34zwYVdHl1oqqFh/hU22JFuaVt/fA+ZyNPykJ0pWsREgWIZhB/DBnv12GKynF9OoVpNF1BplLqjAyWWbypgiY6gmww/pZusaTEMMzTkQ6KJTUsHWCZgTYgHrIGBKElpsFBnEsv59Ur5qKS/IwBMKRzAmQDJIxx5SHTRruWqWBqaQZGr4lYTNrCRI7YF4JWUV8vRcMrmHUzysuifmNwb79cMON0qYqqtRHQVSRrEae5N9p+eIJT+lgFvFKL0qlCsdT0KbDQ2q24+M72IsTbp1xF4i11mpmrVZaakmr5Q+FCSRyxLRYWvHfDPLcTWkjqPLemswqmdQBC6gRswJGpSOs22wmzeeaq+qmqhdUaQZJmNUqBEHqAZxVJxaa8BToC8P5motZQ1E1VdYHLcReQWIGn3+RxZU4eG86B8QGmmVAgi+99ybHYY3SyQoZlKlMk06srB3UsLX9wPriAF6lRnDGmFUojTfUSJJB/mC2Pb1wHNTfKIt30DVMnlnoB6dTUfNQalablguk9on5YMr8EpIKaJVdUqEL5kBgWHwbQBJBE94E4U+IPD9OnR+6VwWYamEkswndV732FsN6FZ/sWXUU1LQisrbRMN25j+pwckqprdsP4E9HK5uj5havrp0m5tYswFjJJJ2MD5YaLWVQWWpSY+XyqWnYCD3uDEbwfliSvkPPrMKmrygDFOSZeWl0JFxG3W2w61QeG6VUqadR0qFwFtMHcdgYBnpbAi1NtSdfhG77G2YqKmiqUJSqsCosbtYAgyRe25sIw3za161LXkq5VwRp1MQpK7gjYT1BG+DOHcFWlSXLswqKrSSyjfVq22FzgDwpwdsp56s+slrCbKLwfmp39MZS8+38mso/iGg1etWzFZRTZoBW/wAaooYfW8zsRh1kMutHyUFJdGbVeYtzLqAVgCReTcL63w88acOV8vUamwDoNToIJcgQCb2YLsetuwxU+G8HFfKrmDX86spUBSf9lQeUANY3j8MH1Ez0qfKCb0uq/wCB7tbLJkPClNMzQq05dObWGHwnSwvay+/5zip+JOCrlCzI40Mx0gkSLkgQLkepw04Lx7MCqftGdUoXhlYDVEWaAoAWSJPphf41z4zMstlTVJBIDibMVm39jgYnlWWpPRlaa2V2vxAOIAgHeD12OGfD+LolHykoRUJH3gcydgQVMg6vSL/TCvilFkdVbcU1jkKSItIN59Tvibw3q+1UNBAfzF0kjUNU8siR1jqMelwjJHZGEWix0eN+QzCvlWNWQTrOkqbEGCszsb/phhl/G9HUxqZJWDKFIDgC0xbRA327ycPaPDMwrBlfKVH1FlmlUJOlUpwrajqiUMyTqEzIbFB8VVvvQnm06gpDQPKUqoixiQNRJvquO1ows/hsb7QfkQLfS/8AEKipDDKuGAi1Tp1tEYx0SrTGfyo+ylmKVBp1Bx3IQgfF3tYz6+alseleCs7UOWpJTYBabsawamHgEswMSCdokbY582KEI2iOWEYxtD7gvGWr+XUagGGpoY2AIBWVLDcGVm0ht+gG4r4NpnVopwrAsXPxKZkSAwmPbYAdsHcR8Q0aNOCio5OsLsrXGq8QG0mdJ3jfc4D4QiV0aXepRqkQCWBRjJImfblkjtYwOBP5fqXRz3R5zxThmZoUxUFI1KMGW06gomBJWO1iQMEeGOJinUph6RFRLP5hjUHESAd+VgQOoWcXGllquSzBp03NQVELUYN2gjXS0mUFrzHcGDEsPD/G8tmydVEKUphiGQfAoICncQkn8sXnmXHate49qtoo3iOjU8w5ihUBokAhpgAMBywxmZvAsOgEYiy2fMh6g+6JC1acCfhIDqekGR9Pk68RZLK0csUp5ymXWSKVYXJ6gKACJ9R8xvio8PfzqyUp8sudOksNJHdC9pmIB36YpjXKG+v+jJNosHF/DCimKuUqkpWA0oV+EhTIYg6RrjfoR62E4V4kr5bLBPJ+JpqO29yIBUfCAO/WdrYta8W0VaVBkJC5cI5Nwai6Qs3jpYzfVGNcfq0zpqCgSzNFSNL72h16X2ItiEMkvpmr+4OXhgdCmaq5d9elEYtKkSoIPJ1iSAb98WurUbRz01dFAKFYJUiQbe0GNsVtcrl6gpvRq1KbkLJosABF+aTdb9ZF/cYK/wBCailVhUUszF0q05UxIPMEGnT8UwIuNrYm1fT2ILuK5DM5Wl5aotfzZ0lQZKkcykC/wjpO/oMI8yPJ8tqWpWjdjquf4toPTaIvixUeIVqJQ1tNU0yCzEDkO8odyCOoj4iOuIPH3AlBGYpArqJNWm2ym51A7iTYj+YRGKQmnLjL+4ypsaasy0MaI8rsWGu/wlSux2kHb8sKfE1epSoOHfUWdUBIlhK3FoHSQ3r3wTm+ICvVXLozIodlepSYDUqLOmwsSYgjoDifOUA5FN+cGy6zdytz8wL29cQguDTr/QmtMrnBfHtZW0VKbVIWCbA9CGa0TFp9fq78ReIFd6S0HHmKQ0i+mQCB67zbthXks+lCvUp1KdM6IgaSakEgqoaIPcCOo7YG4pVpmp9opAo6MusT2O4ttaDH6G/RLHGU+XGtDtK+h1wqvnKb12XK1HNTQ+l4UySIJJIuF1AxcaRgWrxX7PXNc0zoFRgACIDkkDWRYXJkx0w6zXGTXfVlah5ZgxZyBsQRdZ/wcVXPZ9aJrf8Al6ZGYbVpYTp3BBBAIlrx6274njVytrfsBbezrMeKvtAdSj6lJBYEaQCZAPMZ51F47/OzZesPO1q7PNFQyiLHTA5iZ1C5I7n5YQ+HeG1RSqpNNKjEOQwlqamxqAC5n/1WIFr4zgWebzjQDKrGlY7ztPzBv7YfLGMvo8DSSrRniwq9NaqVxVBOkkRymOoB5SdogbYV+APECUq/2fMUEcMw01gnPTPQkxJSY323uMC8Wqo7mhUUU6yDQGQQJgQRp2n5DHfhurTyxq1DL1xT0OoMhtUExIiIEHecX4L5Li9+3j8MeKqLsu/ih1rUClOklMLVIaQFJCmQogTq2aDH5483o8ZAqAKkhSukneQbG/y37Ysg8QGoV1hXqsFWGBiUBh9okgxe+wwgz9ELV8wAB1kkD8j2wPhYPGnGQI1ewfimbapmdddjUMrrOxKiJFtrTg7ifDcmsNSzYcSFKBbmCQzSTZTEiV/Eo9cI8rRYZjVURry0KAd9rSAPnGDM/nmOkFLWEmLfIY71LjSR0qdUkOvDOTR1QnO+S1yV1REOsQCNMlQxuZnR0xrhuQoPXNM1AaILS4IlVVtIaWAUgiGt+GTbbAlHh4qU00QGLMLiCYUmRbabe+HvDfCrJGoUagYFTqA5SfhMkSL9RfCS+JjFbA86XYJxHgSUqD1DWVmAp6dIWGZoLp3lQQRa4lvTF78JU6S5XL1lGl0pzWAW7o2ogkKJMHbrYjCfJcHyvnrRqZRQ5p6gGsNYmVLKLoZkMwjYRNsMeFcRelmVytZFp6kBohTykSZT3AiPY9xjkzZllXFIlly8loX1uK0OIxTXUqSRcCfiEH0lZPvGC1oHhqLTNcgzq1ACL2KtPSwE2+IdjhF4wUZHMIfL1Uajaok2H4wAO0giN9sGZzM5erXq0arzTogMrM9vLZVYjUTJAm3UX7nEnj/2+xLjr7DJeLlfvWSij0SzyG8xRKyzhjdSwYR3+d7BkBQeiSQmlk59KkSN2W173BHvjzGnwl6Ao1gyspIBCkmVexltiBYAGIMxizZvLZulTHlvOXehLFhr8tzJJRhdRMHqo7YjlwLklFhr2En/AIh1lqmjTydPzVRWcmCxUJIZdRvEXZWuLDrir0MxqoFhSLqp5iTZYGq3/tB9/fHpvA8/59F6DVh5zppVitoIEgHeDHymwtGPOOIZV0XTSWELc9NjqUMOXUIM7dSPXHZgnF+iuiuOpaD8xxekaFMU3c1GYhtRIgbBie5tO9xPTB9BazK9TSahFwWvMCWk9Z+tsV6pwp8vTSo6jmYhYuPUj99Rhjw3xBUVlRyfKDMWFrlgohv5QQTbvhpQ/wAorh7BuR4wNfmimyheWpTBJGk7aRuLnVh1maFQVRTpoQrHUCwggRzajaw2tcz64VktpIVYDETbcDaDEzH5fTD37Waa02aoTGldJMxaBNpYex6+loT90iY7z/BV+y1aMqWAlCQSRpXlHf4RBG8Tjy3L8YreX9nq8wIBQk3QyIM/wkbi/Q+/queyy1mQmqacutSmVNzE2gj+Ej9zjy3xHwitkqqq+moai6gVkiJ2AMQQe2HwRXQ2Peiy+FODD7PSrEk16rEqZgKJIIPeRMztNtsNfFnD0qZWSfLqIdVNxurDcSO4B7fUYrzcUqZTMZamWBSlJZdidYaZ9pti3cTqgrAGtSxa0XEXn5dcc2VyU1Ik7tMoWXVkqnMVWNRayRrKxDgiD9AV/wDdjviubqUWlRZxqB0iJ08wabER0Prh7K/ZGIVm8yUCxOksSAG6CLT/AJwi4zxRalKjQDnzA4p1yogrp5Sy+8j6HFotyldfZ/gorbHWXpsrItNFXy0Uv0m417fi3ntvhXxPM067VKi0m5DodpsYER8h16zfYYBenUy2ZI88B5LAs3+50Ia+59ex7YQ8Xy7+Zs4p1XLKtzuew3O2HxYk5XZowt9l48M8TWrmlEWZSjGQQEAuDNtMx+zhpxPRXzJWiaRbSdRG9ja4Bv3GPNaCFBWpyAogNIg7mwnaYv12HeX/AAXgWapvRq015mCPSvZ9RA0k9LNcHpgZMEYy5p0aWNe4FxLLpTzJWqdOq7EiZGmIFuot88AfbqS19WghAI1BSZ9/pi7+KOEHO0PtKRTFGiWOq51qX1U+0qQVJ9cUTgrZiuSioGVFLMdtKjf39sWxNSi231p/YeC9OzmlnCRqYmNQggdD/bFhYhgzqyuSoGqBNgb9On54Q18ky02sSBAsPc7e364k4LmUohncnmRoFzNxt2B7++HnG1cQyVq0GZLLjzAuoAXkkG9vrggZQEgNF2sAPivFtiRhTwkvmaukGTsOg9z8pxYsxQGVy1QONdSqyinBjRpE6jPr0Avy3ws7i68iOLugvM5pqFSii+UnlLUWbsCHsSZJBMMegueuLT4KFH7NXOour1HZ9QuBoHLckkAC04oPhvIVc1pFT4R5rCTBaChI2sJaJE9bWwb9kzGX0ggrSeojaNUSTspI94O35YhKFem9/wDpmvBaOA8ZzC0VTN5eo+Y0sNQChtAgi4J5ok9pUdcc8c4fTrMmZNV1pBG5puhOnSRJNiAfaMA+GfFH2is71YHlqYC9RJMiTciw6C4xYs3xLK5lBSDctRgGF0ME3+IXnsO+JSi4zt6EadiTj7+ai03QVBTB8uszbjqCf4xEX9DifLcGy2dyaB6eipVIIZgquCoAYrBNrGxvHS+Ac9w+tQ15eGegxfyagYEKLKBUJvqVtIv/AHht4VyxoUvKLK1TUCBJjQ4EMQbi6uTjZXUU4s210VClmauUZ6Smp5B1iWXcAwdMwIMWMEXxe/CHEVXKCpXKqiiNjAXpqtGxuRbqcC+MKdWrlq1LytWn4H1Qy9ZNiCvSxE+4xzk+M/ZctRNWm9tFNlK8vwwxkWIPrOx2wk5c0mluw3ZBneHZdappIR5oonyEB0moykkHVME2iZ64oOdzxq1NbEAltTWuG6xfv/Ww2wHxsxXqaahZVqt5ZBNlto0zcFRA+Q7YXZmsxYsTLzJMbsSWY/U478WCt2dWNcR9U4kXtuSQJ6dhc7SB+XpgnLU3qOwZSw/EYMrJmWiYBvv3wB4fqoKgSsQKfxAkWBDCOm0MbemLLxXhj5QuabkUqzlk0Ncp6kbAA2B74XI1F8Sclslq5Fvu1pHUVXn9QGJB9TeNrX6YjTh7Dndp0n4TMgMGuD6elt8B5NDLzMGIW6zJP06mIO+HXFOEtTCBdUqCWPVVIsLGDuQYmIGIvppMm409jOoiZh6ajSAKSkBiQSCNJVWBEHe/QgYSeIOKrmcs1KoGFfK1Yl7Mycw1H3tqHeCNxgvhNKnWBotaVLUnBhlZDLJMzYgNFpBnrZbxbVWOpiCsQWIUOVWxk7kG2+xOGUkjJUwjiHhpjUSq9RWqs4ZxELpIjSLzYenywZwd34fQ8qsvmGmrPSZZh1/huJBDG/SCMPsqNdCi9RtRKBmaAJ5ZmwA6/lhfS4ga2Xo1rUy0os3F2A0gGNyBbcRviUnKql0DbVEVHxBl6tIjzDSZwV0sDIaLEQLxvOA6iZfM0QtEytFgdUEFng6tQIBvNz3JxvxtkmCUSty7QJjpzGO218C8AqpSqtSDK5IDMw2mSN+p2BPpffC8fRcQcdaBuOZrK1adbzCq1aL6hrAlrTCwbqW5Tewm22Enhfi6VM15lXQuhZUKsCdt/QWvgzxJwXSzsqJpgmxAkhZI7z7d/XFLo0CJLWVokjtINvXa3rjtwQhKGi8IpotPG6mXzVYnLg+YzQRFnZjEp6Tb88Xrg6VKVGpl69bQaVgUOmEYAgK25gkRt0EbY8z8J1TTzKVFQNoYwGJ06tJ0yR69u2Lj4fzNbiFXMLXqAsgVk0qsISYsYJiwtOI/E43VeF+4mSLS14LDlOKitl6ipSHmUnXRRBjzFkHUQQBzAlovG+EJyzZzPirlafkiiQMwzcq1L3QhSQxIB9wb9MJPF3EKJqg0QVhCuoW5lLARHcde2KvS43mKasi1WCltRWbE23G2wGNg+Fai3HV+/wDJoQb2j1unw3KfaATTCioXC0yOViQhFSOlpWB3m2KR4p4G1JwfL0ggrqg6RFgAT2A/d8EZzOutQVFIIpOAlMmQoqS0XvMR7T2GJ+LeIKtWiq1suVoq8BwbgzbUIFgLHab7HdMUMmOad2BKSYj4TTYZmiEBEuo5SVkE7T03i2LNx8ZfzHSpVQVBqUNqLBYAIDD8MzAaN97zhNwZwxZKiQ6sQkdChVjf+YOP+nCniWSYVGRj8TSx9ZMz7f5x0yjznt1SGat7DOFeJKlI/dwQilVJHw6ypax3uOvfFpWlVr5akxravLOpSszUhjAYHqOmKBUowsLGox+Zi31+mLTw7L52gcvJXy+aqF1wGVYlSIBmDbfeemGyxVWtBkl4GHhPh1Km1RHn72mBqiNLA3UXmDP5XxZs/lqdSjU85ENSnFJTTA1IP/tkXJHci1ge1+MqgaoWpFfs9RCS7dKkxC9e89D8sVrjIrZLNpmawJVng6GhCACFZrbgGDqHeMcjTnL7kknJ/c5/0/NVcu9WnWIqGpzMD8TTDq/Sxg7QcTZzi1HMVskFiiywzxHK12KiLkSDc25h3OCvHFZ8slM0FQLVmSCAD1AK7MfxB97EdcUzhrmpUZRpl9gblj2Xriii5R5Mbjas9DzPiJq5zDomvL010mmPifY6wQZBB6GLeuG2W4iK1JlWn5i/iUkXWNoHUg7DvvJGKb4XytSj57bAiGEdBqgj11Aj5/Tl69OnUZaFWpTYoad4iSsQxVp3iGiQY3iMReJN8UZQvoVeIOCtl1NSk80WZivlkwAQQEa+6mBOxkd8I5LLBEnYRvPaw269cNkpH7zLkkE09TExZh95HboonAXD6TmdMklhpj1B37RAn0x3J0tl/BLwzJl3KQCfkdhqO/t88WzxFU8xKdalSqCmgKmSSqrK6RawJIIPoFxUgreYtOkVNQn4h0gbz0tJnf22w+4X4iGXoulUhkqq6raZYWPWNJ2+fpiGSDclKibTu0a4dmqSkEEtziA0bEwDAJiCflOL3msyZYoNWkrqA6L6npPbeJx5bwvJLmGcK+llEqIu/YAiw6SSfrGHVHNV8ozAtpJVTokMrgj8YuDY7+ntgTS6XYslbosopZfzGCFkJVn0kQQ224uZEj2wVw7IikCWCOpUsQwm6xO+8d+l8JuGpUqstRXIJAQkRa9lYfIGfQe2GVTirKBlsyrAEEB1IJFyJ/pHb3xyTT5d6J7sr1PxDUWilA0t1ZQWPKBBkMYtBH0xX+DcGzDim9R2NFKkgI0gMY5hG0mLx9MWepkBVBJ30kBlvE26Rt6YkyvDmoElebUEDA22F/a8xPpjsUqTrs7Plvwjjjr1KoopmKepUqko86fMBUi4Fwwm8Dp1uMA8PoKKzEyQyAAACAJ5oPczYzjusKq1UdoddQOx3EbdjA29ScE5Uyod6YH4W3EDqRbvHpOJu0hXB+RZxfJ1KbmKZdXOou7TqlZstjMX9bYX0crTfVTIhaulZAB0Np1IwPTpIPRmE3tdc7lWfkck0zswmBO3sQdP0Pc4S57hSsoLEymw2Mifz9vTD48qpBikUSrqos1PuwM/19oJ+uG/g7i7UMyrFoSodDHaR0J9jsfXFjHBFrXZZcXJOwO/adJj5HpiDNcOAClkFmILEATEDYdDtf574s80JJxYyipaBPHGZURRCjzFYlm0qVKm4BmQWn+vfCGjVVKiOVVSpVjpEau4jaItEDrixVOEgqsqoQGBJCkDtvcfI4V5rLv8QckCY+7LAxsOYRe/9JxsUopcUZQ46Qw4bwtWLoXI062B5dxpA1TcRpmR64W8UNRnrzU1JOkopMCXC7G0xPzGGuZqTq+7RoQMxPKCpjVOkj+IfM41l8utRmKAjWQz6iGW9yRBEC5veN5gYXlXqZLa2zhy1GmXCiQyjVe5NMMSIBsJQD23w34zWy5yFCozgOKQKx+JjAKx3JBJwD4ioNUohUeAoUsRcGyrKk3gEHe/6YWUA2imVCFqQ0izsRzWYaFImTERNveFiuaT82LxszwrwZM1XIckIBrMC7RYDoep+mHfjBqgrC4dEEIpM6TIBk7kxBv2wg4tkW2cFyVWytBBNhYgmJO0YsnDcrQp5RadRi+lS5ABkMfwmNoU/P54OV9S/gMl0FeBs2wy70dGspqYQbxvyiLibe5A9nPHWpZzIO6EN907JqldBH4iNxF/piJ8svkGply/wBkYE6l0jSwAHWBJEXxX+F0/ujQDMFcQDO8wdPoCfbcYhabcvuGOPlspYpVdSITOpoUk6gL9CDcXJgevW2HfAqFSjnKQenoKkEkqoIDAwe4mxiZvfBL8OE6ZKOO3pf09sJczwyqpEnUekHe/xGdh/nbHXyU1RaUGz0PiHEKYqahK1NChTM9dSwNgQWM98Vg8FYuxKkc17jqSZHyGIVZxUSo/N5kCSLhtoP8AfqL4dMhKPeIAiLwF2ifQxHTTbHLTx+SaXEE4jwskNV1amNIo07kxCkgfy272wnz5ahQemJWq5XzCO0GRbptPcn2w/wCE03FIrBao+plubCBpJtYk3HYX7YWZyl8elC4MFfnp0/kPr8sPBtOmL5oq2thIE89j3I7e07+wxZOD8VFJTRqU1ZYJUsLCRBNxAnaf7nEbUiAy6FUqJMEzAPNY+pEd4OE7K5kgtzGOu9ztjpdTWxmrRYPCxa6KsaiwWInbad42k9pw34zkGQJ5iAOgIlPxLeNU31CPmIjsKrlcs4UVEJVg/KZiIUE3HcMAPmMMafiSrUakasOiuD8InTImY/lnEpRt2ibi7tDXgmZqUHoOR9yXMMdzcKQTNyB+mLVnwtdWKFSULFlgE+6EbjrHrhMM1TOXpq6kUalZgundAGLKTva1/fCyo9bKll16itRShH4gQT06Ehdz0IxzOHIn3stWWQeZEgWuRtPYY6q07wLkmIO379MRU3MHSREc1p62PyJ/I4NzOYNSmrQNV4FpBG/v3xr2etasW1ck0GIEWNo/Y9PXCyhlzrg2Ivv0jt/X1GGmUzAblaVY2gmJ69TtiUZQAMCV1Ecxm4E7d/3Ps6ltoV09A+UzAcWuJF4G4t2i4G9sR16BJmAZMFTI2mWHabH6++OamVOsm4EfX3jrB374Y1qy1ApgQYMAdRH9PywjVO0JwoSZfN0kLaFKsBN+pHb/ADPywVWyhquHtBFliy7wSewt62GOU4cZYkleW7WsZED+3scF5doBQgyAxgtJ26dxA+WNP3QHHdoDzmVkhXl7CLkHmG9viuZv674rvEMi1J1ZVcAxzfle4A/ti4jLwV0uQpHKJO/UGbW6YC4pliF9V6d9v64rB6GWNULeIUC+X0BfvCUDEAAEcpkiCOUqB8+l8cvQZaLJTOuqAmqBp5QYgkbQdTHaRHtg2oR50Fj5bMsfynt3uAbdLemDczQSpKkkKTpZZI1qP06XE9PXC3SpkJxp0KclpfSp0kNTIN7MY/DIg3HxdO+BKWWRGAAam6mSafKQqiTfTJBHcydpIw0zNAKDVSLkCmt4CiAF3kXt6WsZMNuFZQEavhJWyGCARMj/AKbY3LgGMPcphRarlyXOoKL7r8UXEdRO/TfDfh9AqrLUIY3tsRJiTETefrecMxkNGsKFJmQehnp0jmm/qPfE9XgwZFOuSV1FiLgxJB9j0xpStUWWO+gPKcRFJHXQV1gxzT0gNtY2674UNl3EGnExbV+KTMKBebT2w2o5R9DnUHUSSHO0DaRJ7QffDPg6oaV15nEie2/vHp64m7TJ8WmJeKVNRZqZA17kgH3gEgD33iMKcjQLVOgMkBiLREmTG8Tix5vg9Jg8SNQmASIInb/i+I6XB9KmNPw3aD1FwFB39zsd+9E6VFHFoTZyghVni+q8dIG8AE2AX1t747yFHXSc3LAgEXhgxEEd/f1m+CnpvOikhIA1EltUk+4AHsRF8MsnkmpoD5zy7ArUMMQhgzcdATaxBG+NJKqZzyhLoDq5XRN6jVOaQQYBIJaN+mwMR72wJw/hQjWSp0CVIJ21GAQVEmST8sF53hdfRrNQV07FABa1xEX7RO+I+EUr1oYHlGlSoA036ARJjt2OM43F0w/KlHsXcQLLISiiWUIWliRIBnYdrAWvfHFbLIyg023N+UABoIMXmOxPce+D8vzJNxPQzf8Axt7fljrJZYpRliFBbUTvABkWW99vf2xm/CA1ukVnO5qAaYLGwSxgGbnoeo/LG+D1UAgKpqQSAfhnpfod7/Qzi1HhK1FFQBZG8d+hETNon+l8IKlBEdttN7xcz2PYT+WKJpxo3D02MMi7fE1MCCCQwLQYuF67HcnpiE1l0NZhHwyNrG1jtcxiJnZUbS+5mDPxAXg9B/m2DaQWrT9ZHeNvbvP0xCS/YRod5u1Jo/mwRlDNMT/L/TGYzCZO1+S3lAlIyKxNyKZiflg3Nnb99MbxmLLs6I9s3xBRqa3b9cBcIvQv3P6jGsZjPoX2/rwNOIiVI6eYgj0tbEdMf7R669+vTGYzEodCw+pEmZUaUsP2MKq/bpqX9RjMZisDol0BZxBCWFjSPzJucT1lHkUjG9alP/xxrGYP6jnn2M6CAmpIB06YkbcpNu174KRQKlKBHOP+0n9cZjMcr+v+vYXH2iDOWqGO3/7nGqB5Ko6aT/3EfpjMZiy6RddAmTMeZFuY/riGgxDmD+4TGYzDvyTyBtb/AGQetv8Auj9MbzB5Knv/AEGMxmB+tFJfWvwC8LH3yerX9cFoPuX9KpA9tW2MxmNk7Fn+klp/7VX1Un88VmjaixFj5Yv/ANP9z9TjMZimPoOX6UScDcmswJJgWn/04npMSWkzzf2xmMwj+o58H1DPID70/wD4/wC2FfF0HnvYW8sD051FvlbGYzDwKvyCUxap+/xHGspZKZFjDbf+psZjMZ9E0f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1442" name="Picture 2" descr="https://i.ytimg.com/vi/fFY9KR3WGFI/maxresdefault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00200" y="728662"/>
            <a:ext cx="6019800" cy="338613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209800" y="2438400"/>
            <a:ext cx="395172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8800" b="1" dirty="0" err="1" smtClean="0">
                <a:solidFill>
                  <a:srgbClr val="008000"/>
                </a:solidFill>
              </a:rPr>
              <a:t>धन्यवाद</a:t>
            </a:r>
            <a:endParaRPr lang="en-IN" sz="8800" b="1" dirty="0">
              <a:solidFill>
                <a:srgbClr val="008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1420</TotalTime>
  <Words>921</Words>
  <Application>Microsoft PowerPoint</Application>
  <PresentationFormat>On-screen Show (4:3)</PresentationFormat>
  <Paragraphs>341</Paragraphs>
  <Slides>28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Default Design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BRC</dc:creator>
  <cp:lastModifiedBy>Dr.Pathak</cp:lastModifiedBy>
  <cp:revision>94</cp:revision>
  <cp:lastPrinted>1601-01-01T00:00:00Z</cp:lastPrinted>
  <dcterms:created xsi:type="dcterms:W3CDTF">1601-01-01T00:00:00Z</dcterms:created>
  <dcterms:modified xsi:type="dcterms:W3CDTF">2018-05-23T09:47:20Z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