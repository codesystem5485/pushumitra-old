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27"/>
  </p:notesMasterIdLst>
  <p:sldIdLst>
    <p:sldId id="256" r:id="rId2"/>
    <p:sldId id="257" r:id="rId3"/>
    <p:sldId id="260" r:id="rId4"/>
    <p:sldId id="280" r:id="rId5"/>
    <p:sldId id="281" r:id="rId6"/>
    <p:sldId id="259" r:id="rId7"/>
    <p:sldId id="261" r:id="rId8"/>
    <p:sldId id="262" r:id="rId9"/>
    <p:sldId id="263" r:id="rId10"/>
    <p:sldId id="264" r:id="rId11"/>
    <p:sldId id="276" r:id="rId12"/>
    <p:sldId id="265" r:id="rId13"/>
    <p:sldId id="266" r:id="rId14"/>
    <p:sldId id="267" r:id="rId15"/>
    <p:sldId id="268" r:id="rId16"/>
    <p:sldId id="269" r:id="rId17"/>
    <p:sldId id="270" r:id="rId18"/>
    <p:sldId id="271" r:id="rId19"/>
    <p:sldId id="272" r:id="rId20"/>
    <p:sldId id="273" r:id="rId21"/>
    <p:sldId id="274" r:id="rId22"/>
    <p:sldId id="275" r:id="rId23"/>
    <p:sldId id="277" r:id="rId24"/>
    <p:sldId id="278" r:id="rId25"/>
    <p:sldId id="279" r:id="rId26"/>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p:cViewPr varScale="1">
        <p:scale>
          <a:sx n="68" d="100"/>
          <a:sy n="68" d="100"/>
        </p:scale>
        <p:origin x="792" y="60"/>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presProps" Target="presProps.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notesMaster" Target="notesMasters/notesMaster1.xml"/><Relationship Id="rId30" Type="http://schemas.openxmlformats.org/officeDocument/2006/relationships/theme" Target="theme/theme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IN"/>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1181B547-4B19-4B68-BEF2-F9F4EC78DA66}" type="datetimeFigureOut">
              <a:rPr lang="en-IN" smtClean="0"/>
              <a:t>22-10-2024</a:t>
            </a:fld>
            <a:endParaRPr lang="en-IN"/>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IN"/>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IN"/>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79FAFAE6-541D-4CB2-B11B-734E9A7F283E}" type="slidenum">
              <a:rPr lang="en-IN" smtClean="0"/>
              <a:t>‹#›</a:t>
            </a:fld>
            <a:endParaRPr lang="en-IN"/>
          </a:p>
        </p:txBody>
      </p:sp>
    </p:spTree>
    <p:extLst>
      <p:ext uri="{BB962C8B-B14F-4D97-AF65-F5344CB8AC3E}">
        <p14:creationId xmlns:p14="http://schemas.microsoft.com/office/powerpoint/2010/main" val="2766980674"/>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47773A5-D94A-405A-9F53-1508E90A2200}"/>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IN"/>
          </a:p>
        </p:txBody>
      </p:sp>
      <p:sp>
        <p:nvSpPr>
          <p:cNvPr id="3" name="Subtitle 2">
            <a:extLst>
              <a:ext uri="{FF2B5EF4-FFF2-40B4-BE49-F238E27FC236}">
                <a16:creationId xmlns:a16="http://schemas.microsoft.com/office/drawing/2014/main" id="{1901034F-4386-44AB-B3E6-8072C07900C2}"/>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IN"/>
          </a:p>
        </p:txBody>
      </p:sp>
      <p:sp>
        <p:nvSpPr>
          <p:cNvPr id="4" name="Date Placeholder 3">
            <a:extLst>
              <a:ext uri="{FF2B5EF4-FFF2-40B4-BE49-F238E27FC236}">
                <a16:creationId xmlns:a16="http://schemas.microsoft.com/office/drawing/2014/main" id="{EAF7DCCC-01FD-445E-9E11-9409170AC30B}"/>
              </a:ext>
            </a:extLst>
          </p:cNvPr>
          <p:cNvSpPr>
            <a:spLocks noGrp="1"/>
          </p:cNvSpPr>
          <p:nvPr>
            <p:ph type="dt" sz="half" idx="10"/>
          </p:nvPr>
        </p:nvSpPr>
        <p:spPr/>
        <p:txBody>
          <a:bodyPr/>
          <a:lstStyle/>
          <a:p>
            <a:fld id="{11B9796A-0187-41A5-A4DA-A3AA5EA01693}" type="datetimeFigureOut">
              <a:rPr lang="en-IN" smtClean="0"/>
              <a:t>22-10-2024</a:t>
            </a:fld>
            <a:endParaRPr lang="en-IN"/>
          </a:p>
        </p:txBody>
      </p:sp>
      <p:sp>
        <p:nvSpPr>
          <p:cNvPr id="5" name="Footer Placeholder 4">
            <a:extLst>
              <a:ext uri="{FF2B5EF4-FFF2-40B4-BE49-F238E27FC236}">
                <a16:creationId xmlns:a16="http://schemas.microsoft.com/office/drawing/2014/main" id="{5C98E466-7ADF-469B-97F9-8F79637D8C30}"/>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8041FCC6-A973-485A-B670-83073AC1CCD3}"/>
              </a:ext>
            </a:extLst>
          </p:cNvPr>
          <p:cNvSpPr>
            <a:spLocks noGrp="1"/>
          </p:cNvSpPr>
          <p:nvPr>
            <p:ph type="sldNum" sz="quarter" idx="12"/>
          </p:nvPr>
        </p:nvSpPr>
        <p:spPr/>
        <p:txBody>
          <a:bodyPr/>
          <a:lstStyle/>
          <a:p>
            <a:fld id="{8AC82731-6487-4456-8D7A-2BAA442B98F9}" type="slidenum">
              <a:rPr lang="en-IN" smtClean="0"/>
              <a:t>‹#›</a:t>
            </a:fld>
            <a:endParaRPr lang="en-IN"/>
          </a:p>
        </p:txBody>
      </p:sp>
    </p:spTree>
    <p:extLst>
      <p:ext uri="{BB962C8B-B14F-4D97-AF65-F5344CB8AC3E}">
        <p14:creationId xmlns:p14="http://schemas.microsoft.com/office/powerpoint/2010/main" val="1349141327"/>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50D001B-C03C-427C-AD26-2828F476F611}"/>
              </a:ext>
            </a:extLst>
          </p:cNvPr>
          <p:cNvSpPr>
            <a:spLocks noGrp="1"/>
          </p:cNvSpPr>
          <p:nvPr>
            <p:ph type="title"/>
          </p:nvPr>
        </p:nvSpPr>
        <p:spPr/>
        <p:txBody>
          <a:bodyPr/>
          <a:lstStyle/>
          <a:p>
            <a:r>
              <a:rPr lang="en-US"/>
              <a:t>Click to edit Master title style</a:t>
            </a:r>
            <a:endParaRPr lang="en-IN"/>
          </a:p>
        </p:txBody>
      </p:sp>
      <p:sp>
        <p:nvSpPr>
          <p:cNvPr id="3" name="Content Placeholder 2">
            <a:extLst>
              <a:ext uri="{FF2B5EF4-FFF2-40B4-BE49-F238E27FC236}">
                <a16:creationId xmlns:a16="http://schemas.microsoft.com/office/drawing/2014/main" id="{2251DA03-EE37-4F57-B0D8-26B9607CE854}"/>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ECF9207B-E8D5-4524-94EC-D303849CDFAB}"/>
              </a:ext>
            </a:extLst>
          </p:cNvPr>
          <p:cNvSpPr>
            <a:spLocks noGrp="1"/>
          </p:cNvSpPr>
          <p:nvPr>
            <p:ph type="dt" sz="half" idx="10"/>
          </p:nvPr>
        </p:nvSpPr>
        <p:spPr/>
        <p:txBody>
          <a:bodyPr/>
          <a:lstStyle/>
          <a:p>
            <a:fld id="{11B9796A-0187-41A5-A4DA-A3AA5EA01693}" type="datetimeFigureOut">
              <a:rPr lang="en-IN" smtClean="0"/>
              <a:t>22-10-2024</a:t>
            </a:fld>
            <a:endParaRPr lang="en-IN"/>
          </a:p>
        </p:txBody>
      </p:sp>
      <p:sp>
        <p:nvSpPr>
          <p:cNvPr id="5" name="Footer Placeholder 4">
            <a:extLst>
              <a:ext uri="{FF2B5EF4-FFF2-40B4-BE49-F238E27FC236}">
                <a16:creationId xmlns:a16="http://schemas.microsoft.com/office/drawing/2014/main" id="{265312F4-A840-42A0-A56F-CD822209EECC}"/>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B8519245-C870-4600-A023-0527307D34C2}"/>
              </a:ext>
            </a:extLst>
          </p:cNvPr>
          <p:cNvSpPr>
            <a:spLocks noGrp="1"/>
          </p:cNvSpPr>
          <p:nvPr>
            <p:ph type="sldNum" sz="quarter" idx="12"/>
          </p:nvPr>
        </p:nvSpPr>
        <p:spPr/>
        <p:txBody>
          <a:bodyPr/>
          <a:lstStyle/>
          <a:p>
            <a:fld id="{8AC82731-6487-4456-8D7A-2BAA442B98F9}" type="slidenum">
              <a:rPr lang="en-IN" smtClean="0"/>
              <a:t>‹#›</a:t>
            </a:fld>
            <a:endParaRPr lang="en-IN"/>
          </a:p>
        </p:txBody>
      </p:sp>
    </p:spTree>
    <p:extLst>
      <p:ext uri="{BB962C8B-B14F-4D97-AF65-F5344CB8AC3E}">
        <p14:creationId xmlns:p14="http://schemas.microsoft.com/office/powerpoint/2010/main" val="2262293976"/>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EE51F5B-D3B2-4978-BF2A-20828345E513}"/>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en-IN"/>
          </a:p>
        </p:txBody>
      </p:sp>
      <p:sp>
        <p:nvSpPr>
          <p:cNvPr id="3" name="Text Placeholder 2">
            <a:extLst>
              <a:ext uri="{FF2B5EF4-FFF2-40B4-BE49-F238E27FC236}">
                <a16:creationId xmlns:a16="http://schemas.microsoft.com/office/drawing/2014/main" id="{6659E9DA-914B-450D-8F1C-426CAEF4ED5E}"/>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8CFC98A0-9C92-4BFC-9AFA-080BBAF54595}"/>
              </a:ext>
            </a:extLst>
          </p:cNvPr>
          <p:cNvSpPr>
            <a:spLocks noGrp="1"/>
          </p:cNvSpPr>
          <p:nvPr>
            <p:ph type="dt" sz="half" idx="10"/>
          </p:nvPr>
        </p:nvSpPr>
        <p:spPr/>
        <p:txBody>
          <a:bodyPr/>
          <a:lstStyle/>
          <a:p>
            <a:fld id="{11B9796A-0187-41A5-A4DA-A3AA5EA01693}" type="datetimeFigureOut">
              <a:rPr lang="en-IN" smtClean="0"/>
              <a:t>22-10-2024</a:t>
            </a:fld>
            <a:endParaRPr lang="en-IN"/>
          </a:p>
        </p:txBody>
      </p:sp>
      <p:sp>
        <p:nvSpPr>
          <p:cNvPr id="5" name="Footer Placeholder 4">
            <a:extLst>
              <a:ext uri="{FF2B5EF4-FFF2-40B4-BE49-F238E27FC236}">
                <a16:creationId xmlns:a16="http://schemas.microsoft.com/office/drawing/2014/main" id="{B18D3827-B83D-4B82-A2A3-16F3F783A22E}"/>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FD53DA9C-EBA1-490F-95F9-F27BEBD73D1D}"/>
              </a:ext>
            </a:extLst>
          </p:cNvPr>
          <p:cNvSpPr>
            <a:spLocks noGrp="1"/>
          </p:cNvSpPr>
          <p:nvPr>
            <p:ph type="sldNum" sz="quarter" idx="12"/>
          </p:nvPr>
        </p:nvSpPr>
        <p:spPr/>
        <p:txBody>
          <a:bodyPr/>
          <a:lstStyle/>
          <a:p>
            <a:fld id="{8AC82731-6487-4456-8D7A-2BAA442B98F9}" type="slidenum">
              <a:rPr lang="en-IN" smtClean="0"/>
              <a:t>‹#›</a:t>
            </a:fld>
            <a:endParaRPr lang="en-IN"/>
          </a:p>
        </p:txBody>
      </p:sp>
    </p:spTree>
    <p:extLst>
      <p:ext uri="{BB962C8B-B14F-4D97-AF65-F5344CB8AC3E}">
        <p14:creationId xmlns:p14="http://schemas.microsoft.com/office/powerpoint/2010/main" val="1569519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7B6BC80-EE6D-46A8-A924-2E8B8D1A6DE1}"/>
              </a:ext>
            </a:extLst>
          </p:cNvPr>
          <p:cNvSpPr>
            <a:spLocks noGrp="1"/>
          </p:cNvSpPr>
          <p:nvPr>
            <p:ph type="title"/>
          </p:nvPr>
        </p:nvSpPr>
        <p:spPr/>
        <p:txBody>
          <a:bodyPr/>
          <a:lstStyle/>
          <a:p>
            <a:r>
              <a:rPr lang="en-US"/>
              <a:t>Click to edit Master title style</a:t>
            </a:r>
            <a:endParaRPr lang="en-IN"/>
          </a:p>
        </p:txBody>
      </p:sp>
      <p:sp>
        <p:nvSpPr>
          <p:cNvPr id="3" name="Content Placeholder 2">
            <a:extLst>
              <a:ext uri="{FF2B5EF4-FFF2-40B4-BE49-F238E27FC236}">
                <a16:creationId xmlns:a16="http://schemas.microsoft.com/office/drawing/2014/main" id="{1526F024-4238-40E2-B0B0-B1848EFABB1F}"/>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Content Placeholder 3">
            <a:extLst>
              <a:ext uri="{FF2B5EF4-FFF2-40B4-BE49-F238E27FC236}">
                <a16:creationId xmlns:a16="http://schemas.microsoft.com/office/drawing/2014/main" id="{A4185189-DE1E-47FB-9F11-505D0531B864}"/>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Date Placeholder 4">
            <a:extLst>
              <a:ext uri="{FF2B5EF4-FFF2-40B4-BE49-F238E27FC236}">
                <a16:creationId xmlns:a16="http://schemas.microsoft.com/office/drawing/2014/main" id="{06E586B8-1C67-457C-8A08-EF1536D6ECE2}"/>
              </a:ext>
            </a:extLst>
          </p:cNvPr>
          <p:cNvSpPr>
            <a:spLocks noGrp="1"/>
          </p:cNvSpPr>
          <p:nvPr>
            <p:ph type="dt" sz="half" idx="10"/>
          </p:nvPr>
        </p:nvSpPr>
        <p:spPr/>
        <p:txBody>
          <a:bodyPr/>
          <a:lstStyle/>
          <a:p>
            <a:fld id="{11B9796A-0187-41A5-A4DA-A3AA5EA01693}" type="datetimeFigureOut">
              <a:rPr lang="en-IN" smtClean="0"/>
              <a:t>22-10-2024</a:t>
            </a:fld>
            <a:endParaRPr lang="en-IN"/>
          </a:p>
        </p:txBody>
      </p:sp>
      <p:sp>
        <p:nvSpPr>
          <p:cNvPr id="6" name="Footer Placeholder 5">
            <a:extLst>
              <a:ext uri="{FF2B5EF4-FFF2-40B4-BE49-F238E27FC236}">
                <a16:creationId xmlns:a16="http://schemas.microsoft.com/office/drawing/2014/main" id="{DF8D2FAA-9870-49F4-A890-BDA51B057816}"/>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E0EF5FB1-F112-42B7-A8F3-76B6B492494B}"/>
              </a:ext>
            </a:extLst>
          </p:cNvPr>
          <p:cNvSpPr>
            <a:spLocks noGrp="1"/>
          </p:cNvSpPr>
          <p:nvPr>
            <p:ph type="sldNum" sz="quarter" idx="12"/>
          </p:nvPr>
        </p:nvSpPr>
        <p:spPr/>
        <p:txBody>
          <a:bodyPr/>
          <a:lstStyle/>
          <a:p>
            <a:fld id="{8AC82731-6487-4456-8D7A-2BAA442B98F9}" type="slidenum">
              <a:rPr lang="en-IN" smtClean="0"/>
              <a:t>‹#›</a:t>
            </a:fld>
            <a:endParaRPr lang="en-IN"/>
          </a:p>
        </p:txBody>
      </p:sp>
    </p:spTree>
    <p:extLst>
      <p:ext uri="{BB962C8B-B14F-4D97-AF65-F5344CB8AC3E}">
        <p14:creationId xmlns:p14="http://schemas.microsoft.com/office/powerpoint/2010/main" val="1780842641"/>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25862BC-5A52-4DB3-A2A6-4D4C39A822DD}"/>
              </a:ext>
            </a:extLst>
          </p:cNvPr>
          <p:cNvSpPr>
            <a:spLocks noGrp="1"/>
          </p:cNvSpPr>
          <p:nvPr>
            <p:ph type="title"/>
          </p:nvPr>
        </p:nvSpPr>
        <p:spPr>
          <a:xfrm>
            <a:off x="839788" y="365125"/>
            <a:ext cx="10515600" cy="1325563"/>
          </a:xfrm>
        </p:spPr>
        <p:txBody>
          <a:bodyPr/>
          <a:lstStyle/>
          <a:p>
            <a:r>
              <a:rPr lang="en-US"/>
              <a:t>Click to edit Master title style</a:t>
            </a:r>
            <a:endParaRPr lang="en-IN"/>
          </a:p>
        </p:txBody>
      </p:sp>
      <p:sp>
        <p:nvSpPr>
          <p:cNvPr id="3" name="Text Placeholder 2">
            <a:extLst>
              <a:ext uri="{FF2B5EF4-FFF2-40B4-BE49-F238E27FC236}">
                <a16:creationId xmlns:a16="http://schemas.microsoft.com/office/drawing/2014/main" id="{DACDF63A-0F1A-4AEC-8F05-F94A0ECE69EB}"/>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EE00D8DE-4177-4435-AB3F-79507BAC5E51}"/>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Text Placeholder 4">
            <a:extLst>
              <a:ext uri="{FF2B5EF4-FFF2-40B4-BE49-F238E27FC236}">
                <a16:creationId xmlns:a16="http://schemas.microsoft.com/office/drawing/2014/main" id="{8A33363A-E48F-4D12-933A-E9198AA4C63E}"/>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E79A240B-1CAF-42D6-B31C-6093585063B8}"/>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7" name="Date Placeholder 6">
            <a:extLst>
              <a:ext uri="{FF2B5EF4-FFF2-40B4-BE49-F238E27FC236}">
                <a16:creationId xmlns:a16="http://schemas.microsoft.com/office/drawing/2014/main" id="{6BD1A554-D57E-4822-AF32-473B0D2376D8}"/>
              </a:ext>
            </a:extLst>
          </p:cNvPr>
          <p:cNvSpPr>
            <a:spLocks noGrp="1"/>
          </p:cNvSpPr>
          <p:nvPr>
            <p:ph type="dt" sz="half" idx="10"/>
          </p:nvPr>
        </p:nvSpPr>
        <p:spPr/>
        <p:txBody>
          <a:bodyPr/>
          <a:lstStyle/>
          <a:p>
            <a:fld id="{11B9796A-0187-41A5-A4DA-A3AA5EA01693}" type="datetimeFigureOut">
              <a:rPr lang="en-IN" smtClean="0"/>
              <a:t>22-10-2024</a:t>
            </a:fld>
            <a:endParaRPr lang="en-IN"/>
          </a:p>
        </p:txBody>
      </p:sp>
      <p:sp>
        <p:nvSpPr>
          <p:cNvPr id="8" name="Footer Placeholder 7">
            <a:extLst>
              <a:ext uri="{FF2B5EF4-FFF2-40B4-BE49-F238E27FC236}">
                <a16:creationId xmlns:a16="http://schemas.microsoft.com/office/drawing/2014/main" id="{6559C5D4-84B0-4DAB-BDE7-6545AE7D0798}"/>
              </a:ext>
            </a:extLst>
          </p:cNvPr>
          <p:cNvSpPr>
            <a:spLocks noGrp="1"/>
          </p:cNvSpPr>
          <p:nvPr>
            <p:ph type="ftr" sz="quarter" idx="11"/>
          </p:nvPr>
        </p:nvSpPr>
        <p:spPr/>
        <p:txBody>
          <a:bodyPr/>
          <a:lstStyle/>
          <a:p>
            <a:endParaRPr lang="en-IN"/>
          </a:p>
        </p:txBody>
      </p:sp>
      <p:sp>
        <p:nvSpPr>
          <p:cNvPr id="9" name="Slide Number Placeholder 8">
            <a:extLst>
              <a:ext uri="{FF2B5EF4-FFF2-40B4-BE49-F238E27FC236}">
                <a16:creationId xmlns:a16="http://schemas.microsoft.com/office/drawing/2014/main" id="{15C1316D-28BB-44D9-93B9-127809046F8A}"/>
              </a:ext>
            </a:extLst>
          </p:cNvPr>
          <p:cNvSpPr>
            <a:spLocks noGrp="1"/>
          </p:cNvSpPr>
          <p:nvPr>
            <p:ph type="sldNum" sz="quarter" idx="12"/>
          </p:nvPr>
        </p:nvSpPr>
        <p:spPr/>
        <p:txBody>
          <a:bodyPr/>
          <a:lstStyle/>
          <a:p>
            <a:fld id="{8AC82731-6487-4456-8D7A-2BAA442B98F9}" type="slidenum">
              <a:rPr lang="en-IN" smtClean="0"/>
              <a:t>‹#›</a:t>
            </a:fld>
            <a:endParaRPr lang="en-IN"/>
          </a:p>
        </p:txBody>
      </p:sp>
    </p:spTree>
    <p:extLst>
      <p:ext uri="{BB962C8B-B14F-4D97-AF65-F5344CB8AC3E}">
        <p14:creationId xmlns:p14="http://schemas.microsoft.com/office/powerpoint/2010/main" val="4008184340"/>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E6F61CF-0F0B-416E-87C0-9102A7F55BE5}"/>
              </a:ext>
            </a:extLst>
          </p:cNvPr>
          <p:cNvSpPr>
            <a:spLocks noGrp="1"/>
          </p:cNvSpPr>
          <p:nvPr>
            <p:ph type="title"/>
          </p:nvPr>
        </p:nvSpPr>
        <p:spPr/>
        <p:txBody>
          <a:bodyPr/>
          <a:lstStyle/>
          <a:p>
            <a:r>
              <a:rPr lang="en-US"/>
              <a:t>Click to edit Master title style</a:t>
            </a:r>
            <a:endParaRPr lang="en-IN"/>
          </a:p>
        </p:txBody>
      </p:sp>
      <p:sp>
        <p:nvSpPr>
          <p:cNvPr id="3" name="Date Placeholder 2">
            <a:extLst>
              <a:ext uri="{FF2B5EF4-FFF2-40B4-BE49-F238E27FC236}">
                <a16:creationId xmlns:a16="http://schemas.microsoft.com/office/drawing/2014/main" id="{2D0B60A9-C23A-4860-835A-3CFCB8B66D36}"/>
              </a:ext>
            </a:extLst>
          </p:cNvPr>
          <p:cNvSpPr>
            <a:spLocks noGrp="1"/>
          </p:cNvSpPr>
          <p:nvPr>
            <p:ph type="dt" sz="half" idx="10"/>
          </p:nvPr>
        </p:nvSpPr>
        <p:spPr/>
        <p:txBody>
          <a:bodyPr/>
          <a:lstStyle/>
          <a:p>
            <a:fld id="{11B9796A-0187-41A5-A4DA-A3AA5EA01693}" type="datetimeFigureOut">
              <a:rPr lang="en-IN" smtClean="0"/>
              <a:t>22-10-2024</a:t>
            </a:fld>
            <a:endParaRPr lang="en-IN"/>
          </a:p>
        </p:txBody>
      </p:sp>
      <p:sp>
        <p:nvSpPr>
          <p:cNvPr id="4" name="Footer Placeholder 3">
            <a:extLst>
              <a:ext uri="{FF2B5EF4-FFF2-40B4-BE49-F238E27FC236}">
                <a16:creationId xmlns:a16="http://schemas.microsoft.com/office/drawing/2014/main" id="{C4F93874-90C1-46C4-8199-E7C4D8BAA517}"/>
              </a:ext>
            </a:extLst>
          </p:cNvPr>
          <p:cNvSpPr>
            <a:spLocks noGrp="1"/>
          </p:cNvSpPr>
          <p:nvPr>
            <p:ph type="ftr" sz="quarter" idx="11"/>
          </p:nvPr>
        </p:nvSpPr>
        <p:spPr/>
        <p:txBody>
          <a:bodyPr/>
          <a:lstStyle/>
          <a:p>
            <a:endParaRPr lang="en-IN"/>
          </a:p>
        </p:txBody>
      </p:sp>
      <p:sp>
        <p:nvSpPr>
          <p:cNvPr id="5" name="Slide Number Placeholder 4">
            <a:extLst>
              <a:ext uri="{FF2B5EF4-FFF2-40B4-BE49-F238E27FC236}">
                <a16:creationId xmlns:a16="http://schemas.microsoft.com/office/drawing/2014/main" id="{45886DD1-F7CB-4DCE-9010-396C705E7ED1}"/>
              </a:ext>
            </a:extLst>
          </p:cNvPr>
          <p:cNvSpPr>
            <a:spLocks noGrp="1"/>
          </p:cNvSpPr>
          <p:nvPr>
            <p:ph type="sldNum" sz="quarter" idx="12"/>
          </p:nvPr>
        </p:nvSpPr>
        <p:spPr/>
        <p:txBody>
          <a:bodyPr/>
          <a:lstStyle/>
          <a:p>
            <a:fld id="{8AC82731-6487-4456-8D7A-2BAA442B98F9}" type="slidenum">
              <a:rPr lang="en-IN" smtClean="0"/>
              <a:t>‹#›</a:t>
            </a:fld>
            <a:endParaRPr lang="en-IN"/>
          </a:p>
        </p:txBody>
      </p:sp>
    </p:spTree>
    <p:extLst>
      <p:ext uri="{BB962C8B-B14F-4D97-AF65-F5344CB8AC3E}">
        <p14:creationId xmlns:p14="http://schemas.microsoft.com/office/powerpoint/2010/main" val="2689762953"/>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80C485F3-E502-4D54-AF08-8009B4313C95}"/>
              </a:ext>
            </a:extLst>
          </p:cNvPr>
          <p:cNvSpPr>
            <a:spLocks noGrp="1"/>
          </p:cNvSpPr>
          <p:nvPr>
            <p:ph type="dt" sz="half" idx="10"/>
          </p:nvPr>
        </p:nvSpPr>
        <p:spPr/>
        <p:txBody>
          <a:bodyPr/>
          <a:lstStyle/>
          <a:p>
            <a:fld id="{11B9796A-0187-41A5-A4DA-A3AA5EA01693}" type="datetimeFigureOut">
              <a:rPr lang="en-IN" smtClean="0"/>
              <a:t>22-10-2024</a:t>
            </a:fld>
            <a:endParaRPr lang="en-IN"/>
          </a:p>
        </p:txBody>
      </p:sp>
      <p:sp>
        <p:nvSpPr>
          <p:cNvPr id="3" name="Footer Placeholder 2">
            <a:extLst>
              <a:ext uri="{FF2B5EF4-FFF2-40B4-BE49-F238E27FC236}">
                <a16:creationId xmlns:a16="http://schemas.microsoft.com/office/drawing/2014/main" id="{06DEDD66-FCBE-4D25-BEB4-F2CFA054216B}"/>
              </a:ext>
            </a:extLst>
          </p:cNvPr>
          <p:cNvSpPr>
            <a:spLocks noGrp="1"/>
          </p:cNvSpPr>
          <p:nvPr>
            <p:ph type="ftr" sz="quarter" idx="11"/>
          </p:nvPr>
        </p:nvSpPr>
        <p:spPr/>
        <p:txBody>
          <a:bodyPr/>
          <a:lstStyle/>
          <a:p>
            <a:endParaRPr lang="en-IN"/>
          </a:p>
        </p:txBody>
      </p:sp>
      <p:sp>
        <p:nvSpPr>
          <p:cNvPr id="4" name="Slide Number Placeholder 3">
            <a:extLst>
              <a:ext uri="{FF2B5EF4-FFF2-40B4-BE49-F238E27FC236}">
                <a16:creationId xmlns:a16="http://schemas.microsoft.com/office/drawing/2014/main" id="{96099557-4CD7-41E5-9314-E0A36375080D}"/>
              </a:ext>
            </a:extLst>
          </p:cNvPr>
          <p:cNvSpPr>
            <a:spLocks noGrp="1"/>
          </p:cNvSpPr>
          <p:nvPr>
            <p:ph type="sldNum" sz="quarter" idx="12"/>
          </p:nvPr>
        </p:nvSpPr>
        <p:spPr/>
        <p:txBody>
          <a:bodyPr/>
          <a:lstStyle/>
          <a:p>
            <a:fld id="{8AC82731-6487-4456-8D7A-2BAA442B98F9}" type="slidenum">
              <a:rPr lang="en-IN" smtClean="0"/>
              <a:t>‹#›</a:t>
            </a:fld>
            <a:endParaRPr lang="en-IN"/>
          </a:p>
        </p:txBody>
      </p:sp>
    </p:spTree>
    <p:extLst>
      <p:ext uri="{BB962C8B-B14F-4D97-AF65-F5344CB8AC3E}">
        <p14:creationId xmlns:p14="http://schemas.microsoft.com/office/powerpoint/2010/main" val="2307879170"/>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BA5D6CD-ED41-41E7-BC36-545CC5DA8943}"/>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Content Placeholder 2">
            <a:extLst>
              <a:ext uri="{FF2B5EF4-FFF2-40B4-BE49-F238E27FC236}">
                <a16:creationId xmlns:a16="http://schemas.microsoft.com/office/drawing/2014/main" id="{6B86C969-716D-4B2E-8743-738A4E79B08C}"/>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Text Placeholder 3">
            <a:extLst>
              <a:ext uri="{FF2B5EF4-FFF2-40B4-BE49-F238E27FC236}">
                <a16:creationId xmlns:a16="http://schemas.microsoft.com/office/drawing/2014/main" id="{53D3697A-C084-414A-9746-4F40ECE2F197}"/>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439BC5CD-2C7B-4AC5-9B35-A222CB3C4510}"/>
              </a:ext>
            </a:extLst>
          </p:cNvPr>
          <p:cNvSpPr>
            <a:spLocks noGrp="1"/>
          </p:cNvSpPr>
          <p:nvPr>
            <p:ph type="dt" sz="half" idx="10"/>
          </p:nvPr>
        </p:nvSpPr>
        <p:spPr/>
        <p:txBody>
          <a:bodyPr/>
          <a:lstStyle/>
          <a:p>
            <a:fld id="{11B9796A-0187-41A5-A4DA-A3AA5EA01693}" type="datetimeFigureOut">
              <a:rPr lang="en-IN" smtClean="0"/>
              <a:t>22-10-2024</a:t>
            </a:fld>
            <a:endParaRPr lang="en-IN"/>
          </a:p>
        </p:txBody>
      </p:sp>
      <p:sp>
        <p:nvSpPr>
          <p:cNvPr id="6" name="Footer Placeholder 5">
            <a:extLst>
              <a:ext uri="{FF2B5EF4-FFF2-40B4-BE49-F238E27FC236}">
                <a16:creationId xmlns:a16="http://schemas.microsoft.com/office/drawing/2014/main" id="{419F2568-4DE6-42C9-B879-782A5A14EED5}"/>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4E3D328F-1215-4582-BDCE-3936D358EC51}"/>
              </a:ext>
            </a:extLst>
          </p:cNvPr>
          <p:cNvSpPr>
            <a:spLocks noGrp="1"/>
          </p:cNvSpPr>
          <p:nvPr>
            <p:ph type="sldNum" sz="quarter" idx="12"/>
          </p:nvPr>
        </p:nvSpPr>
        <p:spPr/>
        <p:txBody>
          <a:bodyPr/>
          <a:lstStyle/>
          <a:p>
            <a:fld id="{8AC82731-6487-4456-8D7A-2BAA442B98F9}" type="slidenum">
              <a:rPr lang="en-IN" smtClean="0"/>
              <a:t>‹#›</a:t>
            </a:fld>
            <a:endParaRPr lang="en-IN"/>
          </a:p>
        </p:txBody>
      </p:sp>
    </p:spTree>
    <p:extLst>
      <p:ext uri="{BB962C8B-B14F-4D97-AF65-F5344CB8AC3E}">
        <p14:creationId xmlns:p14="http://schemas.microsoft.com/office/powerpoint/2010/main" val="2435836385"/>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0D6C972-AF90-4D2F-81CA-47814224EC8F}"/>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Picture Placeholder 2">
            <a:extLst>
              <a:ext uri="{FF2B5EF4-FFF2-40B4-BE49-F238E27FC236}">
                <a16:creationId xmlns:a16="http://schemas.microsoft.com/office/drawing/2014/main" id="{30CD6C37-12EA-48C0-8E9A-F8FCCB2FE08B}"/>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IN"/>
          </a:p>
        </p:txBody>
      </p:sp>
      <p:sp>
        <p:nvSpPr>
          <p:cNvPr id="4" name="Text Placeholder 3">
            <a:extLst>
              <a:ext uri="{FF2B5EF4-FFF2-40B4-BE49-F238E27FC236}">
                <a16:creationId xmlns:a16="http://schemas.microsoft.com/office/drawing/2014/main" id="{2A9A4FB5-B515-4194-91FC-916614035D73}"/>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C8CF4FC5-25DD-4BE5-996E-AE5F692E52DB}"/>
              </a:ext>
            </a:extLst>
          </p:cNvPr>
          <p:cNvSpPr>
            <a:spLocks noGrp="1"/>
          </p:cNvSpPr>
          <p:nvPr>
            <p:ph type="dt" sz="half" idx="10"/>
          </p:nvPr>
        </p:nvSpPr>
        <p:spPr/>
        <p:txBody>
          <a:bodyPr/>
          <a:lstStyle/>
          <a:p>
            <a:fld id="{11B9796A-0187-41A5-A4DA-A3AA5EA01693}" type="datetimeFigureOut">
              <a:rPr lang="en-IN" smtClean="0"/>
              <a:t>22-10-2024</a:t>
            </a:fld>
            <a:endParaRPr lang="en-IN"/>
          </a:p>
        </p:txBody>
      </p:sp>
      <p:sp>
        <p:nvSpPr>
          <p:cNvPr id="6" name="Footer Placeholder 5">
            <a:extLst>
              <a:ext uri="{FF2B5EF4-FFF2-40B4-BE49-F238E27FC236}">
                <a16:creationId xmlns:a16="http://schemas.microsoft.com/office/drawing/2014/main" id="{FCA6FF22-A4D9-4C15-9FE6-BD232EF737D5}"/>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084655B9-769F-4B89-B73C-88AF666B5A1D}"/>
              </a:ext>
            </a:extLst>
          </p:cNvPr>
          <p:cNvSpPr>
            <a:spLocks noGrp="1"/>
          </p:cNvSpPr>
          <p:nvPr>
            <p:ph type="sldNum" sz="quarter" idx="12"/>
          </p:nvPr>
        </p:nvSpPr>
        <p:spPr/>
        <p:txBody>
          <a:bodyPr/>
          <a:lstStyle/>
          <a:p>
            <a:fld id="{8AC82731-6487-4456-8D7A-2BAA442B98F9}" type="slidenum">
              <a:rPr lang="en-IN" smtClean="0"/>
              <a:t>‹#›</a:t>
            </a:fld>
            <a:endParaRPr lang="en-IN"/>
          </a:p>
        </p:txBody>
      </p:sp>
    </p:spTree>
    <p:extLst>
      <p:ext uri="{BB962C8B-B14F-4D97-AF65-F5344CB8AC3E}">
        <p14:creationId xmlns:p14="http://schemas.microsoft.com/office/powerpoint/2010/main" val="1484983338"/>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F5FC955-AF5F-4D5F-9C5B-9B4E2C507BDB}"/>
              </a:ext>
            </a:extLst>
          </p:cNvPr>
          <p:cNvSpPr>
            <a:spLocks noGrp="1"/>
          </p:cNvSpPr>
          <p:nvPr>
            <p:ph type="title"/>
          </p:nvPr>
        </p:nvSpPr>
        <p:spPr/>
        <p:txBody>
          <a:bodyPr/>
          <a:lstStyle/>
          <a:p>
            <a:r>
              <a:rPr lang="en-US"/>
              <a:t>Click to edit Master title style</a:t>
            </a:r>
            <a:endParaRPr lang="en-IN"/>
          </a:p>
        </p:txBody>
      </p:sp>
      <p:sp>
        <p:nvSpPr>
          <p:cNvPr id="3" name="Vertical Text Placeholder 2">
            <a:extLst>
              <a:ext uri="{FF2B5EF4-FFF2-40B4-BE49-F238E27FC236}">
                <a16:creationId xmlns:a16="http://schemas.microsoft.com/office/drawing/2014/main" id="{7BBFA3EA-E476-484F-A5D2-AD856F8C9911}"/>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B7870F7B-740C-4C57-8970-5432EC983C49}"/>
              </a:ext>
            </a:extLst>
          </p:cNvPr>
          <p:cNvSpPr>
            <a:spLocks noGrp="1"/>
          </p:cNvSpPr>
          <p:nvPr>
            <p:ph type="dt" sz="half" idx="10"/>
          </p:nvPr>
        </p:nvSpPr>
        <p:spPr/>
        <p:txBody>
          <a:bodyPr/>
          <a:lstStyle/>
          <a:p>
            <a:fld id="{11B9796A-0187-41A5-A4DA-A3AA5EA01693}" type="datetimeFigureOut">
              <a:rPr lang="en-IN" smtClean="0"/>
              <a:t>22-10-2024</a:t>
            </a:fld>
            <a:endParaRPr lang="en-IN"/>
          </a:p>
        </p:txBody>
      </p:sp>
      <p:sp>
        <p:nvSpPr>
          <p:cNvPr id="5" name="Footer Placeholder 4">
            <a:extLst>
              <a:ext uri="{FF2B5EF4-FFF2-40B4-BE49-F238E27FC236}">
                <a16:creationId xmlns:a16="http://schemas.microsoft.com/office/drawing/2014/main" id="{178DF686-BA19-4774-8EFA-698B0103DE22}"/>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06B21D87-1C80-4954-BC41-76D135D21F2C}"/>
              </a:ext>
            </a:extLst>
          </p:cNvPr>
          <p:cNvSpPr>
            <a:spLocks noGrp="1"/>
          </p:cNvSpPr>
          <p:nvPr>
            <p:ph type="sldNum" sz="quarter" idx="12"/>
          </p:nvPr>
        </p:nvSpPr>
        <p:spPr/>
        <p:txBody>
          <a:bodyPr/>
          <a:lstStyle/>
          <a:p>
            <a:fld id="{8AC82731-6487-4456-8D7A-2BAA442B98F9}" type="slidenum">
              <a:rPr lang="en-IN" smtClean="0"/>
              <a:t>‹#›</a:t>
            </a:fld>
            <a:endParaRPr lang="en-IN"/>
          </a:p>
        </p:txBody>
      </p:sp>
    </p:spTree>
    <p:extLst>
      <p:ext uri="{BB962C8B-B14F-4D97-AF65-F5344CB8AC3E}">
        <p14:creationId xmlns:p14="http://schemas.microsoft.com/office/powerpoint/2010/main" val="3749814792"/>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9E4EDEF2-6A9C-4ABF-A59C-85AE54982B6B}"/>
              </a:ext>
            </a:extLst>
          </p:cNvPr>
          <p:cNvSpPr>
            <a:spLocks noGrp="1"/>
          </p:cNvSpPr>
          <p:nvPr>
            <p:ph type="title" orient="vert"/>
          </p:nvPr>
        </p:nvSpPr>
        <p:spPr>
          <a:xfrm>
            <a:off x="8724900" y="365125"/>
            <a:ext cx="2628900" cy="5811838"/>
          </a:xfrm>
        </p:spPr>
        <p:txBody>
          <a:bodyPr vert="eaVert"/>
          <a:lstStyle/>
          <a:p>
            <a:r>
              <a:rPr lang="en-US"/>
              <a:t>Click to edit Master title style</a:t>
            </a:r>
            <a:endParaRPr lang="en-IN"/>
          </a:p>
        </p:txBody>
      </p:sp>
      <p:sp>
        <p:nvSpPr>
          <p:cNvPr id="3" name="Vertical Text Placeholder 2">
            <a:extLst>
              <a:ext uri="{FF2B5EF4-FFF2-40B4-BE49-F238E27FC236}">
                <a16:creationId xmlns:a16="http://schemas.microsoft.com/office/drawing/2014/main" id="{7388D1D2-611E-409E-8196-4C3C496E7309}"/>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6B03AD5E-20B9-4093-8375-5C0A28634A68}"/>
              </a:ext>
            </a:extLst>
          </p:cNvPr>
          <p:cNvSpPr>
            <a:spLocks noGrp="1"/>
          </p:cNvSpPr>
          <p:nvPr>
            <p:ph type="dt" sz="half" idx="10"/>
          </p:nvPr>
        </p:nvSpPr>
        <p:spPr/>
        <p:txBody>
          <a:bodyPr/>
          <a:lstStyle/>
          <a:p>
            <a:fld id="{11B9796A-0187-41A5-A4DA-A3AA5EA01693}" type="datetimeFigureOut">
              <a:rPr lang="en-IN" smtClean="0"/>
              <a:t>22-10-2024</a:t>
            </a:fld>
            <a:endParaRPr lang="en-IN"/>
          </a:p>
        </p:txBody>
      </p:sp>
      <p:sp>
        <p:nvSpPr>
          <p:cNvPr id="5" name="Footer Placeholder 4">
            <a:extLst>
              <a:ext uri="{FF2B5EF4-FFF2-40B4-BE49-F238E27FC236}">
                <a16:creationId xmlns:a16="http://schemas.microsoft.com/office/drawing/2014/main" id="{1EDC7890-8E18-467D-90DB-E7AA6E9CE5DE}"/>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A0885114-5588-4C36-9440-7055D336FE77}"/>
              </a:ext>
            </a:extLst>
          </p:cNvPr>
          <p:cNvSpPr>
            <a:spLocks noGrp="1"/>
          </p:cNvSpPr>
          <p:nvPr>
            <p:ph type="sldNum" sz="quarter" idx="12"/>
          </p:nvPr>
        </p:nvSpPr>
        <p:spPr/>
        <p:txBody>
          <a:bodyPr/>
          <a:lstStyle/>
          <a:p>
            <a:fld id="{8AC82731-6487-4456-8D7A-2BAA442B98F9}" type="slidenum">
              <a:rPr lang="en-IN" smtClean="0"/>
              <a:t>‹#›</a:t>
            </a:fld>
            <a:endParaRPr lang="en-IN"/>
          </a:p>
        </p:txBody>
      </p:sp>
    </p:spTree>
    <p:extLst>
      <p:ext uri="{BB962C8B-B14F-4D97-AF65-F5344CB8AC3E}">
        <p14:creationId xmlns:p14="http://schemas.microsoft.com/office/powerpoint/2010/main" val="3580487325"/>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BF4AD0D7-D69C-40CC-8BDD-9E6F0A542961}"/>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IN"/>
          </a:p>
        </p:txBody>
      </p:sp>
      <p:sp>
        <p:nvSpPr>
          <p:cNvPr id="3" name="Text Placeholder 2">
            <a:extLst>
              <a:ext uri="{FF2B5EF4-FFF2-40B4-BE49-F238E27FC236}">
                <a16:creationId xmlns:a16="http://schemas.microsoft.com/office/drawing/2014/main" id="{299BEED1-7E57-41C5-9FC2-8094C82FDC62}"/>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9B4F9013-5F75-4BC7-B258-B1E5B0DFE07F}"/>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1B9796A-0187-41A5-A4DA-A3AA5EA01693}" type="datetimeFigureOut">
              <a:rPr lang="en-IN" smtClean="0"/>
              <a:t>22-10-2024</a:t>
            </a:fld>
            <a:endParaRPr lang="en-IN"/>
          </a:p>
        </p:txBody>
      </p:sp>
      <p:sp>
        <p:nvSpPr>
          <p:cNvPr id="5" name="Footer Placeholder 4">
            <a:extLst>
              <a:ext uri="{FF2B5EF4-FFF2-40B4-BE49-F238E27FC236}">
                <a16:creationId xmlns:a16="http://schemas.microsoft.com/office/drawing/2014/main" id="{DCCFAACA-E6EB-4D6B-946F-E08D0434CB1F}"/>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IN"/>
          </a:p>
        </p:txBody>
      </p:sp>
      <p:sp>
        <p:nvSpPr>
          <p:cNvPr id="6" name="Slide Number Placeholder 5">
            <a:extLst>
              <a:ext uri="{FF2B5EF4-FFF2-40B4-BE49-F238E27FC236}">
                <a16:creationId xmlns:a16="http://schemas.microsoft.com/office/drawing/2014/main" id="{A0FF5442-3E52-4CD0-AE5A-DFD2FA6A0AC9}"/>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8AC82731-6487-4456-8D7A-2BAA442B98F9}" type="slidenum">
              <a:rPr lang="en-IN" smtClean="0"/>
              <a:t>‹#›</a:t>
            </a:fld>
            <a:endParaRPr lang="en-IN"/>
          </a:p>
        </p:txBody>
      </p:sp>
    </p:spTree>
    <p:extLst>
      <p:ext uri="{BB962C8B-B14F-4D97-AF65-F5344CB8AC3E}">
        <p14:creationId xmlns:p14="http://schemas.microsoft.com/office/powerpoint/2010/main" val="651016502"/>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8.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8.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6.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8.xml"/></Relationships>
</file>

<file path=ppt/slides/_rels/slide7.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8.xml"/></Relationships>
</file>

<file path=ppt/slides/_rels/slide8.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8.xml"/></Relationships>
</file>

<file path=ppt/slides/_rels/slide9.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8.xml"/></Relationships>
</file>

<file path=ppt/slides/_rels/slide10.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8.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8.xml"/></Relationships>
</file>

<file path=ppt/slides/_rels/slide13.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8.xml"/></Relationships>
</file>

<file path=ppt/slides/_rels/slide14.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8.xml"/></Relationships>
</file>

<file path=ppt/slides/_rels/slide15.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8.xml"/></Relationships>
</file>

<file path=ppt/slides/_rels/slide16.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8.xml"/></Relationships>
</file>

<file path=ppt/slides/_rels/slide17.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8.xml"/></Relationships>
</file>

<file path=ppt/slides/_rels/slide18.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Layout" Target="../slideLayouts/slideLayout8.xml"/></Relationships>
</file>

<file path=ppt/slides/_rels/slide19.xml.rels><?xml version="1.0" encoding="UTF-8" standalone="yes"?>
<Relationships xmlns="http://schemas.openxmlformats.org/package/2006/relationships"><Relationship Id="rId2" Type="http://schemas.openxmlformats.org/officeDocument/2006/relationships/image" Target="../media/image15.png"/><Relationship Id="rId1" Type="http://schemas.openxmlformats.org/officeDocument/2006/relationships/slideLayout" Target="../slideLayouts/slideLayout8.xml"/></Relationships>
</file>

<file path=ppt/slides/_rels/slide20.xml.rels><?xml version="1.0" encoding="UTF-8" standalone="yes"?>
<Relationships xmlns="http://schemas.openxmlformats.org/package/2006/relationships"><Relationship Id="rId2" Type="http://schemas.openxmlformats.org/officeDocument/2006/relationships/image" Target="../media/image16.png"/><Relationship Id="rId1" Type="http://schemas.openxmlformats.org/officeDocument/2006/relationships/slideLayout" Target="../slideLayouts/slideLayout8.xml"/></Relationships>
</file>

<file path=ppt/slides/_rels/slide21.xml.rels><?xml version="1.0" encoding="UTF-8" standalone="yes"?>
<Relationships xmlns="http://schemas.openxmlformats.org/package/2006/relationships"><Relationship Id="rId2" Type="http://schemas.openxmlformats.org/officeDocument/2006/relationships/image" Target="../media/image17.png"/><Relationship Id="rId1" Type="http://schemas.openxmlformats.org/officeDocument/2006/relationships/slideLayout" Target="../slideLayouts/slideLayout8.xml"/></Relationships>
</file>

<file path=ppt/slides/_rels/slide22.xml.rels><?xml version="1.0" encoding="UTF-8" standalone="yes"?>
<Relationships xmlns="http://schemas.openxmlformats.org/package/2006/relationships"><Relationship Id="rId2" Type="http://schemas.openxmlformats.org/officeDocument/2006/relationships/image" Target="../media/image18.png"/><Relationship Id="rId1" Type="http://schemas.openxmlformats.org/officeDocument/2006/relationships/slideLayout" Target="../slideLayouts/slideLayout8.xml"/></Relationships>
</file>

<file path=ppt/slides/_rels/slide23.xml.rels><?xml version="1.0" encoding="UTF-8" standalone="yes"?>
<Relationships xmlns="http://schemas.openxmlformats.org/package/2006/relationships"><Relationship Id="rId2" Type="http://schemas.openxmlformats.org/officeDocument/2006/relationships/image" Target="../media/image19.png"/><Relationship Id="rId1" Type="http://schemas.openxmlformats.org/officeDocument/2006/relationships/slideLayout" Target="../slideLayouts/slideLayout8.xml"/></Relationships>
</file>

<file path=ppt/slides/_rels/slide24.xml.rels><?xml version="1.0" encoding="UTF-8" standalone="yes"?>
<Relationships xmlns="http://schemas.openxmlformats.org/package/2006/relationships"><Relationship Id="rId2" Type="http://schemas.openxmlformats.org/officeDocument/2006/relationships/image" Target="../media/image20.png"/><Relationship Id="rId1" Type="http://schemas.openxmlformats.org/officeDocument/2006/relationships/slideLayout" Target="../slideLayouts/slideLayout8.xml"/></Relationships>
</file>

<file path=ppt/slides/_rels/slide25.xml.rels><?xml version="1.0" encoding="UTF-8" standalone="yes"?>
<Relationships xmlns="http://schemas.openxmlformats.org/package/2006/relationships"><Relationship Id="rId2" Type="http://schemas.openxmlformats.org/officeDocument/2006/relationships/image" Target="../media/image21.png"/><Relationship Id="rId1" Type="http://schemas.openxmlformats.org/officeDocument/2006/relationships/slideLayout" Target="../slideLayouts/slideLayout8.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D0F926A-CB27-4509-ABA1-155A93111858}"/>
              </a:ext>
            </a:extLst>
          </p:cNvPr>
          <p:cNvSpPr>
            <a:spLocks noGrp="1"/>
          </p:cNvSpPr>
          <p:nvPr>
            <p:ph type="title"/>
          </p:nvPr>
        </p:nvSpPr>
        <p:spPr>
          <a:xfrm>
            <a:off x="838200" y="365126"/>
            <a:ext cx="10515600" cy="605546"/>
          </a:xfrm>
        </p:spPr>
        <p:txBody>
          <a:bodyPr>
            <a:normAutofit fontScale="90000"/>
          </a:bodyPr>
          <a:lstStyle/>
          <a:p>
            <a:pPr algn="ctr"/>
            <a:r>
              <a:rPr lang="en-IN" sz="4000" dirty="0" err="1">
                <a:solidFill>
                  <a:srgbClr val="FF0000"/>
                </a:solidFill>
                <a:effectLst/>
                <a:latin typeface="Nirmala UI" panose="020B0502040204020203" pitchFamily="34" charset="0"/>
                <a:ea typeface="Calibri" panose="020F0502020204030204" pitchFamily="34" charset="0"/>
                <a:cs typeface="Times New Roman" panose="02020603050405020304" pitchFamily="18" charset="0"/>
              </a:rPr>
              <a:t>शेळीपालन</a:t>
            </a:r>
            <a:endParaRPr lang="en-IN" dirty="0">
              <a:solidFill>
                <a:srgbClr val="FF0000"/>
              </a:solidFill>
            </a:endParaRPr>
          </a:p>
        </p:txBody>
      </p:sp>
      <p:sp>
        <p:nvSpPr>
          <p:cNvPr id="3" name="Content Placeholder 2">
            <a:extLst>
              <a:ext uri="{FF2B5EF4-FFF2-40B4-BE49-F238E27FC236}">
                <a16:creationId xmlns:a16="http://schemas.microsoft.com/office/drawing/2014/main" id="{7528E829-9265-4259-90C7-F677F972D52E}"/>
              </a:ext>
            </a:extLst>
          </p:cNvPr>
          <p:cNvSpPr>
            <a:spLocks noGrp="1"/>
          </p:cNvSpPr>
          <p:nvPr>
            <p:ph idx="1"/>
          </p:nvPr>
        </p:nvSpPr>
        <p:spPr>
          <a:xfrm>
            <a:off x="838200" y="1125415"/>
            <a:ext cx="10515600" cy="5051548"/>
          </a:xfrm>
        </p:spPr>
        <p:txBody>
          <a:bodyPr/>
          <a:lstStyle/>
          <a:p>
            <a:pPr marL="0" indent="0" algn="ctr">
              <a:lnSpc>
                <a:spcPct val="107000"/>
              </a:lnSpc>
              <a:spcAft>
                <a:spcPts val="800"/>
              </a:spcAft>
              <a:buNone/>
            </a:pPr>
            <a:endParaRPr lang="en-IN" sz="1800" dirty="0">
              <a:effectLst/>
              <a:latin typeface="Calibri" panose="020F0502020204030204" pitchFamily="34" charset="0"/>
              <a:ea typeface="Calibri" panose="020F0502020204030204" pitchFamily="34" charset="0"/>
              <a:cs typeface="Times New Roman" panose="02020603050405020304" pitchFamily="18" charset="0"/>
            </a:endParaRPr>
          </a:p>
          <a:p>
            <a:pPr>
              <a:lnSpc>
                <a:spcPct val="107000"/>
              </a:lnSpc>
              <a:spcAft>
                <a:spcPts val="800"/>
              </a:spcAft>
            </a:pPr>
            <a:r>
              <a:rPr lang="en-IN" sz="2400" dirty="0" err="1">
                <a:effectLst/>
                <a:latin typeface="Nirmala UI" panose="020B0502040204020203" pitchFamily="34" charset="0"/>
                <a:ea typeface="Calibri" panose="020F0502020204030204" pitchFamily="34" charset="0"/>
                <a:cs typeface="Times New Roman" panose="02020603050405020304" pitchFamily="18" charset="0"/>
              </a:rPr>
              <a:t>भारतामध्ये</a:t>
            </a:r>
            <a:r>
              <a:rPr lang="en-IN" sz="2400" dirty="0">
                <a:effectLst/>
                <a:latin typeface="Calibri" panose="020F0502020204030204" pitchFamily="34" charset="0"/>
                <a:ea typeface="Calibri" panose="020F0502020204030204" pitchFamily="34" charset="0"/>
                <a:cs typeface="Times New Roman" panose="02020603050405020304" pitchFamily="18" charset="0"/>
              </a:rPr>
              <a:t> </a:t>
            </a:r>
            <a:r>
              <a:rPr lang="en-IN" sz="2400" dirty="0" err="1">
                <a:effectLst/>
                <a:latin typeface="Nirmala UI" panose="020B0502040204020203" pitchFamily="34" charset="0"/>
                <a:ea typeface="Calibri" panose="020F0502020204030204" pitchFamily="34" charset="0"/>
                <a:cs typeface="Times New Roman" panose="02020603050405020304" pitchFamily="18" charset="0"/>
              </a:rPr>
              <a:t>शेळ्यांची</a:t>
            </a:r>
            <a:r>
              <a:rPr lang="en-IN" sz="2400" dirty="0">
                <a:effectLst/>
                <a:latin typeface="Calibri" panose="020F0502020204030204" pitchFamily="34" charset="0"/>
                <a:ea typeface="Calibri" panose="020F0502020204030204" pitchFamily="34" charset="0"/>
                <a:cs typeface="Times New Roman" panose="02020603050405020304" pitchFamily="18" charset="0"/>
              </a:rPr>
              <a:t> </a:t>
            </a:r>
            <a:r>
              <a:rPr lang="en-IN" sz="2400" dirty="0" err="1">
                <a:effectLst/>
                <a:latin typeface="Nirmala UI" panose="020B0502040204020203" pitchFamily="34" charset="0"/>
                <a:ea typeface="Calibri" panose="020F0502020204030204" pitchFamily="34" charset="0"/>
                <a:cs typeface="Times New Roman" panose="02020603050405020304" pitchFamily="18" charset="0"/>
              </a:rPr>
              <a:t>एकूण</a:t>
            </a:r>
            <a:r>
              <a:rPr lang="en-IN" sz="2400" dirty="0">
                <a:effectLst/>
                <a:latin typeface="Calibri" panose="020F0502020204030204" pitchFamily="34" charset="0"/>
                <a:ea typeface="Calibri" panose="020F0502020204030204" pitchFamily="34" charset="0"/>
                <a:cs typeface="Times New Roman" panose="02020603050405020304" pitchFamily="18" charset="0"/>
              </a:rPr>
              <a:t> </a:t>
            </a:r>
            <a:r>
              <a:rPr lang="hi-IN" sz="2400" dirty="0">
                <a:effectLst/>
                <a:latin typeface="Calibri" panose="020F0502020204030204" pitchFamily="34" charset="0"/>
                <a:ea typeface="Calibri" panose="020F0502020204030204" pitchFamily="34" charset="0"/>
                <a:cs typeface="Times New Roman" panose="02020603050405020304" pitchFamily="18" charset="0"/>
              </a:rPr>
              <a:t>२३</a:t>
            </a:r>
            <a:r>
              <a:rPr lang="en-IN" sz="2400" dirty="0">
                <a:effectLst/>
                <a:latin typeface="Calibri" panose="020F0502020204030204" pitchFamily="34" charset="0"/>
                <a:ea typeface="Calibri" panose="020F0502020204030204" pitchFamily="34" charset="0"/>
                <a:cs typeface="Times New Roman" panose="02020603050405020304" pitchFamily="18" charset="0"/>
              </a:rPr>
              <a:t> </a:t>
            </a:r>
            <a:r>
              <a:rPr lang="en-IN" sz="2400" dirty="0" err="1">
                <a:effectLst/>
                <a:latin typeface="Nirmala UI" panose="020B0502040204020203" pitchFamily="34" charset="0"/>
                <a:ea typeface="Calibri" panose="020F0502020204030204" pitchFamily="34" charset="0"/>
                <a:cs typeface="Times New Roman" panose="02020603050405020304" pitchFamily="18" charset="0"/>
              </a:rPr>
              <a:t>जाती</a:t>
            </a:r>
            <a:r>
              <a:rPr lang="en-IN" sz="2400" dirty="0">
                <a:effectLst/>
                <a:latin typeface="Calibri" panose="020F0502020204030204" pitchFamily="34" charset="0"/>
                <a:ea typeface="Calibri" panose="020F0502020204030204" pitchFamily="34" charset="0"/>
                <a:cs typeface="Times New Roman" panose="02020603050405020304" pitchFamily="18" charset="0"/>
              </a:rPr>
              <a:t> </a:t>
            </a:r>
            <a:r>
              <a:rPr lang="en-IN" sz="2400" dirty="0" err="1">
                <a:effectLst/>
                <a:latin typeface="Nirmala UI" panose="020B0502040204020203" pitchFamily="34" charset="0"/>
                <a:ea typeface="Calibri" panose="020F0502020204030204" pitchFamily="34" charset="0"/>
                <a:cs typeface="Times New Roman" panose="02020603050405020304" pitchFamily="18" charset="0"/>
              </a:rPr>
              <a:t>आहे</a:t>
            </a:r>
            <a:r>
              <a:rPr lang="en-IN" sz="2400" dirty="0">
                <a:effectLst/>
                <a:latin typeface="Calibri" panose="020F0502020204030204" pitchFamily="34" charset="0"/>
                <a:ea typeface="Calibri" panose="020F0502020204030204" pitchFamily="34" charset="0"/>
                <a:cs typeface="Times New Roman" panose="02020603050405020304" pitchFamily="18" charset="0"/>
              </a:rPr>
              <a:t>. </a:t>
            </a:r>
            <a:r>
              <a:rPr lang="en-IN" sz="2400" dirty="0" err="1">
                <a:effectLst/>
                <a:latin typeface="Nirmala UI" panose="020B0502040204020203" pitchFamily="34" charset="0"/>
                <a:ea typeface="Calibri" panose="020F0502020204030204" pitchFamily="34" charset="0"/>
                <a:cs typeface="Times New Roman" panose="02020603050405020304" pitchFamily="18" charset="0"/>
              </a:rPr>
              <a:t>शेळीपालन</a:t>
            </a:r>
            <a:r>
              <a:rPr lang="en-IN" sz="2400" dirty="0">
                <a:effectLst/>
                <a:latin typeface="Calibri" panose="020F0502020204030204" pitchFamily="34" charset="0"/>
                <a:ea typeface="Calibri" panose="020F0502020204030204" pitchFamily="34" charset="0"/>
                <a:cs typeface="Times New Roman" panose="02020603050405020304" pitchFamily="18" charset="0"/>
              </a:rPr>
              <a:t> </a:t>
            </a:r>
            <a:r>
              <a:rPr lang="en-IN" sz="2400" dirty="0" err="1">
                <a:effectLst/>
                <a:latin typeface="Nirmala UI" panose="020B0502040204020203" pitchFamily="34" charset="0"/>
                <a:ea typeface="Calibri" panose="020F0502020204030204" pitchFamily="34" charset="0"/>
                <a:cs typeface="Times New Roman" panose="02020603050405020304" pitchFamily="18" charset="0"/>
              </a:rPr>
              <a:t>मांस</a:t>
            </a:r>
            <a:r>
              <a:rPr lang="en-IN" sz="2400" dirty="0">
                <a:effectLst/>
                <a:latin typeface="Calibri" panose="020F0502020204030204" pitchFamily="34" charset="0"/>
                <a:ea typeface="Calibri" panose="020F0502020204030204" pitchFamily="34" charset="0"/>
                <a:cs typeface="Times New Roman" panose="02020603050405020304" pitchFamily="18" charset="0"/>
              </a:rPr>
              <a:t> </a:t>
            </a:r>
            <a:r>
              <a:rPr lang="en-IN" sz="2400" dirty="0">
                <a:effectLst/>
                <a:latin typeface="Nirmala UI" panose="020B0502040204020203" pitchFamily="34" charset="0"/>
                <a:ea typeface="Calibri" panose="020F0502020204030204" pitchFamily="34" charset="0"/>
                <a:cs typeface="Times New Roman" panose="02020603050405020304" pitchFamily="18" charset="0"/>
              </a:rPr>
              <a:t>व</a:t>
            </a:r>
            <a:r>
              <a:rPr lang="en-IN" sz="2400" dirty="0">
                <a:effectLst/>
                <a:latin typeface="Calibri" panose="020F0502020204030204" pitchFamily="34" charset="0"/>
                <a:ea typeface="Calibri" panose="020F0502020204030204" pitchFamily="34" charset="0"/>
                <a:cs typeface="Times New Roman" panose="02020603050405020304" pitchFamily="18" charset="0"/>
              </a:rPr>
              <a:t> </a:t>
            </a:r>
            <a:r>
              <a:rPr lang="en-IN" sz="2400" dirty="0" err="1">
                <a:effectLst/>
                <a:latin typeface="Nirmala UI" panose="020B0502040204020203" pitchFamily="34" charset="0"/>
                <a:ea typeface="Calibri" panose="020F0502020204030204" pitchFamily="34" charset="0"/>
                <a:cs typeface="Times New Roman" panose="02020603050405020304" pitchFamily="18" charset="0"/>
              </a:rPr>
              <a:t>दूध</a:t>
            </a:r>
            <a:r>
              <a:rPr lang="en-IN" sz="2400" dirty="0">
                <a:effectLst/>
                <a:latin typeface="Calibri" panose="020F0502020204030204" pitchFamily="34" charset="0"/>
                <a:ea typeface="Calibri" panose="020F0502020204030204" pitchFamily="34" charset="0"/>
                <a:cs typeface="Times New Roman" panose="02020603050405020304" pitchFamily="18" charset="0"/>
              </a:rPr>
              <a:t> </a:t>
            </a:r>
            <a:r>
              <a:rPr lang="en-IN" sz="2400" dirty="0">
                <a:effectLst/>
                <a:latin typeface="Nirmala UI" panose="020B0502040204020203" pitchFamily="34" charset="0"/>
                <a:ea typeface="Calibri" panose="020F0502020204030204" pitchFamily="34" charset="0"/>
                <a:cs typeface="Times New Roman" panose="02020603050405020304" pitchFamily="18" charset="0"/>
              </a:rPr>
              <a:t>उत्पादन</a:t>
            </a:r>
            <a:r>
              <a:rPr lang="en-IN" sz="2400" dirty="0">
                <a:effectLst/>
                <a:latin typeface="Calibri" panose="020F0502020204030204" pitchFamily="34" charset="0"/>
                <a:ea typeface="Calibri" panose="020F0502020204030204" pitchFamily="34" charset="0"/>
                <a:cs typeface="Times New Roman" panose="02020603050405020304" pitchFamily="18" charset="0"/>
              </a:rPr>
              <a:t> </a:t>
            </a:r>
            <a:r>
              <a:rPr lang="en-IN" sz="2400" dirty="0">
                <a:effectLst/>
                <a:latin typeface="Nirmala UI" panose="020B0502040204020203" pitchFamily="34" charset="0"/>
                <a:ea typeface="Calibri" panose="020F0502020204030204" pitchFamily="34" charset="0"/>
                <a:cs typeface="Times New Roman" panose="02020603050405020304" pitchFamily="18" charset="0"/>
              </a:rPr>
              <a:t>यासाठी</a:t>
            </a:r>
            <a:r>
              <a:rPr lang="en-IN" sz="2400" dirty="0">
                <a:effectLst/>
                <a:latin typeface="Calibri" panose="020F0502020204030204" pitchFamily="34" charset="0"/>
                <a:ea typeface="Calibri" panose="020F0502020204030204" pitchFamily="34" charset="0"/>
                <a:cs typeface="Times New Roman" panose="02020603050405020304" pitchFamily="18" charset="0"/>
              </a:rPr>
              <a:t> </a:t>
            </a:r>
            <a:r>
              <a:rPr lang="en-IN" sz="2400" dirty="0">
                <a:effectLst/>
                <a:latin typeface="Nirmala UI" panose="020B0502040204020203" pitchFamily="34" charset="0"/>
                <a:ea typeface="Calibri" panose="020F0502020204030204" pitchFamily="34" charset="0"/>
                <a:cs typeface="Times New Roman" panose="02020603050405020304" pitchFamily="18" charset="0"/>
              </a:rPr>
              <a:t>केले</a:t>
            </a:r>
            <a:r>
              <a:rPr lang="en-IN" sz="2400" dirty="0">
                <a:effectLst/>
                <a:latin typeface="Calibri" panose="020F0502020204030204" pitchFamily="34" charset="0"/>
                <a:ea typeface="Calibri" panose="020F0502020204030204" pitchFamily="34" charset="0"/>
                <a:cs typeface="Times New Roman" panose="02020603050405020304" pitchFamily="18" charset="0"/>
              </a:rPr>
              <a:t> </a:t>
            </a:r>
            <a:r>
              <a:rPr lang="en-IN" sz="2400" dirty="0">
                <a:effectLst/>
                <a:latin typeface="Nirmala UI" panose="020B0502040204020203" pitchFamily="34" charset="0"/>
                <a:ea typeface="Calibri" panose="020F0502020204030204" pitchFamily="34" charset="0"/>
                <a:cs typeface="Times New Roman" panose="02020603050405020304" pitchFamily="18" charset="0"/>
              </a:rPr>
              <a:t>जाते</a:t>
            </a:r>
            <a:r>
              <a:rPr lang="en-IN" sz="2400" dirty="0">
                <a:effectLst/>
                <a:latin typeface="Calibri" panose="020F0502020204030204" pitchFamily="34" charset="0"/>
                <a:ea typeface="Calibri" panose="020F0502020204030204" pitchFamily="34" charset="0"/>
                <a:cs typeface="Times New Roman" panose="02020603050405020304" pitchFamily="18" charset="0"/>
              </a:rPr>
              <a:t>.  </a:t>
            </a:r>
            <a:r>
              <a:rPr lang="en-IN" sz="2400" dirty="0">
                <a:effectLst/>
                <a:latin typeface="Nirmala UI" panose="020B0502040204020203" pitchFamily="34" charset="0"/>
                <a:ea typeface="Calibri" panose="020F0502020204030204" pitchFamily="34" charset="0"/>
                <a:cs typeface="Times New Roman" panose="02020603050405020304" pitchFamily="18" charset="0"/>
              </a:rPr>
              <a:t>यासाठी</a:t>
            </a:r>
            <a:r>
              <a:rPr lang="en-IN" sz="2400" dirty="0">
                <a:effectLst/>
                <a:latin typeface="Calibri" panose="020F0502020204030204" pitchFamily="34" charset="0"/>
                <a:ea typeface="Calibri" panose="020F0502020204030204" pitchFamily="34" charset="0"/>
                <a:cs typeface="Times New Roman" panose="02020603050405020304" pitchFamily="18" charset="0"/>
              </a:rPr>
              <a:t> </a:t>
            </a:r>
            <a:r>
              <a:rPr lang="en-IN" sz="2400" dirty="0" err="1">
                <a:effectLst/>
                <a:latin typeface="Nirmala UI" panose="020B0502040204020203" pitchFamily="34" charset="0"/>
                <a:ea typeface="Calibri" panose="020F0502020204030204" pitchFamily="34" charset="0"/>
                <a:cs typeface="Times New Roman" panose="02020603050405020304" pitchFamily="18" charset="0"/>
              </a:rPr>
              <a:t>विशिष्ट</a:t>
            </a:r>
            <a:r>
              <a:rPr lang="en-IN" sz="2400" dirty="0">
                <a:effectLst/>
                <a:latin typeface="Calibri" panose="020F0502020204030204" pitchFamily="34" charset="0"/>
                <a:ea typeface="Calibri" panose="020F0502020204030204" pitchFamily="34" charset="0"/>
                <a:cs typeface="Times New Roman" panose="02020603050405020304" pitchFamily="18" charset="0"/>
              </a:rPr>
              <a:t> </a:t>
            </a:r>
            <a:r>
              <a:rPr lang="en-IN" sz="2400" dirty="0" err="1">
                <a:effectLst/>
                <a:latin typeface="Nirmala UI" panose="020B0502040204020203" pitchFamily="34" charset="0"/>
                <a:ea typeface="Calibri" panose="020F0502020204030204" pitchFamily="34" charset="0"/>
                <a:cs typeface="Times New Roman" panose="02020603050405020304" pitchFamily="18" charset="0"/>
              </a:rPr>
              <a:t>जातीच्या</a:t>
            </a:r>
            <a:r>
              <a:rPr lang="en-IN" sz="2400" dirty="0">
                <a:effectLst/>
                <a:latin typeface="Calibri" panose="020F0502020204030204" pitchFamily="34" charset="0"/>
                <a:ea typeface="Calibri" panose="020F0502020204030204" pitchFamily="34" charset="0"/>
                <a:cs typeface="Times New Roman" panose="02020603050405020304" pitchFamily="18" charset="0"/>
              </a:rPr>
              <a:t> </a:t>
            </a:r>
            <a:r>
              <a:rPr lang="en-IN" sz="2400" dirty="0" err="1">
                <a:effectLst/>
                <a:latin typeface="Nirmala UI" panose="020B0502040204020203" pitchFamily="34" charset="0"/>
                <a:ea typeface="Calibri" panose="020F0502020204030204" pitchFamily="34" charset="0"/>
                <a:cs typeface="Times New Roman" panose="02020603050405020304" pitchFamily="18" charset="0"/>
              </a:rPr>
              <a:t>शेळ्यांची</a:t>
            </a:r>
            <a:r>
              <a:rPr lang="en-IN" sz="2400" dirty="0">
                <a:effectLst/>
                <a:latin typeface="Calibri" panose="020F0502020204030204" pitchFamily="34" charset="0"/>
                <a:ea typeface="Calibri" panose="020F0502020204030204" pitchFamily="34" charset="0"/>
                <a:cs typeface="Times New Roman" panose="02020603050405020304" pitchFamily="18" charset="0"/>
              </a:rPr>
              <a:t> </a:t>
            </a:r>
            <a:r>
              <a:rPr lang="en-IN" sz="2400" dirty="0" err="1">
                <a:effectLst/>
                <a:latin typeface="Nirmala UI" panose="020B0502040204020203" pitchFamily="34" charset="0"/>
                <a:ea typeface="Calibri" panose="020F0502020204030204" pitchFamily="34" charset="0"/>
                <a:cs typeface="Times New Roman" panose="02020603050405020304" pitchFamily="18" charset="0"/>
              </a:rPr>
              <a:t>निवड</a:t>
            </a:r>
            <a:r>
              <a:rPr lang="en-IN" sz="2400" dirty="0">
                <a:effectLst/>
                <a:latin typeface="Calibri" panose="020F0502020204030204" pitchFamily="34" charset="0"/>
                <a:ea typeface="Calibri" panose="020F0502020204030204" pitchFamily="34" charset="0"/>
                <a:cs typeface="Times New Roman" panose="02020603050405020304" pitchFamily="18" charset="0"/>
              </a:rPr>
              <a:t> </a:t>
            </a:r>
            <a:r>
              <a:rPr lang="en-IN" sz="2400" dirty="0">
                <a:effectLst/>
                <a:latin typeface="Nirmala UI" panose="020B0502040204020203" pitchFamily="34" charset="0"/>
                <a:ea typeface="Calibri" panose="020F0502020204030204" pitchFamily="34" charset="0"/>
                <a:cs typeface="Times New Roman" panose="02020603050405020304" pitchFamily="18" charset="0"/>
              </a:rPr>
              <a:t>करून</a:t>
            </a:r>
            <a:r>
              <a:rPr lang="en-IN" sz="2400" dirty="0">
                <a:effectLst/>
                <a:latin typeface="Calibri" panose="020F0502020204030204" pitchFamily="34" charset="0"/>
                <a:ea typeface="Calibri" panose="020F0502020204030204" pitchFamily="34" charset="0"/>
                <a:cs typeface="Times New Roman" panose="02020603050405020304" pitchFamily="18" charset="0"/>
              </a:rPr>
              <a:t> </a:t>
            </a:r>
            <a:r>
              <a:rPr lang="en-IN" sz="2400" dirty="0" err="1">
                <a:effectLst/>
                <a:latin typeface="Nirmala UI" panose="020B0502040204020203" pitchFamily="34" charset="0"/>
                <a:ea typeface="Calibri" panose="020F0502020204030204" pitchFamily="34" charset="0"/>
                <a:cs typeface="Times New Roman" panose="02020603050405020304" pitchFamily="18" charset="0"/>
              </a:rPr>
              <a:t>जोपासना</a:t>
            </a:r>
            <a:r>
              <a:rPr lang="en-IN" sz="2400" dirty="0">
                <a:effectLst/>
                <a:latin typeface="Calibri" panose="020F0502020204030204" pitchFamily="34" charset="0"/>
                <a:ea typeface="Calibri" panose="020F0502020204030204" pitchFamily="34" charset="0"/>
                <a:cs typeface="Times New Roman" panose="02020603050405020304" pitchFamily="18" charset="0"/>
              </a:rPr>
              <a:t> </a:t>
            </a:r>
            <a:r>
              <a:rPr lang="en-IN" sz="2400" dirty="0" err="1">
                <a:effectLst/>
                <a:latin typeface="Nirmala UI" panose="020B0502040204020203" pitchFamily="34" charset="0"/>
                <a:ea typeface="Calibri" panose="020F0502020204030204" pitchFamily="34" charset="0"/>
                <a:cs typeface="Times New Roman" panose="02020603050405020304" pitchFamily="18" charset="0"/>
              </a:rPr>
              <a:t>केली</a:t>
            </a:r>
            <a:r>
              <a:rPr lang="en-IN" sz="2400" dirty="0">
                <a:effectLst/>
                <a:latin typeface="Calibri" panose="020F0502020204030204" pitchFamily="34" charset="0"/>
                <a:ea typeface="Calibri" panose="020F0502020204030204" pitchFamily="34" charset="0"/>
                <a:cs typeface="Times New Roman" panose="02020603050405020304" pitchFamily="18" charset="0"/>
              </a:rPr>
              <a:t> </a:t>
            </a:r>
            <a:r>
              <a:rPr lang="en-IN" sz="2400" dirty="0" err="1">
                <a:effectLst/>
                <a:latin typeface="Nirmala UI" panose="020B0502040204020203" pitchFamily="34" charset="0"/>
                <a:ea typeface="Calibri" panose="020F0502020204030204" pitchFamily="34" charset="0"/>
                <a:cs typeface="Times New Roman" panose="02020603050405020304" pitchFamily="18" charset="0"/>
              </a:rPr>
              <a:t>जाते</a:t>
            </a:r>
            <a:r>
              <a:rPr lang="en-IN" sz="2400" dirty="0" err="1">
                <a:effectLst/>
                <a:latin typeface="Calibri" panose="020F0502020204030204" pitchFamily="34" charset="0"/>
                <a:ea typeface="Calibri" panose="020F0502020204030204" pitchFamily="34" charset="0"/>
                <a:cs typeface="Times New Roman" panose="02020603050405020304" pitchFamily="18" charset="0"/>
              </a:rPr>
              <a:t>.</a:t>
            </a:r>
            <a:r>
              <a:rPr lang="en-IN" sz="2400" dirty="0" err="1">
                <a:effectLst/>
                <a:latin typeface="Nirmala UI" panose="020B0502040204020203" pitchFamily="34" charset="0"/>
                <a:ea typeface="Calibri" panose="020F0502020204030204" pitchFamily="34" charset="0"/>
                <a:cs typeface="Times New Roman" panose="02020603050405020304" pitchFamily="18" charset="0"/>
              </a:rPr>
              <a:t>जातींचे</a:t>
            </a:r>
            <a:r>
              <a:rPr lang="en-IN" sz="2400" dirty="0">
                <a:effectLst/>
                <a:latin typeface="Calibri" panose="020F0502020204030204" pitchFamily="34" charset="0"/>
                <a:ea typeface="Calibri" panose="020F0502020204030204" pitchFamily="34" charset="0"/>
                <a:cs typeface="Times New Roman" panose="02020603050405020304" pitchFamily="18" charset="0"/>
              </a:rPr>
              <a:t> </a:t>
            </a:r>
            <a:r>
              <a:rPr lang="en-IN" sz="2400" dirty="0" err="1">
                <a:effectLst/>
                <a:latin typeface="Nirmala UI" panose="020B0502040204020203" pitchFamily="34" charset="0"/>
                <a:ea typeface="Calibri" panose="020F0502020204030204" pitchFamily="34" charset="0"/>
                <a:cs typeface="Times New Roman" panose="02020603050405020304" pitchFamily="18" charset="0"/>
              </a:rPr>
              <a:t>वर्गीकरण</a:t>
            </a:r>
            <a:r>
              <a:rPr lang="en-IN" sz="2400" dirty="0">
                <a:effectLst/>
                <a:latin typeface="Calibri" panose="020F0502020204030204" pitchFamily="34" charset="0"/>
                <a:ea typeface="Calibri" panose="020F0502020204030204" pitchFamily="34" charset="0"/>
                <a:cs typeface="Times New Roman" panose="02020603050405020304" pitchFamily="18" charset="0"/>
              </a:rPr>
              <a:t> </a:t>
            </a:r>
            <a:r>
              <a:rPr lang="en-IN" sz="2400" dirty="0">
                <a:effectLst/>
                <a:latin typeface="Nirmala UI" panose="020B0502040204020203" pitchFamily="34" charset="0"/>
                <a:ea typeface="Calibri" panose="020F0502020204030204" pitchFamily="34" charset="0"/>
                <a:cs typeface="Times New Roman" panose="02020603050405020304" pitchFamily="18" charset="0"/>
              </a:rPr>
              <a:t>दोन</a:t>
            </a:r>
            <a:r>
              <a:rPr lang="en-IN" sz="2400" dirty="0">
                <a:effectLst/>
                <a:latin typeface="Calibri" panose="020F0502020204030204" pitchFamily="34" charset="0"/>
                <a:ea typeface="Calibri" panose="020F0502020204030204" pitchFamily="34" charset="0"/>
                <a:cs typeface="Times New Roman" panose="02020603050405020304" pitchFamily="18" charset="0"/>
              </a:rPr>
              <a:t> </a:t>
            </a:r>
            <a:r>
              <a:rPr lang="en-IN" sz="2400" dirty="0" err="1">
                <a:effectLst/>
                <a:latin typeface="Nirmala UI" panose="020B0502040204020203" pitchFamily="34" charset="0"/>
                <a:ea typeface="Calibri" panose="020F0502020204030204" pitchFamily="34" charset="0"/>
                <a:cs typeface="Times New Roman" panose="02020603050405020304" pitchFamily="18" charset="0"/>
              </a:rPr>
              <a:t>प्रकारे</a:t>
            </a:r>
            <a:r>
              <a:rPr lang="en-IN" sz="2400" dirty="0">
                <a:effectLst/>
                <a:latin typeface="Calibri" panose="020F0502020204030204" pitchFamily="34" charset="0"/>
                <a:ea typeface="Calibri" panose="020F0502020204030204" pitchFamily="34" charset="0"/>
                <a:cs typeface="Times New Roman" panose="02020603050405020304" pitchFamily="18" charset="0"/>
              </a:rPr>
              <a:t> </a:t>
            </a:r>
            <a:r>
              <a:rPr lang="en-IN" sz="2400" dirty="0">
                <a:effectLst/>
                <a:latin typeface="Nirmala UI" panose="020B0502040204020203" pitchFamily="34" charset="0"/>
                <a:ea typeface="Calibri" panose="020F0502020204030204" pitchFamily="34" charset="0"/>
                <a:cs typeface="Times New Roman" panose="02020603050405020304" pitchFamily="18" charset="0"/>
              </a:rPr>
              <a:t>करता</a:t>
            </a:r>
            <a:r>
              <a:rPr lang="en-IN" sz="2400" dirty="0">
                <a:effectLst/>
                <a:latin typeface="Calibri" panose="020F0502020204030204" pitchFamily="34" charset="0"/>
                <a:ea typeface="Calibri" panose="020F0502020204030204" pitchFamily="34" charset="0"/>
                <a:cs typeface="Times New Roman" panose="02020603050405020304" pitchFamily="18" charset="0"/>
              </a:rPr>
              <a:t> </a:t>
            </a:r>
            <a:r>
              <a:rPr lang="en-IN" sz="2400" dirty="0">
                <a:effectLst/>
                <a:latin typeface="Nirmala UI" panose="020B0502040204020203" pitchFamily="34" charset="0"/>
                <a:ea typeface="Calibri" panose="020F0502020204030204" pitchFamily="34" charset="0"/>
                <a:cs typeface="Times New Roman" panose="02020603050405020304" pitchFamily="18" charset="0"/>
              </a:rPr>
              <a:t>येते</a:t>
            </a:r>
            <a:r>
              <a:rPr lang="en-IN" sz="2400" dirty="0">
                <a:effectLst/>
                <a:latin typeface="Calibri" panose="020F0502020204030204" pitchFamily="34" charset="0"/>
                <a:ea typeface="Calibri" panose="020F0502020204030204" pitchFamily="34" charset="0"/>
                <a:cs typeface="Times New Roman" panose="02020603050405020304" pitchFamily="18" charset="0"/>
              </a:rPr>
              <a:t>.</a:t>
            </a:r>
            <a:r>
              <a:rPr lang="en-IN" sz="2400" dirty="0">
                <a:effectLst/>
                <a:latin typeface="Nirmala UI" panose="020B0502040204020203" pitchFamily="34" charset="0"/>
                <a:ea typeface="Calibri" panose="020F0502020204030204" pitchFamily="34" charset="0"/>
                <a:cs typeface="Times New Roman" panose="02020603050405020304" pitchFamily="18" charset="0"/>
              </a:rPr>
              <a:t>१</a:t>
            </a:r>
            <a:r>
              <a:rPr lang="en-IN" sz="2400" dirty="0">
                <a:effectLst/>
                <a:latin typeface="Calibri" panose="020F0502020204030204" pitchFamily="34" charset="0"/>
                <a:ea typeface="Calibri" panose="020F0502020204030204" pitchFamily="34" charset="0"/>
                <a:cs typeface="Times New Roman" panose="02020603050405020304" pitchFamily="18" charset="0"/>
              </a:rPr>
              <a:t>) </a:t>
            </a:r>
            <a:r>
              <a:rPr lang="en-IN" sz="2400" dirty="0" err="1">
                <a:effectLst/>
                <a:latin typeface="Nirmala UI" panose="020B0502040204020203" pitchFamily="34" charset="0"/>
                <a:ea typeface="Calibri" panose="020F0502020204030204" pitchFamily="34" charset="0"/>
                <a:cs typeface="Times New Roman" panose="02020603050405020304" pitchFamily="18" charset="0"/>
              </a:rPr>
              <a:t>उत्पादनाच्या</a:t>
            </a:r>
            <a:r>
              <a:rPr lang="en-IN" sz="2400" dirty="0">
                <a:effectLst/>
                <a:latin typeface="Calibri" panose="020F0502020204030204" pitchFamily="34" charset="0"/>
                <a:ea typeface="Calibri" panose="020F0502020204030204" pitchFamily="34" charset="0"/>
                <a:cs typeface="Times New Roman" panose="02020603050405020304" pitchFamily="18" charset="0"/>
              </a:rPr>
              <a:t> </a:t>
            </a:r>
            <a:r>
              <a:rPr lang="en-IN" sz="2400" dirty="0" err="1">
                <a:effectLst/>
                <a:latin typeface="Nirmala UI" panose="020B0502040204020203" pitchFamily="34" charset="0"/>
                <a:ea typeface="Calibri" panose="020F0502020204030204" pitchFamily="34" charset="0"/>
                <a:cs typeface="Times New Roman" panose="02020603050405020304" pitchFamily="18" charset="0"/>
              </a:rPr>
              <a:t>प्रकारावरून</a:t>
            </a:r>
            <a:r>
              <a:rPr lang="en-IN" sz="2400" dirty="0">
                <a:effectLst/>
                <a:latin typeface="Calibri" panose="020F0502020204030204" pitchFamily="34" charset="0"/>
                <a:ea typeface="Calibri" panose="020F0502020204030204" pitchFamily="34" charset="0"/>
                <a:cs typeface="Times New Roman" panose="02020603050405020304" pitchFamily="18" charset="0"/>
              </a:rPr>
              <a:t> </a:t>
            </a:r>
            <a:r>
              <a:rPr lang="en-IN" sz="2400" dirty="0">
                <a:effectLst/>
                <a:latin typeface="Nirmala UI" panose="020B0502040204020203" pitchFamily="34" charset="0"/>
                <a:ea typeface="Calibri" panose="020F0502020204030204" pitchFamily="34" charset="0"/>
                <a:cs typeface="Times New Roman" panose="02020603050405020304" pitchFamily="18" charset="0"/>
              </a:rPr>
              <a:t>२</a:t>
            </a:r>
            <a:r>
              <a:rPr lang="en-IN" sz="2400" dirty="0">
                <a:effectLst/>
                <a:latin typeface="Calibri" panose="020F0502020204030204" pitchFamily="34" charset="0"/>
                <a:ea typeface="Calibri" panose="020F0502020204030204" pitchFamily="34" charset="0"/>
                <a:cs typeface="Times New Roman" panose="02020603050405020304" pitchFamily="18" charset="0"/>
              </a:rPr>
              <a:t>)  </a:t>
            </a:r>
            <a:r>
              <a:rPr lang="en-IN" sz="2400" dirty="0" err="1">
                <a:effectLst/>
                <a:latin typeface="Nirmala UI" panose="020B0502040204020203" pitchFamily="34" charset="0"/>
                <a:ea typeface="Calibri" panose="020F0502020204030204" pitchFamily="34" charset="0"/>
                <a:cs typeface="Times New Roman" panose="02020603050405020304" pitchFamily="18" charset="0"/>
              </a:rPr>
              <a:t>भौगोलिक</a:t>
            </a:r>
            <a:r>
              <a:rPr lang="en-IN" sz="2400" dirty="0">
                <a:effectLst/>
                <a:latin typeface="Calibri" panose="020F0502020204030204" pitchFamily="34" charset="0"/>
                <a:ea typeface="Calibri" panose="020F0502020204030204" pitchFamily="34" charset="0"/>
                <a:cs typeface="Times New Roman" panose="02020603050405020304" pitchFamily="18" charset="0"/>
              </a:rPr>
              <a:t> </a:t>
            </a:r>
            <a:r>
              <a:rPr lang="en-IN" sz="2400" dirty="0" err="1">
                <a:effectLst/>
                <a:latin typeface="Nirmala UI" panose="020B0502040204020203" pitchFamily="34" charset="0"/>
                <a:ea typeface="Calibri" panose="020F0502020204030204" pitchFamily="34" charset="0"/>
                <a:cs typeface="Times New Roman" panose="02020603050405020304" pitchFamily="18" charset="0"/>
              </a:rPr>
              <a:t>प्रदेशानुसार</a:t>
            </a:r>
            <a:r>
              <a:rPr lang="en-IN" sz="2400" dirty="0">
                <a:effectLst/>
                <a:latin typeface="Calibri" panose="020F0502020204030204" pitchFamily="34" charset="0"/>
                <a:ea typeface="Calibri" panose="020F0502020204030204" pitchFamily="34" charset="0"/>
                <a:cs typeface="Times New Roman" panose="02020603050405020304" pitchFamily="18" charset="0"/>
              </a:rPr>
              <a:t>.</a:t>
            </a:r>
          </a:p>
          <a:p>
            <a:pPr>
              <a:lnSpc>
                <a:spcPct val="107000"/>
              </a:lnSpc>
              <a:spcAft>
                <a:spcPts val="800"/>
              </a:spcAft>
            </a:pPr>
            <a:r>
              <a:rPr lang="en-IN" sz="2400" dirty="0" err="1">
                <a:effectLst/>
                <a:latin typeface="Nirmala UI" panose="020B0502040204020203" pitchFamily="34" charset="0"/>
                <a:ea typeface="Calibri" panose="020F0502020204030204" pitchFamily="34" charset="0"/>
                <a:cs typeface="Times New Roman" panose="02020603050405020304" pitchFamily="18" charset="0"/>
              </a:rPr>
              <a:t>मांसोत्पादनासाठी</a:t>
            </a:r>
            <a:r>
              <a:rPr lang="en-IN" sz="2400" dirty="0">
                <a:effectLst/>
                <a:latin typeface="Calibri" panose="020F0502020204030204" pitchFamily="34" charset="0"/>
                <a:ea typeface="Calibri" panose="020F0502020204030204" pitchFamily="34" charset="0"/>
                <a:cs typeface="Times New Roman" panose="02020603050405020304" pitchFamily="18" charset="0"/>
              </a:rPr>
              <a:t> - </a:t>
            </a:r>
            <a:r>
              <a:rPr lang="en-IN" sz="2400" dirty="0" err="1">
                <a:effectLst/>
                <a:latin typeface="Nirmala UI" panose="020B0502040204020203" pitchFamily="34" charset="0"/>
                <a:ea typeface="Calibri" panose="020F0502020204030204" pitchFamily="34" charset="0"/>
                <a:cs typeface="Times New Roman" panose="02020603050405020304" pitchFamily="18" charset="0"/>
              </a:rPr>
              <a:t>उस्मानाबादी</a:t>
            </a:r>
            <a:r>
              <a:rPr lang="en-IN" sz="2400" dirty="0">
                <a:effectLst/>
                <a:latin typeface="Calibri" panose="020F0502020204030204" pitchFamily="34" charset="0"/>
                <a:ea typeface="Calibri" panose="020F0502020204030204" pitchFamily="34" charset="0"/>
                <a:cs typeface="Times New Roman" panose="02020603050405020304" pitchFamily="18" charset="0"/>
              </a:rPr>
              <a:t>, </a:t>
            </a:r>
            <a:r>
              <a:rPr lang="en-IN" sz="2400" dirty="0" err="1">
                <a:effectLst/>
                <a:latin typeface="Nirmala UI" panose="020B0502040204020203" pitchFamily="34" charset="0"/>
                <a:ea typeface="Calibri" panose="020F0502020204030204" pitchFamily="34" charset="0"/>
                <a:cs typeface="Times New Roman" panose="02020603050405020304" pitchFamily="18" charset="0"/>
              </a:rPr>
              <a:t>ब्लॅक</a:t>
            </a:r>
            <a:r>
              <a:rPr lang="en-IN" sz="2400" dirty="0">
                <a:effectLst/>
                <a:latin typeface="Calibri" panose="020F0502020204030204" pitchFamily="34" charset="0"/>
                <a:ea typeface="Calibri" panose="020F0502020204030204" pitchFamily="34" charset="0"/>
                <a:cs typeface="Times New Roman" panose="02020603050405020304" pitchFamily="18" charset="0"/>
              </a:rPr>
              <a:t> </a:t>
            </a:r>
            <a:r>
              <a:rPr lang="en-IN" sz="2400" dirty="0" err="1">
                <a:effectLst/>
                <a:latin typeface="Nirmala UI" panose="020B0502040204020203" pitchFamily="34" charset="0"/>
                <a:ea typeface="Calibri" panose="020F0502020204030204" pitchFamily="34" charset="0"/>
                <a:cs typeface="Times New Roman" panose="02020603050405020304" pitchFamily="18" charset="0"/>
              </a:rPr>
              <a:t>बेंगाल</a:t>
            </a:r>
            <a:r>
              <a:rPr lang="en-IN" sz="2400" dirty="0">
                <a:effectLst/>
                <a:latin typeface="Calibri" panose="020F0502020204030204" pitchFamily="34" charset="0"/>
                <a:ea typeface="Calibri" panose="020F0502020204030204" pitchFamily="34" charset="0"/>
                <a:cs typeface="Times New Roman" panose="02020603050405020304" pitchFamily="18" charset="0"/>
              </a:rPr>
              <a:t> , </a:t>
            </a:r>
            <a:r>
              <a:rPr lang="en-IN" sz="2400" dirty="0" err="1">
                <a:effectLst/>
                <a:latin typeface="Nirmala UI" panose="020B0502040204020203" pitchFamily="34" charset="0"/>
                <a:ea typeface="Calibri" panose="020F0502020204030204" pitchFamily="34" charset="0"/>
                <a:cs typeface="Times New Roman" panose="02020603050405020304" pitchFamily="18" charset="0"/>
              </a:rPr>
              <a:t>मलबारी</a:t>
            </a:r>
            <a:r>
              <a:rPr lang="en-IN" sz="2400" dirty="0">
                <a:effectLst/>
                <a:latin typeface="Calibri" panose="020F0502020204030204" pitchFamily="34" charset="0"/>
                <a:ea typeface="Calibri" panose="020F0502020204030204" pitchFamily="34" charset="0"/>
                <a:cs typeface="Times New Roman" panose="02020603050405020304" pitchFamily="18" charset="0"/>
              </a:rPr>
              <a:t>, </a:t>
            </a:r>
            <a:r>
              <a:rPr lang="en-IN" sz="2400" dirty="0" err="1">
                <a:effectLst/>
                <a:latin typeface="Nirmala UI" panose="020B0502040204020203" pitchFamily="34" charset="0"/>
                <a:ea typeface="Calibri" panose="020F0502020204030204" pitchFamily="34" charset="0"/>
                <a:cs typeface="Times New Roman" panose="02020603050405020304" pitchFamily="18" charset="0"/>
              </a:rPr>
              <a:t>गंजम</a:t>
            </a:r>
            <a:r>
              <a:rPr lang="en-IN" sz="2400" dirty="0">
                <a:effectLst/>
                <a:latin typeface="Calibri" panose="020F0502020204030204" pitchFamily="34" charset="0"/>
                <a:ea typeface="Calibri" panose="020F0502020204030204" pitchFamily="34" charset="0"/>
                <a:cs typeface="Times New Roman" panose="02020603050405020304" pitchFamily="18" charset="0"/>
              </a:rPr>
              <a:t>,  </a:t>
            </a:r>
          </a:p>
          <a:p>
            <a:pPr>
              <a:lnSpc>
                <a:spcPct val="107000"/>
              </a:lnSpc>
              <a:spcAft>
                <a:spcPts val="800"/>
              </a:spcAft>
            </a:pPr>
            <a:r>
              <a:rPr lang="en-IN" sz="2400" dirty="0" err="1">
                <a:effectLst/>
                <a:latin typeface="Nirmala UI" panose="020B0502040204020203" pitchFamily="34" charset="0"/>
                <a:ea typeface="Calibri" panose="020F0502020204030204" pitchFamily="34" charset="0"/>
                <a:cs typeface="Times New Roman" panose="02020603050405020304" pitchFamily="18" charset="0"/>
              </a:rPr>
              <a:t>मांस</a:t>
            </a:r>
            <a:r>
              <a:rPr lang="en-IN" sz="2400" dirty="0">
                <a:effectLst/>
                <a:latin typeface="Calibri" panose="020F0502020204030204" pitchFamily="34" charset="0"/>
                <a:ea typeface="Calibri" panose="020F0502020204030204" pitchFamily="34" charset="0"/>
                <a:cs typeface="Times New Roman" panose="02020603050405020304" pitchFamily="18" charset="0"/>
              </a:rPr>
              <a:t> </a:t>
            </a:r>
            <a:r>
              <a:rPr lang="en-IN" sz="2400" dirty="0">
                <a:effectLst/>
                <a:latin typeface="Nirmala UI" panose="020B0502040204020203" pitchFamily="34" charset="0"/>
                <a:ea typeface="Calibri" panose="020F0502020204030204" pitchFamily="34" charset="0"/>
                <a:cs typeface="Times New Roman" panose="02020603050405020304" pitchFamily="18" charset="0"/>
              </a:rPr>
              <a:t>व</a:t>
            </a:r>
            <a:r>
              <a:rPr lang="en-IN" sz="2400" dirty="0">
                <a:effectLst/>
                <a:latin typeface="Calibri" panose="020F0502020204030204" pitchFamily="34" charset="0"/>
                <a:ea typeface="Calibri" panose="020F0502020204030204" pitchFamily="34" charset="0"/>
                <a:cs typeface="Times New Roman" panose="02020603050405020304" pitchFamily="18" charset="0"/>
              </a:rPr>
              <a:t> </a:t>
            </a:r>
            <a:r>
              <a:rPr lang="en-IN" sz="2400" dirty="0" err="1">
                <a:effectLst/>
                <a:latin typeface="Nirmala UI" panose="020B0502040204020203" pitchFamily="34" charset="0"/>
                <a:ea typeface="Calibri" panose="020F0502020204030204" pitchFamily="34" charset="0"/>
                <a:cs typeface="Times New Roman" panose="02020603050405020304" pitchFamily="18" charset="0"/>
              </a:rPr>
              <a:t>दूध</a:t>
            </a:r>
            <a:r>
              <a:rPr lang="en-IN" sz="2400" dirty="0">
                <a:effectLst/>
                <a:latin typeface="Calibri" panose="020F0502020204030204" pitchFamily="34" charset="0"/>
                <a:ea typeface="Calibri" panose="020F0502020204030204" pitchFamily="34" charset="0"/>
                <a:cs typeface="Times New Roman" panose="02020603050405020304" pitchFamily="18" charset="0"/>
              </a:rPr>
              <a:t> </a:t>
            </a:r>
            <a:r>
              <a:rPr lang="en-IN" sz="2400" dirty="0" err="1">
                <a:effectLst/>
                <a:latin typeface="Nirmala UI" panose="020B0502040204020203" pitchFamily="34" charset="0"/>
                <a:ea typeface="Calibri" panose="020F0502020204030204" pitchFamily="34" charset="0"/>
                <a:cs typeface="Times New Roman" panose="02020603050405020304" pitchFamily="18" charset="0"/>
              </a:rPr>
              <a:t>उत्पादनासाठी</a:t>
            </a:r>
            <a:r>
              <a:rPr lang="en-IN" sz="2400" dirty="0">
                <a:effectLst/>
                <a:latin typeface="Calibri" panose="020F0502020204030204" pitchFamily="34" charset="0"/>
                <a:ea typeface="Calibri" panose="020F0502020204030204" pitchFamily="34" charset="0"/>
                <a:cs typeface="Times New Roman" panose="02020603050405020304" pitchFamily="18" charset="0"/>
              </a:rPr>
              <a:t> - </a:t>
            </a:r>
            <a:r>
              <a:rPr lang="en-IN" sz="2400" dirty="0" err="1">
                <a:effectLst/>
                <a:latin typeface="Nirmala UI" panose="020B0502040204020203" pitchFamily="34" charset="0"/>
                <a:ea typeface="Calibri" panose="020F0502020204030204" pitchFamily="34" charset="0"/>
                <a:cs typeface="Times New Roman" panose="02020603050405020304" pitchFamily="18" charset="0"/>
              </a:rPr>
              <a:t>बारबारी</a:t>
            </a:r>
            <a:r>
              <a:rPr lang="en-IN" sz="2400" dirty="0">
                <a:effectLst/>
                <a:latin typeface="Calibri" panose="020F0502020204030204" pitchFamily="34" charset="0"/>
                <a:ea typeface="Calibri" panose="020F0502020204030204" pitchFamily="34" charset="0"/>
                <a:cs typeface="Times New Roman" panose="02020603050405020304" pitchFamily="18" charset="0"/>
              </a:rPr>
              <a:t>, </a:t>
            </a:r>
            <a:r>
              <a:rPr lang="en-IN" sz="2400" dirty="0" err="1">
                <a:effectLst/>
                <a:latin typeface="Nirmala UI" panose="020B0502040204020203" pitchFamily="34" charset="0"/>
                <a:ea typeface="Calibri" panose="020F0502020204030204" pitchFamily="34" charset="0"/>
                <a:cs typeface="Times New Roman" panose="02020603050405020304" pitchFamily="18" charset="0"/>
              </a:rPr>
              <a:t>सिरोही</a:t>
            </a:r>
            <a:r>
              <a:rPr lang="en-IN" sz="2400" dirty="0">
                <a:effectLst/>
                <a:latin typeface="Calibri" panose="020F0502020204030204" pitchFamily="34" charset="0"/>
                <a:ea typeface="Calibri" panose="020F0502020204030204" pitchFamily="34" charset="0"/>
                <a:cs typeface="Times New Roman" panose="02020603050405020304" pitchFamily="18" charset="0"/>
              </a:rPr>
              <a:t>, </a:t>
            </a:r>
            <a:r>
              <a:rPr lang="en-IN" sz="2400" dirty="0" err="1">
                <a:effectLst/>
                <a:latin typeface="Nirmala UI" panose="020B0502040204020203" pitchFamily="34" charset="0"/>
                <a:ea typeface="Calibri" panose="020F0502020204030204" pitchFamily="34" charset="0"/>
                <a:cs typeface="Times New Roman" panose="02020603050405020304" pitchFamily="18" charset="0"/>
              </a:rPr>
              <a:t>जमनापारी</a:t>
            </a:r>
            <a:r>
              <a:rPr lang="en-IN" sz="2400" dirty="0">
                <a:effectLst/>
                <a:latin typeface="Calibri" panose="020F0502020204030204" pitchFamily="34" charset="0"/>
                <a:ea typeface="Calibri" panose="020F0502020204030204" pitchFamily="34" charset="0"/>
                <a:cs typeface="Times New Roman" panose="02020603050405020304" pitchFamily="18" charset="0"/>
              </a:rPr>
              <a:t>, </a:t>
            </a:r>
            <a:r>
              <a:rPr lang="en-IN" sz="2400" dirty="0" err="1">
                <a:effectLst/>
                <a:latin typeface="Nirmala UI" panose="020B0502040204020203" pitchFamily="34" charset="0"/>
                <a:ea typeface="Calibri" panose="020F0502020204030204" pitchFamily="34" charset="0"/>
                <a:cs typeface="Times New Roman" panose="02020603050405020304" pitchFamily="18" charset="0"/>
              </a:rPr>
              <a:t>बीटल</a:t>
            </a:r>
            <a:r>
              <a:rPr lang="en-IN" sz="2400" dirty="0">
                <a:effectLst/>
                <a:latin typeface="Calibri" panose="020F0502020204030204" pitchFamily="34" charset="0"/>
                <a:ea typeface="Calibri" panose="020F0502020204030204" pitchFamily="34" charset="0"/>
                <a:cs typeface="Times New Roman" panose="02020603050405020304" pitchFamily="18" charset="0"/>
              </a:rPr>
              <a:t>, </a:t>
            </a:r>
            <a:r>
              <a:rPr lang="en-IN" sz="2400" dirty="0" err="1">
                <a:effectLst/>
                <a:latin typeface="Nirmala UI" panose="020B0502040204020203" pitchFamily="34" charset="0"/>
                <a:ea typeface="Calibri" panose="020F0502020204030204" pitchFamily="34" charset="0"/>
                <a:cs typeface="Times New Roman" panose="02020603050405020304" pitchFamily="18" charset="0"/>
              </a:rPr>
              <a:t>जाखराना</a:t>
            </a:r>
            <a:r>
              <a:rPr lang="en-IN" sz="2400" dirty="0">
                <a:effectLst/>
                <a:latin typeface="Calibri" panose="020F0502020204030204" pitchFamily="34" charset="0"/>
                <a:ea typeface="Calibri" panose="020F0502020204030204" pitchFamily="34" charset="0"/>
                <a:cs typeface="Times New Roman" panose="02020603050405020304" pitchFamily="18" charset="0"/>
              </a:rPr>
              <a:t>, </a:t>
            </a:r>
            <a:r>
              <a:rPr lang="en-IN" sz="2400" dirty="0" err="1">
                <a:effectLst/>
                <a:latin typeface="Nirmala UI" panose="020B0502040204020203" pitchFamily="34" charset="0"/>
                <a:ea typeface="Calibri" panose="020F0502020204030204" pitchFamily="34" charset="0"/>
                <a:cs typeface="Times New Roman" panose="02020603050405020304" pitchFamily="18" charset="0"/>
              </a:rPr>
              <a:t>संगमनेरी</a:t>
            </a:r>
            <a:r>
              <a:rPr lang="en-IN" sz="2400" dirty="0">
                <a:effectLst/>
                <a:latin typeface="Calibri" panose="020F0502020204030204" pitchFamily="34" charset="0"/>
                <a:ea typeface="Calibri" panose="020F0502020204030204" pitchFamily="34" charset="0"/>
                <a:cs typeface="Times New Roman" panose="02020603050405020304" pitchFamily="18" charset="0"/>
              </a:rPr>
              <a:t>, </a:t>
            </a:r>
            <a:r>
              <a:rPr lang="en-IN" sz="2400" dirty="0" err="1">
                <a:effectLst/>
                <a:latin typeface="Nirmala UI" panose="020B0502040204020203" pitchFamily="34" charset="0"/>
                <a:ea typeface="Calibri" panose="020F0502020204030204" pitchFamily="34" charset="0"/>
                <a:cs typeface="Times New Roman" panose="02020603050405020304" pitchFamily="18" charset="0"/>
              </a:rPr>
              <a:t>सुरती</a:t>
            </a:r>
            <a:r>
              <a:rPr lang="en-IN" sz="2400" dirty="0">
                <a:effectLst/>
                <a:latin typeface="Calibri" panose="020F0502020204030204" pitchFamily="34" charset="0"/>
                <a:ea typeface="Calibri" panose="020F0502020204030204" pitchFamily="34" charset="0"/>
                <a:cs typeface="Times New Roman" panose="02020603050405020304" pitchFamily="18" charset="0"/>
              </a:rPr>
              <a:t>, </a:t>
            </a:r>
            <a:r>
              <a:rPr lang="en-IN" sz="2400" dirty="0" err="1">
                <a:effectLst/>
                <a:latin typeface="Nirmala UI" panose="020B0502040204020203" pitchFamily="34" charset="0"/>
                <a:ea typeface="Calibri" panose="020F0502020204030204" pitchFamily="34" charset="0"/>
                <a:cs typeface="Times New Roman" panose="02020603050405020304" pitchFamily="18" charset="0"/>
              </a:rPr>
              <a:t>मेहसाना</a:t>
            </a:r>
            <a:r>
              <a:rPr lang="en-IN" sz="2400" dirty="0">
                <a:effectLst/>
                <a:latin typeface="Calibri" panose="020F0502020204030204" pitchFamily="34" charset="0"/>
                <a:ea typeface="Calibri" panose="020F0502020204030204" pitchFamily="34" charset="0"/>
                <a:cs typeface="Times New Roman" panose="02020603050405020304" pitchFamily="18" charset="0"/>
              </a:rPr>
              <a:t>, </a:t>
            </a:r>
            <a:r>
              <a:rPr lang="en-IN" sz="2400" dirty="0" err="1">
                <a:effectLst/>
                <a:latin typeface="Nirmala UI" panose="020B0502040204020203" pitchFamily="34" charset="0"/>
                <a:ea typeface="Calibri" panose="020F0502020204030204" pitchFamily="34" charset="0"/>
                <a:cs typeface="Times New Roman" panose="02020603050405020304" pitchFamily="18" charset="0"/>
              </a:rPr>
              <a:t>झालवाडी</a:t>
            </a:r>
            <a:r>
              <a:rPr lang="en-IN" sz="2400" dirty="0">
                <a:effectLst/>
                <a:latin typeface="Calibri" panose="020F0502020204030204" pitchFamily="34" charset="0"/>
                <a:ea typeface="Calibri" panose="020F0502020204030204" pitchFamily="34" charset="0"/>
                <a:cs typeface="Times New Roman" panose="02020603050405020304" pitchFamily="18" charset="0"/>
              </a:rPr>
              <a:t>. </a:t>
            </a:r>
          </a:p>
          <a:p>
            <a:pPr>
              <a:lnSpc>
                <a:spcPct val="107000"/>
              </a:lnSpc>
              <a:spcAft>
                <a:spcPts val="800"/>
              </a:spcAft>
            </a:pPr>
            <a:r>
              <a:rPr lang="en-IN" sz="2400" dirty="0" err="1">
                <a:effectLst/>
                <a:latin typeface="Nirmala UI" panose="020B0502040204020203" pitchFamily="34" charset="0"/>
                <a:ea typeface="Calibri" panose="020F0502020204030204" pitchFamily="34" charset="0"/>
                <a:cs typeface="Times New Roman" panose="02020603050405020304" pitchFamily="18" charset="0"/>
              </a:rPr>
              <a:t>धागा</a:t>
            </a:r>
            <a:r>
              <a:rPr lang="en-IN" sz="2400" dirty="0">
                <a:effectLst/>
                <a:latin typeface="Calibri" panose="020F0502020204030204" pitchFamily="34" charset="0"/>
                <a:ea typeface="Calibri" panose="020F0502020204030204" pitchFamily="34" charset="0"/>
                <a:cs typeface="Times New Roman" panose="02020603050405020304" pitchFamily="18" charset="0"/>
              </a:rPr>
              <a:t> </a:t>
            </a:r>
            <a:r>
              <a:rPr lang="en-IN" sz="2400" dirty="0" err="1">
                <a:effectLst/>
                <a:latin typeface="Nirmala UI" panose="020B0502040204020203" pitchFamily="34" charset="0"/>
                <a:ea typeface="Calibri" panose="020F0502020204030204" pitchFamily="34" charset="0"/>
                <a:cs typeface="Times New Roman" panose="02020603050405020304" pitchFamily="18" charset="0"/>
              </a:rPr>
              <a:t>उत्पादनासाठी</a:t>
            </a:r>
            <a:r>
              <a:rPr lang="en-IN" sz="2400" dirty="0">
                <a:effectLst/>
                <a:latin typeface="Calibri" panose="020F0502020204030204" pitchFamily="34" charset="0"/>
                <a:ea typeface="Calibri" panose="020F0502020204030204" pitchFamily="34" charset="0"/>
                <a:cs typeface="Times New Roman" panose="02020603050405020304" pitchFamily="18" charset="0"/>
              </a:rPr>
              <a:t> - </a:t>
            </a:r>
            <a:r>
              <a:rPr lang="en-IN" sz="2400" dirty="0" err="1">
                <a:effectLst/>
                <a:latin typeface="Nirmala UI" panose="020B0502040204020203" pitchFamily="34" charset="0"/>
                <a:ea typeface="Calibri" panose="020F0502020204030204" pitchFamily="34" charset="0"/>
                <a:cs typeface="Times New Roman" panose="02020603050405020304" pitchFamily="18" charset="0"/>
              </a:rPr>
              <a:t>गड्डी</a:t>
            </a:r>
            <a:r>
              <a:rPr lang="en-IN" sz="2400" dirty="0">
                <a:effectLst/>
                <a:latin typeface="Calibri" panose="020F0502020204030204" pitchFamily="34" charset="0"/>
                <a:ea typeface="Calibri" panose="020F0502020204030204" pitchFamily="34" charset="0"/>
                <a:cs typeface="Times New Roman" panose="02020603050405020304" pitchFamily="18" charset="0"/>
              </a:rPr>
              <a:t>, </a:t>
            </a:r>
            <a:r>
              <a:rPr lang="en-IN" sz="2400" dirty="0" err="1">
                <a:effectLst/>
                <a:latin typeface="Nirmala UI" panose="020B0502040204020203" pitchFamily="34" charset="0"/>
                <a:ea typeface="Calibri" panose="020F0502020204030204" pitchFamily="34" charset="0"/>
                <a:cs typeface="Times New Roman" panose="02020603050405020304" pitchFamily="18" charset="0"/>
              </a:rPr>
              <a:t>चेगू</a:t>
            </a:r>
            <a:r>
              <a:rPr lang="en-IN" sz="2400" dirty="0">
                <a:effectLst/>
                <a:latin typeface="Calibri" panose="020F0502020204030204" pitchFamily="34" charset="0"/>
                <a:ea typeface="Calibri" panose="020F0502020204030204" pitchFamily="34" charset="0"/>
                <a:cs typeface="Times New Roman" panose="02020603050405020304" pitchFamily="18" charset="0"/>
              </a:rPr>
              <a:t>, </a:t>
            </a:r>
            <a:r>
              <a:rPr lang="en-IN" sz="2400" dirty="0" err="1">
                <a:effectLst/>
                <a:latin typeface="Nirmala UI" panose="020B0502040204020203" pitchFamily="34" charset="0"/>
                <a:ea typeface="Calibri" panose="020F0502020204030204" pitchFamily="34" charset="0"/>
                <a:cs typeface="Times New Roman" panose="02020603050405020304" pitchFamily="18" charset="0"/>
              </a:rPr>
              <a:t>चांगथानगी</a:t>
            </a:r>
            <a:endParaRPr lang="en-IN" sz="2400" dirty="0">
              <a:effectLst/>
              <a:latin typeface="Calibri" panose="020F0502020204030204" pitchFamily="34" charset="0"/>
              <a:ea typeface="Calibri" panose="020F0502020204030204" pitchFamily="34" charset="0"/>
              <a:cs typeface="Times New Roman" panose="02020603050405020304" pitchFamily="18" charset="0"/>
            </a:endParaRPr>
          </a:p>
          <a:p>
            <a:pPr>
              <a:lnSpc>
                <a:spcPct val="107000"/>
              </a:lnSpc>
              <a:spcAft>
                <a:spcPts val="800"/>
              </a:spcAft>
            </a:pPr>
            <a:r>
              <a:rPr lang="en-IN" sz="2400" dirty="0" err="1">
                <a:effectLst/>
                <a:latin typeface="Nirmala UI" panose="020B0502040204020203" pitchFamily="34" charset="0"/>
                <a:ea typeface="Calibri" panose="020F0502020204030204" pitchFamily="34" charset="0"/>
                <a:cs typeface="Times New Roman" panose="02020603050405020304" pitchFamily="18" charset="0"/>
              </a:rPr>
              <a:t>दूध</a:t>
            </a:r>
            <a:r>
              <a:rPr lang="en-IN" sz="2400" dirty="0">
                <a:effectLst/>
                <a:latin typeface="Calibri" panose="020F0502020204030204" pitchFamily="34" charset="0"/>
                <a:ea typeface="Calibri" panose="020F0502020204030204" pitchFamily="34" charset="0"/>
                <a:cs typeface="Times New Roman" panose="02020603050405020304" pitchFamily="18" charset="0"/>
              </a:rPr>
              <a:t> </a:t>
            </a:r>
            <a:r>
              <a:rPr lang="en-IN" sz="2400" dirty="0">
                <a:effectLst/>
                <a:latin typeface="Nirmala UI" panose="020B0502040204020203" pitchFamily="34" charset="0"/>
                <a:ea typeface="Calibri" panose="020F0502020204030204" pitchFamily="34" charset="0"/>
                <a:cs typeface="Times New Roman" panose="02020603050405020304" pitchFamily="18" charset="0"/>
              </a:rPr>
              <a:t>व</a:t>
            </a:r>
            <a:r>
              <a:rPr lang="en-IN" sz="2400" dirty="0">
                <a:effectLst/>
                <a:latin typeface="Calibri" panose="020F0502020204030204" pitchFamily="34" charset="0"/>
                <a:ea typeface="Calibri" panose="020F0502020204030204" pitchFamily="34" charset="0"/>
                <a:cs typeface="Times New Roman" panose="02020603050405020304" pitchFamily="18" charset="0"/>
              </a:rPr>
              <a:t> </a:t>
            </a:r>
            <a:r>
              <a:rPr lang="en-IN" sz="2400" dirty="0" err="1">
                <a:effectLst/>
                <a:latin typeface="Nirmala UI" panose="020B0502040204020203" pitchFamily="34" charset="0"/>
                <a:ea typeface="Calibri" panose="020F0502020204030204" pitchFamily="34" charset="0"/>
                <a:cs typeface="Times New Roman" panose="02020603050405020304" pitchFamily="18" charset="0"/>
              </a:rPr>
              <a:t>मांस</a:t>
            </a:r>
            <a:r>
              <a:rPr lang="en-IN" sz="2400" dirty="0">
                <a:effectLst/>
                <a:latin typeface="Calibri" panose="020F0502020204030204" pitchFamily="34" charset="0"/>
                <a:ea typeface="Calibri" panose="020F0502020204030204" pitchFamily="34" charset="0"/>
                <a:cs typeface="Times New Roman" panose="02020603050405020304" pitchFamily="18" charset="0"/>
              </a:rPr>
              <a:t> </a:t>
            </a:r>
            <a:r>
              <a:rPr lang="en-IN" sz="2400" dirty="0" err="1">
                <a:effectLst/>
                <a:latin typeface="Nirmala UI" panose="020B0502040204020203" pitchFamily="34" charset="0"/>
                <a:ea typeface="Calibri" panose="020F0502020204030204" pitchFamily="34" charset="0"/>
                <a:cs typeface="Times New Roman" panose="02020603050405020304" pitchFamily="18" charset="0"/>
              </a:rPr>
              <a:t>उत्पादनासाठी</a:t>
            </a:r>
            <a:r>
              <a:rPr lang="en-IN" sz="2400" dirty="0">
                <a:effectLst/>
                <a:latin typeface="Calibri" panose="020F0502020204030204" pitchFamily="34" charset="0"/>
                <a:ea typeface="Calibri" panose="020F0502020204030204" pitchFamily="34" charset="0"/>
                <a:cs typeface="Times New Roman" panose="02020603050405020304" pitchFamily="18" charset="0"/>
              </a:rPr>
              <a:t> </a:t>
            </a:r>
            <a:r>
              <a:rPr lang="en-IN" sz="2400" dirty="0">
                <a:effectLst/>
                <a:latin typeface="Nirmala UI" panose="020B0502040204020203" pitchFamily="34" charset="0"/>
                <a:ea typeface="Calibri" panose="020F0502020204030204" pitchFamily="34" charset="0"/>
                <a:cs typeface="Times New Roman" panose="02020603050405020304" pitchFamily="18" charset="0"/>
              </a:rPr>
              <a:t>उपयुक्त</a:t>
            </a:r>
            <a:r>
              <a:rPr lang="en-IN" sz="2400" dirty="0">
                <a:effectLst/>
                <a:latin typeface="Calibri" panose="020F0502020204030204" pitchFamily="34" charset="0"/>
                <a:ea typeface="Calibri" panose="020F0502020204030204" pitchFamily="34" charset="0"/>
                <a:cs typeface="Times New Roman" panose="02020603050405020304" pitchFamily="18" charset="0"/>
              </a:rPr>
              <a:t> </a:t>
            </a:r>
            <a:r>
              <a:rPr lang="en-IN" sz="2400" dirty="0" err="1">
                <a:effectLst/>
                <a:latin typeface="Nirmala UI" panose="020B0502040204020203" pitchFamily="34" charset="0"/>
                <a:ea typeface="Calibri" panose="020F0502020204030204" pitchFamily="34" charset="0"/>
                <a:cs typeface="Times New Roman" panose="02020603050405020304" pitchFamily="18" charset="0"/>
              </a:rPr>
              <a:t>शेल्यांच्या</a:t>
            </a:r>
            <a:r>
              <a:rPr lang="en-IN" sz="2400" dirty="0">
                <a:effectLst/>
                <a:latin typeface="Calibri" panose="020F0502020204030204" pitchFamily="34" charset="0"/>
                <a:ea typeface="Calibri" panose="020F0502020204030204" pitchFamily="34" charset="0"/>
                <a:cs typeface="Times New Roman" panose="02020603050405020304" pitchFamily="18" charset="0"/>
              </a:rPr>
              <a:t> </a:t>
            </a:r>
            <a:r>
              <a:rPr lang="en-IN" sz="2400" dirty="0" err="1">
                <a:effectLst/>
                <a:latin typeface="Nirmala UI" panose="020B0502040204020203" pitchFamily="34" charset="0"/>
                <a:ea typeface="Calibri" panose="020F0502020204030204" pitchFamily="34" charset="0"/>
                <a:cs typeface="Times New Roman" panose="02020603050405020304" pitchFamily="18" charset="0"/>
              </a:rPr>
              <a:t>जाती</a:t>
            </a:r>
            <a:endParaRPr lang="en-IN" sz="2400" dirty="0">
              <a:effectLst/>
              <a:latin typeface="Calibri" panose="020F0502020204030204" pitchFamily="34" charset="0"/>
              <a:ea typeface="Calibri" panose="020F0502020204030204" pitchFamily="34" charset="0"/>
              <a:cs typeface="Times New Roman" panose="02020603050405020304" pitchFamily="18" charset="0"/>
            </a:endParaRPr>
          </a:p>
          <a:p>
            <a:endParaRPr lang="en-IN" dirty="0"/>
          </a:p>
        </p:txBody>
      </p:sp>
    </p:spTree>
    <p:extLst>
      <p:ext uri="{BB962C8B-B14F-4D97-AF65-F5344CB8AC3E}">
        <p14:creationId xmlns:p14="http://schemas.microsoft.com/office/powerpoint/2010/main" val="3992751632"/>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ADD619A-5C5A-44FD-8432-55DF91FDBBED}"/>
              </a:ext>
            </a:extLst>
          </p:cNvPr>
          <p:cNvSpPr>
            <a:spLocks noGrp="1"/>
          </p:cNvSpPr>
          <p:nvPr>
            <p:ph type="title"/>
          </p:nvPr>
        </p:nvSpPr>
        <p:spPr>
          <a:xfrm>
            <a:off x="839788" y="457200"/>
            <a:ext cx="3932237" cy="530225"/>
          </a:xfrm>
        </p:spPr>
        <p:txBody>
          <a:bodyPr>
            <a:normAutofit/>
          </a:bodyPr>
          <a:lstStyle/>
          <a:p>
            <a:pPr algn="ctr"/>
            <a:r>
              <a:rPr lang="en-IN" sz="2800" b="1" dirty="0" err="1">
                <a:solidFill>
                  <a:srgbClr val="FF0000"/>
                </a:solidFill>
                <a:effectLst/>
                <a:latin typeface="Nirmala UI" panose="020B0502040204020203" pitchFamily="34" charset="0"/>
                <a:ea typeface="Calibri" panose="020F0502020204030204" pitchFamily="34" charset="0"/>
                <a:cs typeface="Times New Roman" panose="02020603050405020304" pitchFamily="18" charset="0"/>
              </a:rPr>
              <a:t>जमनापारी</a:t>
            </a:r>
            <a:r>
              <a:rPr lang="en-IN" sz="2800" dirty="0">
                <a:solidFill>
                  <a:srgbClr val="FF0000"/>
                </a:solidFill>
                <a:effectLst/>
                <a:latin typeface="Calibri" panose="020F0502020204030204" pitchFamily="34" charset="0"/>
                <a:ea typeface="Calibri" panose="020F0502020204030204" pitchFamily="34" charset="0"/>
                <a:cs typeface="Times New Roman" panose="02020603050405020304" pitchFamily="18" charset="0"/>
              </a:rPr>
              <a:t> </a:t>
            </a:r>
            <a:endParaRPr lang="en-IN" dirty="0">
              <a:solidFill>
                <a:srgbClr val="FF0000"/>
              </a:solidFill>
            </a:endParaRPr>
          </a:p>
        </p:txBody>
      </p:sp>
      <p:pic>
        <p:nvPicPr>
          <p:cNvPr id="6" name="Content Placeholder 5">
            <a:extLst>
              <a:ext uri="{FF2B5EF4-FFF2-40B4-BE49-F238E27FC236}">
                <a16:creationId xmlns:a16="http://schemas.microsoft.com/office/drawing/2014/main" id="{67C7878A-AB8E-4850-9EFB-92F090C45A6B}"/>
              </a:ext>
            </a:extLst>
          </p:cNvPr>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5183188" y="1533378"/>
            <a:ext cx="6172200" cy="3626790"/>
          </a:xfrm>
        </p:spPr>
      </p:pic>
      <p:sp>
        <p:nvSpPr>
          <p:cNvPr id="4" name="Text Placeholder 3">
            <a:extLst>
              <a:ext uri="{FF2B5EF4-FFF2-40B4-BE49-F238E27FC236}">
                <a16:creationId xmlns:a16="http://schemas.microsoft.com/office/drawing/2014/main" id="{FEC5A33B-C0A1-4402-8F6F-021983883287}"/>
              </a:ext>
            </a:extLst>
          </p:cNvPr>
          <p:cNvSpPr>
            <a:spLocks noGrp="1"/>
          </p:cNvSpPr>
          <p:nvPr>
            <p:ph type="body" sz="half" idx="2"/>
          </p:nvPr>
        </p:nvSpPr>
        <p:spPr>
          <a:xfrm>
            <a:off x="839788" y="995363"/>
            <a:ext cx="3932237" cy="4873625"/>
          </a:xfrm>
        </p:spPr>
        <p:txBody>
          <a:bodyPr>
            <a:normAutofit fontScale="85000" lnSpcReduction="20000"/>
          </a:bodyPr>
          <a:lstStyle/>
          <a:p>
            <a:pPr marL="285750" indent="-285750">
              <a:lnSpc>
                <a:spcPct val="107000"/>
              </a:lnSpc>
              <a:spcAft>
                <a:spcPts val="800"/>
              </a:spcAft>
              <a:buFont typeface="Arial" panose="020B0604020202020204" pitchFamily="34" charset="0"/>
              <a:buChar char="•"/>
            </a:pPr>
            <a:r>
              <a:rPr lang="en-IN" sz="1900" dirty="0" err="1">
                <a:effectLst/>
                <a:latin typeface="Nirmala UI" panose="020B0502040204020203" pitchFamily="34" charset="0"/>
                <a:ea typeface="Calibri" panose="020F0502020204030204" pitchFamily="34" charset="0"/>
                <a:cs typeface="Times New Roman" panose="02020603050405020304" pitchFamily="18" charset="0"/>
              </a:rPr>
              <a:t>जमनापारी</a:t>
            </a:r>
            <a:r>
              <a:rPr lang="en-IN" sz="1900" dirty="0">
                <a:effectLst/>
                <a:latin typeface="Calibri" panose="020F0502020204030204" pitchFamily="34" charset="0"/>
                <a:ea typeface="Calibri" panose="020F0502020204030204" pitchFamily="34" charset="0"/>
                <a:cs typeface="Times New Roman" panose="02020603050405020304" pitchFamily="18" charset="0"/>
              </a:rPr>
              <a:t>, </a:t>
            </a:r>
            <a:r>
              <a:rPr lang="en-IN" sz="1900" dirty="0" err="1">
                <a:effectLst/>
                <a:latin typeface="Nirmala UI" panose="020B0502040204020203" pitchFamily="34" charset="0"/>
                <a:ea typeface="Calibri" panose="020F0502020204030204" pitchFamily="34" charset="0"/>
                <a:cs typeface="Times New Roman" panose="02020603050405020304" pitchFamily="18" charset="0"/>
              </a:rPr>
              <a:t>जमुनापारी</a:t>
            </a:r>
            <a:r>
              <a:rPr lang="en-IN" sz="1900" dirty="0">
                <a:effectLst/>
                <a:latin typeface="Calibri" panose="020F0502020204030204" pitchFamily="34" charset="0"/>
                <a:ea typeface="Calibri" panose="020F0502020204030204" pitchFamily="34" charset="0"/>
                <a:cs typeface="Times New Roman" panose="02020603050405020304" pitchFamily="18" charset="0"/>
              </a:rPr>
              <a:t> </a:t>
            </a:r>
            <a:r>
              <a:rPr lang="en-IN" sz="1900" dirty="0">
                <a:effectLst/>
                <a:latin typeface="Nirmala UI" panose="020B0502040204020203" pitchFamily="34" charset="0"/>
                <a:ea typeface="Calibri" panose="020F0502020204030204" pitchFamily="34" charset="0"/>
                <a:cs typeface="Times New Roman" panose="02020603050405020304" pitchFamily="18" charset="0"/>
              </a:rPr>
              <a:t>किंवा</a:t>
            </a:r>
            <a:r>
              <a:rPr lang="en-IN" sz="1900" dirty="0">
                <a:effectLst/>
                <a:latin typeface="Calibri" panose="020F0502020204030204" pitchFamily="34" charset="0"/>
                <a:ea typeface="Calibri" panose="020F0502020204030204" pitchFamily="34" charset="0"/>
                <a:cs typeface="Times New Roman" panose="02020603050405020304" pitchFamily="18" charset="0"/>
              </a:rPr>
              <a:t> </a:t>
            </a:r>
            <a:r>
              <a:rPr lang="en-IN" sz="1900" dirty="0" err="1">
                <a:effectLst/>
                <a:latin typeface="Nirmala UI" panose="020B0502040204020203" pitchFamily="34" charset="0"/>
                <a:ea typeface="Calibri" panose="020F0502020204030204" pitchFamily="34" charset="0"/>
                <a:cs typeface="Times New Roman" panose="02020603050405020304" pitchFamily="18" charset="0"/>
              </a:rPr>
              <a:t>जुमनापारी</a:t>
            </a:r>
            <a:r>
              <a:rPr lang="en-IN" sz="1900" dirty="0">
                <a:effectLst/>
                <a:latin typeface="Calibri" panose="020F0502020204030204" pitchFamily="34" charset="0"/>
                <a:ea typeface="Calibri" panose="020F0502020204030204" pitchFamily="34" charset="0"/>
                <a:cs typeface="Times New Roman" panose="02020603050405020304" pitchFamily="18" charset="0"/>
              </a:rPr>
              <a:t> </a:t>
            </a:r>
            <a:r>
              <a:rPr lang="en-IN" sz="1900" dirty="0">
                <a:effectLst/>
                <a:latin typeface="Nirmala UI" panose="020B0502040204020203" pitchFamily="34" charset="0"/>
                <a:ea typeface="Calibri" panose="020F0502020204030204" pitchFamily="34" charset="0"/>
                <a:cs typeface="Times New Roman" panose="02020603050405020304" pitchFamily="18" charset="0"/>
              </a:rPr>
              <a:t>ही</a:t>
            </a:r>
            <a:r>
              <a:rPr lang="en-IN" sz="1900" dirty="0">
                <a:effectLst/>
                <a:latin typeface="Calibri" panose="020F0502020204030204" pitchFamily="34" charset="0"/>
                <a:ea typeface="Calibri" panose="020F0502020204030204" pitchFamily="34" charset="0"/>
                <a:cs typeface="Times New Roman" panose="02020603050405020304" pitchFamily="18" charset="0"/>
              </a:rPr>
              <a:t> </a:t>
            </a:r>
            <a:r>
              <a:rPr lang="en-IN" sz="1900" dirty="0" err="1">
                <a:effectLst/>
                <a:latin typeface="Nirmala UI" panose="020B0502040204020203" pitchFamily="34" charset="0"/>
                <a:ea typeface="Calibri" panose="020F0502020204030204" pitchFamily="34" charset="0"/>
                <a:cs typeface="Times New Roman" panose="02020603050405020304" pitchFamily="18" charset="0"/>
              </a:rPr>
              <a:t>उत्तर</a:t>
            </a:r>
            <a:r>
              <a:rPr lang="en-IN" sz="1900" dirty="0">
                <a:effectLst/>
                <a:latin typeface="Calibri" panose="020F0502020204030204" pitchFamily="34" charset="0"/>
                <a:ea typeface="Calibri" panose="020F0502020204030204" pitchFamily="34" charset="0"/>
                <a:cs typeface="Times New Roman" panose="02020603050405020304" pitchFamily="18" charset="0"/>
              </a:rPr>
              <a:t> </a:t>
            </a:r>
            <a:r>
              <a:rPr lang="en-IN" sz="1900" dirty="0" err="1">
                <a:effectLst/>
                <a:latin typeface="Nirmala UI" panose="020B0502040204020203" pitchFamily="34" charset="0"/>
                <a:ea typeface="Calibri" panose="020F0502020204030204" pitchFamily="34" charset="0"/>
                <a:cs typeface="Times New Roman" panose="02020603050405020304" pitchFamily="18" charset="0"/>
              </a:rPr>
              <a:t>प्रदेशात</a:t>
            </a:r>
            <a:r>
              <a:rPr lang="en-IN" sz="1900" dirty="0">
                <a:effectLst/>
                <a:latin typeface="Calibri" panose="020F0502020204030204" pitchFamily="34" charset="0"/>
                <a:ea typeface="Calibri" panose="020F0502020204030204" pitchFamily="34" charset="0"/>
                <a:cs typeface="Times New Roman" panose="02020603050405020304" pitchFamily="18" charset="0"/>
              </a:rPr>
              <a:t> </a:t>
            </a:r>
            <a:r>
              <a:rPr lang="en-IN" sz="1900" dirty="0" err="1">
                <a:effectLst/>
                <a:latin typeface="Nirmala UI" panose="020B0502040204020203" pitchFamily="34" charset="0"/>
                <a:ea typeface="Calibri" panose="020F0502020204030204" pitchFamily="34" charset="0"/>
                <a:cs typeface="Times New Roman" panose="02020603050405020304" pitchFamily="18" charset="0"/>
              </a:rPr>
              <a:t>उगम</a:t>
            </a:r>
            <a:r>
              <a:rPr lang="en-IN" sz="1900" dirty="0">
                <a:effectLst/>
                <a:latin typeface="Calibri" panose="020F0502020204030204" pitchFamily="34" charset="0"/>
                <a:ea typeface="Calibri" panose="020F0502020204030204" pitchFamily="34" charset="0"/>
                <a:cs typeface="Times New Roman" panose="02020603050405020304" pitchFamily="18" charset="0"/>
              </a:rPr>
              <a:t> </a:t>
            </a:r>
            <a:r>
              <a:rPr lang="en-IN" sz="1900" dirty="0" err="1">
                <a:effectLst/>
                <a:latin typeface="Nirmala UI" panose="020B0502040204020203" pitchFamily="34" charset="0"/>
                <a:ea typeface="Calibri" panose="020F0502020204030204" pitchFamily="34" charset="0"/>
                <a:cs typeface="Times New Roman" panose="02020603050405020304" pitchFamily="18" charset="0"/>
              </a:rPr>
              <a:t>पावणारी</a:t>
            </a:r>
            <a:r>
              <a:rPr lang="en-IN" sz="1900" dirty="0">
                <a:effectLst/>
                <a:latin typeface="Calibri" panose="020F0502020204030204" pitchFamily="34" charset="0"/>
                <a:ea typeface="Calibri" panose="020F0502020204030204" pitchFamily="34" charset="0"/>
                <a:cs typeface="Times New Roman" panose="02020603050405020304" pitchFamily="18" charset="0"/>
              </a:rPr>
              <a:t> </a:t>
            </a:r>
            <a:r>
              <a:rPr lang="en-IN" sz="1900" dirty="0">
                <a:effectLst/>
                <a:latin typeface="Nirmala UI" panose="020B0502040204020203" pitchFamily="34" charset="0"/>
                <a:ea typeface="Calibri" panose="020F0502020204030204" pitchFamily="34" charset="0"/>
                <a:cs typeface="Times New Roman" panose="02020603050405020304" pitchFamily="18" charset="0"/>
              </a:rPr>
              <a:t>पाळीव</a:t>
            </a:r>
            <a:r>
              <a:rPr lang="en-IN" sz="1900" dirty="0">
                <a:effectLst/>
                <a:latin typeface="Calibri" panose="020F0502020204030204" pitchFamily="34" charset="0"/>
                <a:ea typeface="Calibri" panose="020F0502020204030204" pitchFamily="34" charset="0"/>
                <a:cs typeface="Times New Roman" panose="02020603050405020304" pitchFamily="18" charset="0"/>
              </a:rPr>
              <a:t> </a:t>
            </a:r>
            <a:r>
              <a:rPr lang="en-IN" sz="1900" dirty="0" err="1">
                <a:effectLst/>
                <a:latin typeface="Nirmala UI" panose="020B0502040204020203" pitchFamily="34" charset="0"/>
                <a:ea typeface="Calibri" panose="020F0502020204030204" pitchFamily="34" charset="0"/>
                <a:cs typeface="Times New Roman" panose="02020603050405020304" pitchFamily="18" charset="0"/>
              </a:rPr>
              <a:t>शेळीची</a:t>
            </a:r>
            <a:r>
              <a:rPr lang="en-IN" sz="1900" dirty="0">
                <a:effectLst/>
                <a:latin typeface="Calibri" panose="020F0502020204030204" pitchFamily="34" charset="0"/>
                <a:ea typeface="Calibri" panose="020F0502020204030204" pitchFamily="34" charset="0"/>
                <a:cs typeface="Times New Roman" panose="02020603050405020304" pitchFamily="18" charset="0"/>
              </a:rPr>
              <a:t> </a:t>
            </a:r>
            <a:r>
              <a:rPr lang="en-IN" sz="1900" dirty="0" err="1">
                <a:effectLst/>
                <a:latin typeface="Nirmala UI" panose="020B0502040204020203" pitchFamily="34" charset="0"/>
                <a:ea typeface="Calibri" panose="020F0502020204030204" pitchFamily="34" charset="0"/>
                <a:cs typeface="Times New Roman" panose="02020603050405020304" pitchFamily="18" charset="0"/>
              </a:rPr>
              <a:t>एक</a:t>
            </a:r>
            <a:r>
              <a:rPr lang="en-IN" sz="1900" dirty="0">
                <a:effectLst/>
                <a:latin typeface="Calibri" panose="020F0502020204030204" pitchFamily="34" charset="0"/>
                <a:ea typeface="Calibri" panose="020F0502020204030204" pitchFamily="34" charset="0"/>
                <a:cs typeface="Times New Roman" panose="02020603050405020304" pitchFamily="18" charset="0"/>
              </a:rPr>
              <a:t> </a:t>
            </a:r>
            <a:r>
              <a:rPr lang="en-IN" sz="1900" dirty="0" err="1">
                <a:effectLst/>
                <a:latin typeface="Nirmala UI" panose="020B0502040204020203" pitchFamily="34" charset="0"/>
                <a:ea typeface="Calibri" panose="020F0502020204030204" pitchFamily="34" charset="0"/>
                <a:cs typeface="Times New Roman" panose="02020603050405020304" pitchFamily="18" charset="0"/>
              </a:rPr>
              <a:t>भारतीय</a:t>
            </a:r>
            <a:r>
              <a:rPr lang="en-IN" sz="1900" dirty="0">
                <a:effectLst/>
                <a:latin typeface="Calibri" panose="020F0502020204030204" pitchFamily="34" charset="0"/>
                <a:ea typeface="Calibri" panose="020F0502020204030204" pitchFamily="34" charset="0"/>
                <a:cs typeface="Times New Roman" panose="02020603050405020304" pitchFamily="18" charset="0"/>
              </a:rPr>
              <a:t> </a:t>
            </a:r>
            <a:r>
              <a:rPr lang="en-IN" sz="1900" dirty="0" err="1">
                <a:effectLst/>
                <a:latin typeface="Nirmala UI" panose="020B0502040204020203" pitchFamily="34" charset="0"/>
                <a:ea typeface="Calibri" panose="020F0502020204030204" pitchFamily="34" charset="0"/>
                <a:cs typeface="Times New Roman" panose="02020603050405020304" pitchFamily="18" charset="0"/>
              </a:rPr>
              <a:t>जात</a:t>
            </a:r>
            <a:r>
              <a:rPr lang="en-IN" sz="1900" dirty="0">
                <a:effectLst/>
                <a:latin typeface="Calibri" panose="020F0502020204030204" pitchFamily="34" charset="0"/>
                <a:ea typeface="Calibri" panose="020F0502020204030204" pitchFamily="34" charset="0"/>
                <a:cs typeface="Times New Roman" panose="02020603050405020304" pitchFamily="18" charset="0"/>
              </a:rPr>
              <a:t> </a:t>
            </a:r>
            <a:r>
              <a:rPr lang="en-IN" sz="1900" dirty="0" err="1">
                <a:effectLst/>
                <a:latin typeface="Nirmala UI" panose="020B0502040204020203" pitchFamily="34" charset="0"/>
                <a:ea typeface="Calibri" panose="020F0502020204030204" pitchFamily="34" charset="0"/>
                <a:cs typeface="Times New Roman" panose="02020603050405020304" pitchFamily="18" charset="0"/>
              </a:rPr>
              <a:t>आहे</a:t>
            </a:r>
            <a:r>
              <a:rPr lang="en-IN" sz="1900" dirty="0">
                <a:effectLst/>
                <a:latin typeface="Calibri" panose="020F0502020204030204" pitchFamily="34" charset="0"/>
                <a:ea typeface="Calibri" panose="020F0502020204030204" pitchFamily="34" charset="0"/>
                <a:cs typeface="Times New Roman" panose="02020603050405020304" pitchFamily="18" charset="0"/>
              </a:rPr>
              <a:t>. </a:t>
            </a:r>
            <a:r>
              <a:rPr lang="en-IN" sz="1900" dirty="0">
                <a:effectLst/>
                <a:latin typeface="Nirmala UI" panose="020B0502040204020203" pitchFamily="34" charset="0"/>
                <a:ea typeface="Calibri" panose="020F0502020204030204" pitchFamily="34" charset="0"/>
                <a:cs typeface="Times New Roman" panose="02020603050405020304" pitchFamily="18" charset="0"/>
              </a:rPr>
              <a:t>ते</a:t>
            </a:r>
            <a:r>
              <a:rPr lang="en-IN" sz="1900" dirty="0">
                <a:effectLst/>
                <a:latin typeface="Calibri" panose="020F0502020204030204" pitchFamily="34" charset="0"/>
                <a:ea typeface="Calibri" panose="020F0502020204030204" pitchFamily="34" charset="0"/>
                <a:cs typeface="Times New Roman" panose="02020603050405020304" pitchFamily="18" charset="0"/>
              </a:rPr>
              <a:t> </a:t>
            </a:r>
            <a:r>
              <a:rPr lang="en-IN" sz="1900" dirty="0" err="1">
                <a:effectLst/>
                <a:latin typeface="Nirmala UI" panose="020B0502040204020203" pitchFamily="34" charset="0"/>
                <a:ea typeface="Calibri" panose="020F0502020204030204" pitchFamily="34" charset="0"/>
                <a:cs typeface="Times New Roman" panose="02020603050405020304" pitchFamily="18" charset="0"/>
              </a:rPr>
              <a:t>इंडोनेशियाला</a:t>
            </a:r>
            <a:r>
              <a:rPr lang="en-IN" sz="1900" dirty="0">
                <a:effectLst/>
                <a:latin typeface="Calibri" panose="020F0502020204030204" pitchFamily="34" charset="0"/>
                <a:ea typeface="Calibri" panose="020F0502020204030204" pitchFamily="34" charset="0"/>
                <a:cs typeface="Times New Roman" panose="02020603050405020304" pitchFamily="18" charset="0"/>
              </a:rPr>
              <a:t> </a:t>
            </a:r>
            <a:r>
              <a:rPr lang="en-IN" sz="1900" dirty="0" err="1">
                <a:effectLst/>
                <a:latin typeface="Nirmala UI" panose="020B0502040204020203" pitchFamily="34" charset="0"/>
                <a:ea typeface="Calibri" panose="020F0502020204030204" pitchFamily="34" charset="0"/>
                <a:cs typeface="Times New Roman" panose="02020603050405020304" pitchFamily="18" charset="0"/>
              </a:rPr>
              <a:t>निर्यात</a:t>
            </a:r>
            <a:r>
              <a:rPr lang="en-IN" sz="1900" dirty="0">
                <a:effectLst/>
                <a:latin typeface="Calibri" panose="020F0502020204030204" pitchFamily="34" charset="0"/>
                <a:ea typeface="Calibri" panose="020F0502020204030204" pitchFamily="34" charset="0"/>
                <a:cs typeface="Times New Roman" panose="02020603050405020304" pitchFamily="18" charset="0"/>
              </a:rPr>
              <a:t> </a:t>
            </a:r>
            <a:r>
              <a:rPr lang="en-IN" sz="1900" dirty="0">
                <a:effectLst/>
                <a:latin typeface="Nirmala UI" panose="020B0502040204020203" pitchFamily="34" charset="0"/>
                <a:ea typeface="Calibri" panose="020F0502020204030204" pitchFamily="34" charset="0"/>
                <a:cs typeface="Times New Roman" panose="02020603050405020304" pitchFamily="18" charset="0"/>
              </a:rPr>
              <a:t>केले</a:t>
            </a:r>
            <a:r>
              <a:rPr lang="en-IN" sz="1900" dirty="0">
                <a:effectLst/>
                <a:latin typeface="Calibri" panose="020F0502020204030204" pitchFamily="34" charset="0"/>
                <a:ea typeface="Calibri" panose="020F0502020204030204" pitchFamily="34" charset="0"/>
                <a:cs typeface="Times New Roman" panose="02020603050405020304" pitchFamily="18" charset="0"/>
              </a:rPr>
              <a:t> </a:t>
            </a:r>
            <a:r>
              <a:rPr lang="en-IN" sz="1900" dirty="0" err="1">
                <a:effectLst/>
                <a:latin typeface="Nirmala UI" panose="020B0502040204020203" pitchFamily="34" charset="0"/>
                <a:ea typeface="Calibri" panose="020F0502020204030204" pitchFamily="34" charset="0"/>
                <a:cs typeface="Times New Roman" panose="02020603050405020304" pitchFamily="18" charset="0"/>
              </a:rPr>
              <a:t>गेले</a:t>
            </a:r>
            <a:r>
              <a:rPr lang="en-IN" sz="1900" dirty="0">
                <a:effectLst/>
                <a:latin typeface="Calibri" panose="020F0502020204030204" pitchFamily="34" charset="0"/>
                <a:ea typeface="Calibri" panose="020F0502020204030204" pitchFamily="34" charset="0"/>
                <a:cs typeface="Times New Roman" panose="02020603050405020304" pitchFamily="18" charset="0"/>
              </a:rPr>
              <a:t> </a:t>
            </a:r>
            <a:r>
              <a:rPr lang="en-IN" sz="1900" dirty="0" err="1">
                <a:effectLst/>
                <a:latin typeface="Nirmala UI" panose="020B0502040204020203" pitchFamily="34" charset="0"/>
                <a:ea typeface="Calibri" panose="020F0502020204030204" pitchFamily="34" charset="0"/>
                <a:cs typeface="Times New Roman" panose="02020603050405020304" pitchFamily="18" charset="0"/>
              </a:rPr>
              <a:t>आहे</a:t>
            </a:r>
            <a:r>
              <a:rPr lang="en-IN" sz="1900" dirty="0">
                <a:effectLst/>
                <a:latin typeface="Calibri" panose="020F0502020204030204" pitchFamily="34" charset="0"/>
                <a:ea typeface="Calibri" panose="020F0502020204030204" pitchFamily="34" charset="0"/>
                <a:cs typeface="Times New Roman" panose="02020603050405020304" pitchFamily="18" charset="0"/>
              </a:rPr>
              <a:t>, </a:t>
            </a:r>
            <a:r>
              <a:rPr lang="en-IN" sz="1900" dirty="0" err="1">
                <a:effectLst/>
                <a:latin typeface="Nirmala UI" panose="020B0502040204020203" pitchFamily="34" charset="0"/>
                <a:ea typeface="Calibri" panose="020F0502020204030204" pitchFamily="34" charset="0"/>
                <a:cs typeface="Times New Roman" panose="02020603050405020304" pitchFamily="18" charset="0"/>
              </a:rPr>
              <a:t>जेथे</a:t>
            </a:r>
            <a:r>
              <a:rPr lang="en-IN" sz="1900" dirty="0">
                <a:effectLst/>
                <a:latin typeface="Calibri" panose="020F0502020204030204" pitchFamily="34" charset="0"/>
                <a:ea typeface="Calibri" panose="020F0502020204030204" pitchFamily="34" charset="0"/>
                <a:cs typeface="Times New Roman" panose="02020603050405020304" pitchFamily="18" charset="0"/>
              </a:rPr>
              <a:t> </a:t>
            </a:r>
            <a:r>
              <a:rPr lang="en-IN" sz="1900" dirty="0">
                <a:effectLst/>
                <a:latin typeface="Nirmala UI" panose="020B0502040204020203" pitchFamily="34" charset="0"/>
                <a:ea typeface="Calibri" panose="020F0502020204030204" pitchFamily="34" charset="0"/>
                <a:cs typeface="Times New Roman" panose="02020603050405020304" pitchFamily="18" charset="0"/>
              </a:rPr>
              <a:t>ते</a:t>
            </a:r>
            <a:r>
              <a:rPr lang="en-IN" sz="1900" dirty="0">
                <a:effectLst/>
                <a:latin typeface="Calibri" panose="020F0502020204030204" pitchFamily="34" charset="0"/>
                <a:ea typeface="Calibri" panose="020F0502020204030204" pitchFamily="34" charset="0"/>
                <a:cs typeface="Times New Roman" panose="02020603050405020304" pitchFamily="18" charset="0"/>
              </a:rPr>
              <a:t> </a:t>
            </a:r>
            <a:r>
              <a:rPr lang="en-IN" sz="1900" dirty="0" err="1">
                <a:effectLst/>
                <a:latin typeface="Nirmala UI" panose="020B0502040204020203" pitchFamily="34" charset="0"/>
                <a:ea typeface="Calibri" panose="020F0502020204030204" pitchFamily="34" charset="0"/>
                <a:cs typeface="Times New Roman" panose="02020603050405020304" pitchFamily="18" charset="0"/>
              </a:rPr>
              <a:t>इटावा</a:t>
            </a:r>
            <a:r>
              <a:rPr lang="en-IN" sz="1900" dirty="0">
                <a:effectLst/>
                <a:latin typeface="Calibri" panose="020F0502020204030204" pitchFamily="34" charset="0"/>
                <a:ea typeface="Calibri" panose="020F0502020204030204" pitchFamily="34" charset="0"/>
                <a:cs typeface="Times New Roman" panose="02020603050405020304" pitchFamily="18" charset="0"/>
              </a:rPr>
              <a:t> </a:t>
            </a:r>
            <a:r>
              <a:rPr lang="en-IN" sz="1900" dirty="0" err="1">
                <a:effectLst/>
                <a:latin typeface="Nirmala UI" panose="020B0502040204020203" pitchFamily="34" charset="0"/>
                <a:ea typeface="Calibri" panose="020F0502020204030204" pitchFamily="34" charset="0"/>
                <a:cs typeface="Times New Roman" panose="02020603050405020304" pitchFamily="18" charset="0"/>
              </a:rPr>
              <a:t>म्हणून</a:t>
            </a:r>
            <a:r>
              <a:rPr lang="en-IN" sz="1900" dirty="0">
                <a:effectLst/>
                <a:latin typeface="Calibri" panose="020F0502020204030204" pitchFamily="34" charset="0"/>
                <a:ea typeface="Calibri" panose="020F0502020204030204" pitchFamily="34" charset="0"/>
                <a:cs typeface="Times New Roman" panose="02020603050405020304" pitchFamily="18" charset="0"/>
              </a:rPr>
              <a:t> </a:t>
            </a:r>
            <a:r>
              <a:rPr lang="en-IN" sz="1900" dirty="0" err="1">
                <a:effectLst/>
                <a:latin typeface="Nirmala UI" panose="020B0502040204020203" pitchFamily="34" charset="0"/>
                <a:ea typeface="Calibri" panose="020F0502020204030204" pitchFamily="34" charset="0"/>
                <a:cs typeface="Times New Roman" panose="02020603050405020304" pitchFamily="18" charset="0"/>
              </a:rPr>
              <a:t>ओळखले</a:t>
            </a:r>
            <a:r>
              <a:rPr lang="en-IN" sz="1900" dirty="0">
                <a:effectLst/>
                <a:latin typeface="Calibri" panose="020F0502020204030204" pitchFamily="34" charset="0"/>
                <a:ea typeface="Calibri" panose="020F0502020204030204" pitchFamily="34" charset="0"/>
                <a:cs typeface="Times New Roman" panose="02020603050405020304" pitchFamily="18" charset="0"/>
              </a:rPr>
              <a:t> </a:t>
            </a:r>
            <a:r>
              <a:rPr lang="en-IN" sz="1900" dirty="0">
                <a:effectLst/>
                <a:latin typeface="Nirmala UI" panose="020B0502040204020203" pitchFamily="34" charset="0"/>
                <a:ea typeface="Calibri" panose="020F0502020204030204" pitchFamily="34" charset="0"/>
                <a:cs typeface="Times New Roman" panose="02020603050405020304" pitchFamily="18" charset="0"/>
              </a:rPr>
              <a:t>जाते</a:t>
            </a:r>
            <a:r>
              <a:rPr lang="en-IN" sz="1900" dirty="0">
                <a:effectLst/>
                <a:latin typeface="Calibri" panose="020F0502020204030204" pitchFamily="34" charset="0"/>
                <a:ea typeface="Calibri" panose="020F0502020204030204" pitchFamily="34" charset="0"/>
                <a:cs typeface="Times New Roman" panose="02020603050405020304" pitchFamily="18" charset="0"/>
              </a:rPr>
              <a:t>. </a:t>
            </a:r>
          </a:p>
          <a:p>
            <a:pPr marL="285750" indent="-285750">
              <a:lnSpc>
                <a:spcPct val="107000"/>
              </a:lnSpc>
              <a:spcAft>
                <a:spcPts val="800"/>
              </a:spcAft>
              <a:buFont typeface="Arial" panose="020B0604020202020204" pitchFamily="34" charset="0"/>
              <a:buChar char="•"/>
            </a:pPr>
            <a:r>
              <a:rPr lang="en-IN" sz="1900" dirty="0" err="1">
                <a:effectLst/>
                <a:latin typeface="Nirmala UI" panose="020B0502040204020203" pitchFamily="34" charset="0"/>
                <a:ea typeface="Calibri" panose="020F0502020204030204" pitchFamily="34" charset="0"/>
                <a:cs typeface="Times New Roman" panose="02020603050405020304" pitchFamily="18" charset="0"/>
              </a:rPr>
              <a:t>हे</a:t>
            </a:r>
            <a:r>
              <a:rPr lang="en-IN" sz="1900" dirty="0">
                <a:effectLst/>
                <a:latin typeface="Calibri" panose="020F0502020204030204" pitchFamily="34" charset="0"/>
                <a:ea typeface="Calibri" panose="020F0502020204030204" pitchFamily="34" charset="0"/>
                <a:cs typeface="Times New Roman" panose="02020603050405020304" pitchFamily="18" charset="0"/>
              </a:rPr>
              <a:t> </a:t>
            </a:r>
            <a:r>
              <a:rPr lang="en-IN" sz="1900" dirty="0" err="1">
                <a:effectLst/>
                <a:latin typeface="Nirmala UI" panose="020B0502040204020203" pitchFamily="34" charset="0"/>
                <a:ea typeface="Calibri" panose="020F0502020204030204" pitchFamily="34" charset="0"/>
                <a:cs typeface="Times New Roman" panose="02020603050405020304" pitchFamily="18" charset="0"/>
              </a:rPr>
              <a:t>दूध</a:t>
            </a:r>
            <a:r>
              <a:rPr lang="en-IN" sz="1900" dirty="0">
                <a:effectLst/>
                <a:latin typeface="Calibri" panose="020F0502020204030204" pitchFamily="34" charset="0"/>
                <a:ea typeface="Calibri" panose="020F0502020204030204" pitchFamily="34" charset="0"/>
                <a:cs typeface="Times New Roman" panose="02020603050405020304" pitchFamily="18" charset="0"/>
              </a:rPr>
              <a:t> </a:t>
            </a:r>
            <a:r>
              <a:rPr lang="en-IN" sz="1900" dirty="0">
                <a:effectLst/>
                <a:latin typeface="Nirmala UI" panose="020B0502040204020203" pitchFamily="34" charset="0"/>
                <a:ea typeface="Calibri" panose="020F0502020204030204" pitchFamily="34" charset="0"/>
                <a:cs typeface="Times New Roman" panose="02020603050405020304" pitchFamily="18" charset="0"/>
              </a:rPr>
              <a:t>आणि</a:t>
            </a:r>
            <a:r>
              <a:rPr lang="en-IN" sz="1900" dirty="0">
                <a:effectLst/>
                <a:latin typeface="Calibri" panose="020F0502020204030204" pitchFamily="34" charset="0"/>
                <a:ea typeface="Calibri" panose="020F0502020204030204" pitchFamily="34" charset="0"/>
                <a:cs typeface="Times New Roman" panose="02020603050405020304" pitchFamily="18" charset="0"/>
              </a:rPr>
              <a:t> </a:t>
            </a:r>
            <a:r>
              <a:rPr lang="en-IN" sz="1900" dirty="0" err="1">
                <a:effectLst/>
                <a:latin typeface="Nirmala UI" panose="020B0502040204020203" pitchFamily="34" charset="0"/>
                <a:ea typeface="Calibri" panose="020F0502020204030204" pitchFamily="34" charset="0"/>
                <a:cs typeface="Times New Roman" panose="02020603050405020304" pitchFamily="18" charset="0"/>
              </a:rPr>
              <a:t>मांस</a:t>
            </a:r>
            <a:r>
              <a:rPr lang="en-IN" sz="1900" dirty="0">
                <a:effectLst/>
                <a:latin typeface="Calibri" panose="020F0502020204030204" pitchFamily="34" charset="0"/>
                <a:ea typeface="Calibri" panose="020F0502020204030204" pitchFamily="34" charset="0"/>
                <a:cs typeface="Times New Roman" panose="02020603050405020304" pitchFamily="18" charset="0"/>
              </a:rPr>
              <a:t> </a:t>
            </a:r>
            <a:r>
              <a:rPr lang="en-IN" sz="1900" dirty="0" err="1">
                <a:effectLst/>
                <a:latin typeface="Nirmala UI" panose="020B0502040204020203" pitchFamily="34" charset="0"/>
                <a:ea typeface="Calibri" panose="020F0502020204030204" pitchFamily="34" charset="0"/>
                <a:cs typeface="Times New Roman" panose="02020603050405020304" pitchFamily="18" charset="0"/>
              </a:rPr>
              <a:t>दोन्हीसाठी</a:t>
            </a:r>
            <a:r>
              <a:rPr lang="en-IN" sz="1900" dirty="0">
                <a:effectLst/>
                <a:latin typeface="Calibri" panose="020F0502020204030204" pitchFamily="34" charset="0"/>
                <a:ea typeface="Calibri" panose="020F0502020204030204" pitchFamily="34" charset="0"/>
                <a:cs typeface="Times New Roman" panose="02020603050405020304" pitchFamily="18" charset="0"/>
              </a:rPr>
              <a:t> </a:t>
            </a:r>
            <a:r>
              <a:rPr lang="en-IN" sz="1900" dirty="0" err="1">
                <a:effectLst/>
                <a:latin typeface="Nirmala UI" panose="020B0502040204020203" pitchFamily="34" charset="0"/>
                <a:ea typeface="Calibri" panose="020F0502020204030204" pitchFamily="34" charset="0"/>
                <a:cs typeface="Times New Roman" panose="02020603050405020304" pitchFamily="18" charset="0"/>
              </a:rPr>
              <a:t>प्रजनन</a:t>
            </a:r>
            <a:r>
              <a:rPr lang="en-IN" sz="1900" dirty="0">
                <a:effectLst/>
                <a:latin typeface="Calibri" panose="020F0502020204030204" pitchFamily="34" charset="0"/>
                <a:ea typeface="Calibri" panose="020F0502020204030204" pitchFamily="34" charset="0"/>
                <a:cs typeface="Times New Roman" panose="02020603050405020304" pitchFamily="18" charset="0"/>
              </a:rPr>
              <a:t> </a:t>
            </a:r>
            <a:r>
              <a:rPr lang="en-IN" sz="1900" dirty="0">
                <a:effectLst/>
                <a:latin typeface="Nirmala UI" panose="020B0502040204020203" pitchFamily="34" charset="0"/>
                <a:ea typeface="Calibri" panose="020F0502020204030204" pitchFamily="34" charset="0"/>
                <a:cs typeface="Times New Roman" panose="02020603050405020304" pitchFamily="18" charset="0"/>
              </a:rPr>
              <a:t>केले</a:t>
            </a:r>
            <a:r>
              <a:rPr lang="en-IN" sz="1900" dirty="0">
                <a:effectLst/>
                <a:latin typeface="Calibri" panose="020F0502020204030204" pitchFamily="34" charset="0"/>
                <a:ea typeface="Calibri" panose="020F0502020204030204" pitchFamily="34" charset="0"/>
                <a:cs typeface="Times New Roman" panose="02020603050405020304" pitchFamily="18" charset="0"/>
              </a:rPr>
              <a:t> </a:t>
            </a:r>
            <a:r>
              <a:rPr lang="en-IN" sz="1900" dirty="0">
                <a:effectLst/>
                <a:latin typeface="Nirmala UI" panose="020B0502040204020203" pitchFamily="34" charset="0"/>
                <a:ea typeface="Calibri" panose="020F0502020204030204" pitchFamily="34" charset="0"/>
                <a:cs typeface="Times New Roman" panose="02020603050405020304" pitchFamily="18" charset="0"/>
              </a:rPr>
              <a:t>जाते</a:t>
            </a:r>
            <a:r>
              <a:rPr lang="en-IN" sz="1900" dirty="0">
                <a:effectLst/>
                <a:latin typeface="Calibri" panose="020F0502020204030204" pitchFamily="34" charset="0"/>
                <a:ea typeface="Calibri" panose="020F0502020204030204" pitchFamily="34" charset="0"/>
                <a:cs typeface="Times New Roman" panose="02020603050405020304" pitchFamily="18" charset="0"/>
              </a:rPr>
              <a:t>. </a:t>
            </a:r>
            <a:r>
              <a:rPr lang="en-IN" sz="1900" dirty="0" err="1">
                <a:effectLst/>
                <a:latin typeface="Nirmala UI" panose="020B0502040204020203" pitchFamily="34" charset="0"/>
                <a:ea typeface="Calibri" panose="020F0502020204030204" pitchFamily="34" charset="0"/>
                <a:cs typeface="Times New Roman" panose="02020603050405020304" pitchFamily="18" charset="0"/>
              </a:rPr>
              <a:t>हे</a:t>
            </a:r>
            <a:r>
              <a:rPr lang="en-IN" sz="1900" dirty="0">
                <a:effectLst/>
                <a:latin typeface="Calibri" panose="020F0502020204030204" pitchFamily="34" charset="0"/>
                <a:ea typeface="Calibri" panose="020F0502020204030204" pitchFamily="34" charset="0"/>
                <a:cs typeface="Times New Roman" panose="02020603050405020304" pitchFamily="18" charset="0"/>
              </a:rPr>
              <a:t> </a:t>
            </a:r>
            <a:r>
              <a:rPr lang="en-IN" sz="1900" dirty="0" err="1">
                <a:effectLst/>
                <a:latin typeface="Nirmala UI" panose="020B0502040204020203" pitchFamily="34" charset="0"/>
                <a:ea typeface="Calibri" panose="020F0502020204030204" pitchFamily="34" charset="0"/>
                <a:cs typeface="Times New Roman" panose="02020603050405020304" pitchFamily="18" charset="0"/>
              </a:rPr>
              <a:t>नाव</a:t>
            </a:r>
            <a:r>
              <a:rPr lang="en-IN" sz="1900" dirty="0">
                <a:effectLst/>
                <a:latin typeface="Calibri" panose="020F0502020204030204" pitchFamily="34" charset="0"/>
                <a:ea typeface="Calibri" panose="020F0502020204030204" pitchFamily="34" charset="0"/>
                <a:cs typeface="Times New Roman" panose="02020603050405020304" pitchFamily="18" charset="0"/>
              </a:rPr>
              <a:t> </a:t>
            </a:r>
            <a:r>
              <a:rPr lang="en-IN" sz="1900" dirty="0" err="1">
                <a:effectLst/>
                <a:latin typeface="Nirmala UI" panose="020B0502040204020203" pitchFamily="34" charset="0"/>
                <a:ea typeface="Calibri" panose="020F0502020204030204" pitchFamily="34" charset="0"/>
                <a:cs typeface="Times New Roman" panose="02020603050405020304" pitchFamily="18" charset="0"/>
              </a:rPr>
              <a:t>यमुना</a:t>
            </a:r>
            <a:r>
              <a:rPr lang="en-IN" sz="1900" dirty="0">
                <a:effectLst/>
                <a:latin typeface="Calibri" panose="020F0502020204030204" pitchFamily="34" charset="0"/>
                <a:ea typeface="Calibri" panose="020F0502020204030204" pitchFamily="34" charset="0"/>
                <a:cs typeface="Times New Roman" panose="02020603050405020304" pitchFamily="18" charset="0"/>
              </a:rPr>
              <a:t> </a:t>
            </a:r>
            <a:r>
              <a:rPr lang="en-IN" sz="1900" dirty="0" err="1">
                <a:effectLst/>
                <a:latin typeface="Nirmala UI" panose="020B0502040204020203" pitchFamily="34" charset="0"/>
                <a:ea typeface="Calibri" panose="020F0502020204030204" pitchFamily="34" charset="0"/>
                <a:cs typeface="Times New Roman" panose="02020603050405020304" pitchFamily="18" charset="0"/>
              </a:rPr>
              <a:t>नदी</a:t>
            </a:r>
            <a:r>
              <a:rPr lang="en-IN" sz="1900" dirty="0">
                <a:effectLst/>
                <a:latin typeface="Nirmala UI" panose="020B0502040204020203" pitchFamily="34" charset="0"/>
                <a:ea typeface="Calibri" panose="020F0502020204030204" pitchFamily="34" charset="0"/>
                <a:cs typeface="Times New Roman" panose="02020603050405020304" pitchFamily="18" charset="0"/>
              </a:rPr>
              <a:t> पासून</a:t>
            </a:r>
            <a:r>
              <a:rPr lang="en-IN" sz="1900" dirty="0">
                <a:effectLst/>
                <a:latin typeface="Calibri" panose="020F0502020204030204" pitchFamily="34" charset="0"/>
                <a:ea typeface="Calibri" panose="020F0502020204030204" pitchFamily="34" charset="0"/>
                <a:cs typeface="Times New Roman" panose="02020603050405020304" pitchFamily="18" charset="0"/>
              </a:rPr>
              <a:t> </a:t>
            </a:r>
            <a:r>
              <a:rPr lang="en-IN" sz="1900" dirty="0">
                <a:effectLst/>
                <a:latin typeface="Nirmala UI" panose="020B0502040204020203" pitchFamily="34" charset="0"/>
                <a:ea typeface="Calibri" panose="020F0502020204030204" pitchFamily="34" charset="0"/>
                <a:cs typeface="Times New Roman" panose="02020603050405020304" pitchFamily="18" charset="0"/>
              </a:rPr>
              <a:t>प्राप्त</a:t>
            </a:r>
            <a:r>
              <a:rPr lang="en-IN" sz="1900" dirty="0">
                <a:effectLst/>
                <a:latin typeface="Calibri" panose="020F0502020204030204" pitchFamily="34" charset="0"/>
                <a:ea typeface="Calibri" panose="020F0502020204030204" pitchFamily="34" charset="0"/>
                <a:cs typeface="Times New Roman" panose="02020603050405020304" pitchFamily="18" charset="0"/>
              </a:rPr>
              <a:t> </a:t>
            </a:r>
            <a:r>
              <a:rPr lang="en-IN" sz="1900" dirty="0" err="1">
                <a:effectLst/>
                <a:latin typeface="Nirmala UI" panose="020B0502040204020203" pitchFamily="34" charset="0"/>
                <a:ea typeface="Calibri" panose="020F0502020204030204" pitchFamily="34" charset="0"/>
                <a:cs typeface="Times New Roman" panose="02020603050405020304" pitchFamily="18" charset="0"/>
              </a:rPr>
              <a:t>झाले</a:t>
            </a:r>
            <a:r>
              <a:rPr lang="en-IN" sz="1900" dirty="0">
                <a:effectLst/>
                <a:latin typeface="Nirmala UI" panose="020B0502040204020203" pitchFamily="34" charset="0"/>
                <a:ea typeface="Calibri" panose="020F0502020204030204" pitchFamily="34" charset="0"/>
                <a:cs typeface="Times New Roman" panose="02020603050405020304" pitchFamily="18" charset="0"/>
              </a:rPr>
              <a:t>.</a:t>
            </a:r>
          </a:p>
          <a:p>
            <a:pPr marL="285750" indent="-285750">
              <a:lnSpc>
                <a:spcPct val="107000"/>
              </a:lnSpc>
              <a:spcAft>
                <a:spcPts val="800"/>
              </a:spcAft>
              <a:buFont typeface="Arial" panose="020B0604020202020204" pitchFamily="34" charset="0"/>
              <a:buChar char="•"/>
            </a:pPr>
            <a:r>
              <a:rPr lang="en-IN" sz="1900" dirty="0" err="1">
                <a:effectLst/>
                <a:latin typeface="Nirmala UI" panose="020B0502040204020203" pitchFamily="34" charset="0"/>
                <a:ea typeface="Calibri" panose="020F0502020204030204" pitchFamily="34" charset="0"/>
                <a:cs typeface="Times New Roman" panose="02020603050405020304" pitchFamily="18" charset="0"/>
              </a:rPr>
              <a:t>रंग</a:t>
            </a:r>
            <a:r>
              <a:rPr lang="en-IN" sz="1900" dirty="0">
                <a:effectLst/>
                <a:latin typeface="Calibri" panose="020F0502020204030204" pitchFamily="34" charset="0"/>
                <a:ea typeface="Calibri" panose="020F0502020204030204" pitchFamily="34" charset="0"/>
                <a:cs typeface="Times New Roman" panose="02020603050405020304" pitchFamily="18" charset="0"/>
              </a:rPr>
              <a:t> </a:t>
            </a:r>
            <a:r>
              <a:rPr lang="en-IN" sz="1900" dirty="0" err="1">
                <a:effectLst/>
                <a:latin typeface="Nirmala UI" panose="020B0502040204020203" pitchFamily="34" charset="0"/>
                <a:ea typeface="Calibri" panose="020F0502020204030204" pitchFamily="34" charset="0"/>
                <a:cs typeface="Times New Roman" panose="02020603050405020304" pitchFamily="18" charset="0"/>
              </a:rPr>
              <a:t>पांढरा</a:t>
            </a:r>
            <a:r>
              <a:rPr lang="en-IN" sz="1900" dirty="0">
                <a:effectLst/>
                <a:latin typeface="Calibri" panose="020F0502020204030204" pitchFamily="34" charset="0"/>
                <a:ea typeface="Calibri" panose="020F0502020204030204" pitchFamily="34" charset="0"/>
                <a:cs typeface="Times New Roman" panose="02020603050405020304" pitchFamily="18" charset="0"/>
              </a:rPr>
              <a:t>,, </a:t>
            </a:r>
            <a:r>
              <a:rPr lang="en-IN" sz="1900" dirty="0" err="1">
                <a:effectLst/>
                <a:latin typeface="Nirmala UI" panose="020B0502040204020203" pitchFamily="34" charset="0"/>
                <a:ea typeface="Calibri" panose="020F0502020204030204" pitchFamily="34" charset="0"/>
                <a:cs typeface="Times New Roman" panose="02020603050405020304" pitchFamily="18" charset="0"/>
              </a:rPr>
              <a:t>रंगात</a:t>
            </a:r>
            <a:r>
              <a:rPr lang="en-IN" sz="1900" dirty="0">
                <a:effectLst/>
                <a:latin typeface="Calibri" panose="020F0502020204030204" pitchFamily="34" charset="0"/>
                <a:ea typeface="Calibri" panose="020F0502020204030204" pitchFamily="34" charset="0"/>
                <a:cs typeface="Times New Roman" panose="02020603050405020304" pitchFamily="18" charset="0"/>
              </a:rPr>
              <a:t> </a:t>
            </a:r>
            <a:r>
              <a:rPr lang="en-IN" sz="1900" dirty="0" err="1">
                <a:effectLst/>
                <a:latin typeface="Nirmala UI" panose="020B0502040204020203" pitchFamily="34" charset="0"/>
                <a:ea typeface="Calibri" panose="020F0502020204030204" pitchFamily="34" charset="0"/>
                <a:cs typeface="Times New Roman" panose="02020603050405020304" pitchFamily="18" charset="0"/>
              </a:rPr>
              <a:t>मोठा</a:t>
            </a:r>
            <a:r>
              <a:rPr lang="en-IN" sz="1900" dirty="0">
                <a:effectLst/>
                <a:latin typeface="Calibri" panose="020F0502020204030204" pitchFamily="34" charset="0"/>
                <a:ea typeface="Calibri" panose="020F0502020204030204" pitchFamily="34" charset="0"/>
                <a:cs typeface="Times New Roman" panose="02020603050405020304" pitchFamily="18" charset="0"/>
              </a:rPr>
              <a:t> </a:t>
            </a:r>
            <a:r>
              <a:rPr lang="en-IN" sz="1900" dirty="0" err="1">
                <a:effectLst/>
                <a:latin typeface="Nirmala UI" panose="020B0502040204020203" pitchFamily="34" charset="0"/>
                <a:ea typeface="Calibri" panose="020F0502020204030204" pitchFamily="34" charset="0"/>
                <a:cs typeface="Times New Roman" panose="02020603050405020304" pitchFamily="18" charset="0"/>
              </a:rPr>
              <a:t>फरक</a:t>
            </a:r>
            <a:r>
              <a:rPr lang="en-IN" sz="1900" dirty="0">
                <a:effectLst/>
                <a:latin typeface="Calibri" panose="020F0502020204030204" pitchFamily="34" charset="0"/>
                <a:ea typeface="Calibri" panose="020F0502020204030204" pitchFamily="34" charset="0"/>
                <a:cs typeface="Times New Roman" panose="02020603050405020304" pitchFamily="18" charset="0"/>
              </a:rPr>
              <a:t> </a:t>
            </a:r>
            <a:r>
              <a:rPr lang="en-IN" sz="1900" dirty="0" err="1">
                <a:effectLst/>
                <a:latin typeface="Nirmala UI" panose="020B0502040204020203" pitchFamily="34" charset="0"/>
                <a:ea typeface="Calibri" panose="020F0502020204030204" pitchFamily="34" charset="0"/>
                <a:cs typeface="Times New Roman" panose="02020603050405020304" pitchFamily="18" charset="0"/>
              </a:rPr>
              <a:t>आहे</a:t>
            </a:r>
            <a:r>
              <a:rPr lang="en-IN" sz="1900" dirty="0">
                <a:effectLst/>
                <a:latin typeface="Calibri" panose="020F0502020204030204" pitchFamily="34" charset="0"/>
                <a:ea typeface="Calibri" panose="020F0502020204030204" pitchFamily="34" charset="0"/>
                <a:cs typeface="Times New Roman" panose="02020603050405020304" pitchFamily="18" charset="0"/>
              </a:rPr>
              <a:t> </a:t>
            </a:r>
            <a:r>
              <a:rPr lang="en-IN" sz="1900" dirty="0">
                <a:effectLst/>
                <a:latin typeface="Nirmala UI" panose="020B0502040204020203" pitchFamily="34" charset="0"/>
                <a:ea typeface="Calibri" panose="020F0502020204030204" pitchFamily="34" charset="0"/>
                <a:cs typeface="Times New Roman" panose="02020603050405020304" pitchFamily="18" charset="0"/>
              </a:rPr>
              <a:t>परंतु</a:t>
            </a:r>
            <a:r>
              <a:rPr lang="en-IN" sz="1900" dirty="0">
                <a:effectLst/>
                <a:latin typeface="Calibri" panose="020F0502020204030204" pitchFamily="34" charset="0"/>
                <a:ea typeface="Calibri" panose="020F0502020204030204" pitchFamily="34" charset="0"/>
                <a:cs typeface="Times New Roman" panose="02020603050405020304" pitchFamily="18" charset="0"/>
              </a:rPr>
              <a:t> </a:t>
            </a:r>
            <a:r>
              <a:rPr lang="en-IN" sz="1900" dirty="0" err="1">
                <a:effectLst/>
                <a:latin typeface="Nirmala UI" panose="020B0502040204020203" pitchFamily="34" charset="0"/>
                <a:ea typeface="Calibri" panose="020F0502020204030204" pitchFamily="34" charset="0"/>
                <a:cs typeface="Times New Roman" panose="02020603050405020304" pitchFamily="18" charset="0"/>
              </a:rPr>
              <a:t>सामान्य</a:t>
            </a:r>
            <a:r>
              <a:rPr lang="en-IN" sz="1900" dirty="0">
                <a:effectLst/>
                <a:latin typeface="Calibri" panose="020F0502020204030204" pitchFamily="34" charset="0"/>
                <a:ea typeface="Calibri" panose="020F0502020204030204" pitchFamily="34" charset="0"/>
                <a:cs typeface="Times New Roman" panose="02020603050405020304" pitchFamily="18" charset="0"/>
              </a:rPr>
              <a:t> </a:t>
            </a:r>
            <a:r>
              <a:rPr lang="en-IN" sz="1900" dirty="0" err="1">
                <a:effectLst/>
                <a:latin typeface="Nirmala UI" panose="020B0502040204020203" pitchFamily="34" charset="0"/>
                <a:ea typeface="Calibri" panose="020F0502020204030204" pitchFamily="34" charset="0"/>
                <a:cs typeface="Times New Roman" panose="02020603050405020304" pitchFamily="18" charset="0"/>
              </a:rPr>
              <a:t>जमनापारी</a:t>
            </a:r>
            <a:r>
              <a:rPr lang="en-IN" sz="1900" dirty="0">
                <a:effectLst/>
                <a:latin typeface="Calibri" panose="020F0502020204030204" pitchFamily="34" charset="0"/>
                <a:ea typeface="Calibri" panose="020F0502020204030204" pitchFamily="34" charset="0"/>
                <a:cs typeface="Times New Roman" panose="02020603050405020304" pitchFamily="18" charset="0"/>
              </a:rPr>
              <a:t> </a:t>
            </a:r>
            <a:r>
              <a:rPr lang="en-IN" sz="1900" dirty="0" err="1">
                <a:effectLst/>
                <a:latin typeface="Nirmala UI" panose="020B0502040204020203" pitchFamily="34" charset="0"/>
                <a:ea typeface="Calibri" panose="020F0502020204030204" pitchFamily="34" charset="0"/>
                <a:cs typeface="Times New Roman" panose="02020603050405020304" pitchFamily="18" charset="0"/>
              </a:rPr>
              <a:t>मानेवर</a:t>
            </a:r>
            <a:r>
              <a:rPr lang="en-IN" sz="1900" dirty="0">
                <a:effectLst/>
                <a:latin typeface="Calibri" panose="020F0502020204030204" pitchFamily="34" charset="0"/>
                <a:ea typeface="Calibri" panose="020F0502020204030204" pitchFamily="34" charset="0"/>
                <a:cs typeface="Times New Roman" panose="02020603050405020304" pitchFamily="18" charset="0"/>
              </a:rPr>
              <a:t> </a:t>
            </a:r>
            <a:r>
              <a:rPr lang="en-IN" sz="1900" dirty="0">
                <a:effectLst/>
                <a:latin typeface="Nirmala UI" panose="020B0502040204020203" pitchFamily="34" charset="0"/>
                <a:ea typeface="Calibri" panose="020F0502020204030204" pitchFamily="34" charset="0"/>
                <a:cs typeface="Times New Roman" panose="02020603050405020304" pitchFamily="18" charset="0"/>
              </a:rPr>
              <a:t>आणि</a:t>
            </a:r>
            <a:r>
              <a:rPr lang="en-IN" sz="1900" dirty="0">
                <a:effectLst/>
                <a:latin typeface="Calibri" panose="020F0502020204030204" pitchFamily="34" charset="0"/>
                <a:ea typeface="Calibri" panose="020F0502020204030204" pitchFamily="34" charset="0"/>
                <a:cs typeface="Times New Roman" panose="02020603050405020304" pitchFamily="18" charset="0"/>
              </a:rPr>
              <a:t> </a:t>
            </a:r>
            <a:r>
              <a:rPr lang="en-IN" sz="1900" dirty="0" err="1">
                <a:effectLst/>
                <a:latin typeface="Nirmala UI" panose="020B0502040204020203" pitchFamily="34" charset="0"/>
                <a:ea typeface="Calibri" panose="020F0502020204030204" pitchFamily="34" charset="0"/>
                <a:cs typeface="Times New Roman" panose="02020603050405020304" pitchFamily="18" charset="0"/>
              </a:rPr>
              <a:t>डोक्यावर</a:t>
            </a:r>
            <a:r>
              <a:rPr lang="en-IN" sz="1900" dirty="0">
                <a:effectLst/>
                <a:latin typeface="Calibri" panose="020F0502020204030204" pitchFamily="34" charset="0"/>
                <a:ea typeface="Calibri" panose="020F0502020204030204" pitchFamily="34" charset="0"/>
                <a:cs typeface="Times New Roman" panose="02020603050405020304" pitchFamily="18" charset="0"/>
              </a:rPr>
              <a:t> </a:t>
            </a:r>
            <a:r>
              <a:rPr lang="en-IN" sz="1900" dirty="0" err="1">
                <a:effectLst/>
                <a:latin typeface="Nirmala UI" panose="020B0502040204020203" pitchFamily="34" charset="0"/>
                <a:ea typeface="Calibri" panose="020F0502020204030204" pitchFamily="34" charset="0"/>
                <a:cs typeface="Times New Roman" panose="02020603050405020304" pitchFamily="18" charset="0"/>
              </a:rPr>
              <a:t>टॅनचे</a:t>
            </a:r>
            <a:r>
              <a:rPr lang="en-IN" sz="1900" dirty="0">
                <a:effectLst/>
                <a:latin typeface="Calibri" panose="020F0502020204030204" pitchFamily="34" charset="0"/>
                <a:ea typeface="Calibri" panose="020F0502020204030204" pitchFamily="34" charset="0"/>
                <a:cs typeface="Times New Roman" panose="02020603050405020304" pitchFamily="18" charset="0"/>
              </a:rPr>
              <a:t> </a:t>
            </a:r>
            <a:r>
              <a:rPr lang="en-IN" sz="1900" dirty="0" err="1">
                <a:effectLst/>
                <a:latin typeface="Nirmala UI" panose="020B0502040204020203" pitchFamily="34" charset="0"/>
                <a:ea typeface="Calibri" panose="020F0502020204030204" pitchFamily="34" charset="0"/>
                <a:cs typeface="Times New Roman" panose="02020603050405020304" pitchFamily="18" charset="0"/>
              </a:rPr>
              <a:t>ठिपके</a:t>
            </a:r>
            <a:r>
              <a:rPr lang="en-IN" sz="1900" dirty="0">
                <a:effectLst/>
                <a:latin typeface="Calibri" panose="020F0502020204030204" pitchFamily="34" charset="0"/>
                <a:ea typeface="Calibri" panose="020F0502020204030204" pitchFamily="34" charset="0"/>
                <a:cs typeface="Times New Roman" panose="02020603050405020304" pitchFamily="18" charset="0"/>
              </a:rPr>
              <a:t> </a:t>
            </a:r>
            <a:r>
              <a:rPr lang="en-IN" sz="1900" dirty="0" err="1">
                <a:effectLst/>
                <a:latin typeface="Nirmala UI" panose="020B0502040204020203" pitchFamily="34" charset="0"/>
                <a:ea typeface="Calibri" panose="020F0502020204030204" pitchFamily="34" charset="0"/>
                <a:cs typeface="Times New Roman" panose="02020603050405020304" pitchFamily="18" charset="0"/>
              </a:rPr>
              <a:t>असलेले</a:t>
            </a:r>
            <a:r>
              <a:rPr lang="en-IN" sz="1900" dirty="0">
                <a:effectLst/>
                <a:latin typeface="Calibri" panose="020F0502020204030204" pitchFamily="34" charset="0"/>
                <a:ea typeface="Calibri" panose="020F0502020204030204" pitchFamily="34" charset="0"/>
                <a:cs typeface="Times New Roman" panose="02020603050405020304" pitchFamily="18" charset="0"/>
              </a:rPr>
              <a:t> </a:t>
            </a:r>
            <a:r>
              <a:rPr lang="en-IN" sz="1900" dirty="0" err="1">
                <a:effectLst/>
                <a:latin typeface="Nirmala UI" panose="020B0502040204020203" pitchFamily="34" charset="0"/>
                <a:ea typeface="Calibri" panose="020F0502020204030204" pitchFamily="34" charset="0"/>
                <a:cs typeface="Times New Roman" panose="02020603050405020304" pitchFamily="18" charset="0"/>
              </a:rPr>
              <a:t>पांढरे</a:t>
            </a:r>
            <a:r>
              <a:rPr lang="en-IN" sz="1900" dirty="0">
                <a:effectLst/>
                <a:latin typeface="Calibri" panose="020F0502020204030204" pitchFamily="34" charset="0"/>
                <a:ea typeface="Calibri" panose="020F0502020204030204" pitchFamily="34" charset="0"/>
                <a:cs typeface="Times New Roman" panose="02020603050405020304" pitchFamily="18" charset="0"/>
              </a:rPr>
              <a:t> </a:t>
            </a:r>
            <a:r>
              <a:rPr lang="en-IN" sz="1900" dirty="0" err="1">
                <a:effectLst/>
                <a:latin typeface="Nirmala UI" panose="020B0502040204020203" pitchFamily="34" charset="0"/>
                <a:ea typeface="Calibri" panose="020F0502020204030204" pitchFamily="34" charset="0"/>
                <a:cs typeface="Times New Roman" panose="02020603050405020304" pitchFamily="18" charset="0"/>
              </a:rPr>
              <a:t>असते</a:t>
            </a:r>
            <a:r>
              <a:rPr lang="en-IN" sz="1900" dirty="0">
                <a:effectLst/>
                <a:latin typeface="Calibri" panose="020F0502020204030204" pitchFamily="34" charset="0"/>
                <a:ea typeface="Calibri" panose="020F0502020204030204" pitchFamily="34" charset="0"/>
                <a:cs typeface="Times New Roman" panose="02020603050405020304" pitchFamily="18" charset="0"/>
              </a:rPr>
              <a:t>. </a:t>
            </a:r>
            <a:r>
              <a:rPr lang="en-IN" sz="1900" dirty="0" err="1">
                <a:effectLst/>
                <a:latin typeface="Nirmala UI" panose="020B0502040204020203" pitchFamily="34" charset="0"/>
                <a:ea typeface="Calibri" panose="020F0502020204030204" pitchFamily="34" charset="0"/>
                <a:cs typeface="Times New Roman" panose="02020603050405020304" pitchFamily="18" charset="0"/>
              </a:rPr>
              <a:t>त्यांच्या</a:t>
            </a:r>
            <a:r>
              <a:rPr lang="en-IN" sz="1900" dirty="0">
                <a:effectLst/>
                <a:latin typeface="Calibri" panose="020F0502020204030204" pitchFamily="34" charset="0"/>
                <a:ea typeface="Calibri" panose="020F0502020204030204" pitchFamily="34" charset="0"/>
                <a:cs typeface="Times New Roman" panose="02020603050405020304" pitchFamily="18" charset="0"/>
              </a:rPr>
              <a:t> </a:t>
            </a:r>
            <a:r>
              <a:rPr lang="en-IN" sz="1900" dirty="0" err="1">
                <a:effectLst/>
                <a:latin typeface="Nirmala UI" panose="020B0502040204020203" pitchFamily="34" charset="0"/>
                <a:ea typeface="Calibri" panose="020F0502020204030204" pitchFamily="34" charset="0"/>
                <a:cs typeface="Times New Roman" panose="02020603050405020304" pitchFamily="18" charset="0"/>
              </a:rPr>
              <a:t>डोक्याला</a:t>
            </a:r>
            <a:r>
              <a:rPr lang="en-IN" sz="1900" dirty="0">
                <a:effectLst/>
                <a:latin typeface="Calibri" panose="020F0502020204030204" pitchFamily="34" charset="0"/>
                <a:ea typeface="Calibri" panose="020F0502020204030204" pitchFamily="34" charset="0"/>
                <a:cs typeface="Times New Roman" panose="02020603050405020304" pitchFamily="18" charset="0"/>
              </a:rPr>
              <a:t> </a:t>
            </a:r>
            <a:r>
              <a:rPr lang="en-IN" sz="1900" dirty="0">
                <a:effectLst/>
                <a:latin typeface="Nirmala UI" panose="020B0502040204020203" pitchFamily="34" charset="0"/>
                <a:ea typeface="Calibri" panose="020F0502020204030204" pitchFamily="34" charset="0"/>
                <a:cs typeface="Times New Roman" panose="02020603050405020304" pitchFamily="18" charset="0"/>
              </a:rPr>
              <a:t>अत्यंत</a:t>
            </a:r>
            <a:r>
              <a:rPr lang="en-IN" sz="1900" dirty="0">
                <a:effectLst/>
                <a:latin typeface="Calibri" panose="020F0502020204030204" pitchFamily="34" charset="0"/>
                <a:ea typeface="Calibri" panose="020F0502020204030204" pitchFamily="34" charset="0"/>
                <a:cs typeface="Times New Roman" panose="02020603050405020304" pitchFamily="18" charset="0"/>
              </a:rPr>
              <a:t> </a:t>
            </a:r>
            <a:r>
              <a:rPr lang="en-IN" sz="1900" dirty="0" err="1">
                <a:effectLst/>
                <a:latin typeface="Nirmala UI" panose="020B0502040204020203" pitchFamily="34" charset="0"/>
                <a:ea typeface="Calibri" panose="020F0502020204030204" pitchFamily="34" charset="0"/>
                <a:cs typeface="Times New Roman" panose="02020603050405020304" pitchFamily="18" charset="0"/>
              </a:rPr>
              <a:t>बहिर्वक्र</a:t>
            </a:r>
            <a:r>
              <a:rPr lang="en-IN" sz="1900" dirty="0">
                <a:effectLst/>
                <a:latin typeface="Calibri" panose="020F0502020204030204" pitchFamily="34" charset="0"/>
                <a:ea typeface="Calibri" panose="020F0502020204030204" pitchFamily="34" charset="0"/>
                <a:cs typeface="Times New Roman" panose="02020603050405020304" pitchFamily="18" charset="0"/>
              </a:rPr>
              <a:t> </a:t>
            </a:r>
            <a:r>
              <a:rPr lang="en-IN" sz="1900" dirty="0" err="1">
                <a:effectLst/>
                <a:latin typeface="Nirmala UI" panose="020B0502040204020203" pitchFamily="34" charset="0"/>
                <a:ea typeface="Calibri" panose="020F0502020204030204" pitchFamily="34" charset="0"/>
                <a:cs typeface="Times New Roman" panose="02020603050405020304" pitchFamily="18" charset="0"/>
              </a:rPr>
              <a:t>नाक</a:t>
            </a:r>
            <a:r>
              <a:rPr lang="en-IN" sz="1900" dirty="0">
                <a:effectLst/>
                <a:latin typeface="Calibri" panose="020F0502020204030204" pitchFamily="34" charset="0"/>
                <a:ea typeface="Calibri" panose="020F0502020204030204" pitchFamily="34" charset="0"/>
                <a:cs typeface="Times New Roman" panose="02020603050405020304" pitchFamily="18" charset="0"/>
              </a:rPr>
              <a:t> </a:t>
            </a:r>
            <a:r>
              <a:rPr lang="en-IN" sz="1900" dirty="0" err="1">
                <a:effectLst/>
                <a:latin typeface="Nirmala UI" panose="020B0502040204020203" pitchFamily="34" charset="0"/>
                <a:ea typeface="Calibri" panose="020F0502020204030204" pitchFamily="34" charset="0"/>
                <a:cs typeface="Times New Roman" panose="02020603050405020304" pitchFamily="18" charset="0"/>
              </a:rPr>
              <a:t>असते</a:t>
            </a:r>
            <a:r>
              <a:rPr lang="en-IN" sz="1900" dirty="0">
                <a:effectLst/>
                <a:latin typeface="Calibri" panose="020F0502020204030204" pitchFamily="34" charset="0"/>
                <a:ea typeface="Calibri" panose="020F0502020204030204" pitchFamily="34" charset="0"/>
                <a:cs typeface="Times New Roman" panose="02020603050405020304" pitchFamily="18" charset="0"/>
              </a:rPr>
              <a:t>, </a:t>
            </a:r>
            <a:r>
              <a:rPr lang="en-IN" sz="1900" dirty="0" err="1">
                <a:effectLst/>
                <a:latin typeface="Nirmala UI" panose="020B0502040204020203" pitchFamily="34" charset="0"/>
                <a:ea typeface="Calibri" panose="020F0502020204030204" pitchFamily="34" charset="0"/>
                <a:cs typeface="Times New Roman" panose="02020603050405020304" pitchFamily="18" charset="0"/>
              </a:rPr>
              <a:t>जे</a:t>
            </a:r>
            <a:r>
              <a:rPr lang="en-IN" sz="1900" dirty="0">
                <a:effectLst/>
                <a:latin typeface="Calibri" panose="020F0502020204030204" pitchFamily="34" charset="0"/>
                <a:ea typeface="Calibri" panose="020F0502020204030204" pitchFamily="34" charset="0"/>
                <a:cs typeface="Times New Roman" panose="02020603050405020304" pitchFamily="18" charset="0"/>
              </a:rPr>
              <a:t> </a:t>
            </a:r>
            <a:r>
              <a:rPr lang="en-IN" sz="1900" dirty="0">
                <a:effectLst/>
                <a:latin typeface="Nirmala UI" panose="020B0502040204020203" pitchFamily="34" charset="0"/>
                <a:ea typeface="Calibri" panose="020F0502020204030204" pitchFamily="34" charset="0"/>
                <a:cs typeface="Times New Roman" panose="02020603050405020304" pitchFamily="18" charset="0"/>
              </a:rPr>
              <a:t>त्यांना</a:t>
            </a:r>
            <a:r>
              <a:rPr lang="en-IN" sz="1900" dirty="0">
                <a:effectLst/>
                <a:latin typeface="Calibri" panose="020F0502020204030204" pitchFamily="34" charset="0"/>
                <a:ea typeface="Calibri" panose="020F0502020204030204" pitchFamily="34" charset="0"/>
                <a:cs typeface="Times New Roman" panose="02020603050405020304" pitchFamily="18" charset="0"/>
              </a:rPr>
              <a:t> </a:t>
            </a:r>
            <a:r>
              <a:rPr lang="en-IN" sz="1900" dirty="0" err="1">
                <a:effectLst/>
                <a:latin typeface="Nirmala UI" panose="020B0502040204020203" pitchFamily="34" charset="0"/>
                <a:ea typeface="Calibri" panose="020F0502020204030204" pitchFamily="34" charset="0"/>
                <a:cs typeface="Times New Roman" panose="02020603050405020304" pitchFamily="18" charset="0"/>
              </a:rPr>
              <a:t>पोपटासारखे</a:t>
            </a:r>
            <a:r>
              <a:rPr lang="en-IN" sz="1900" dirty="0">
                <a:effectLst/>
                <a:latin typeface="Calibri" panose="020F0502020204030204" pitchFamily="34" charset="0"/>
                <a:ea typeface="Calibri" panose="020F0502020204030204" pitchFamily="34" charset="0"/>
                <a:cs typeface="Times New Roman" panose="02020603050405020304" pitchFamily="18" charset="0"/>
              </a:rPr>
              <a:t> </a:t>
            </a:r>
            <a:r>
              <a:rPr lang="en-IN" sz="1900" dirty="0" err="1">
                <a:effectLst/>
                <a:latin typeface="Nirmala UI" panose="020B0502040204020203" pitchFamily="34" charset="0"/>
                <a:ea typeface="Calibri" panose="020F0502020204030204" pitchFamily="34" charset="0"/>
                <a:cs typeface="Times New Roman" panose="02020603050405020304" pitchFamily="18" charset="0"/>
              </a:rPr>
              <a:t>दिसते</a:t>
            </a:r>
            <a:r>
              <a:rPr lang="en-IN" sz="1900" dirty="0">
                <a:effectLst/>
                <a:latin typeface="Calibri" panose="020F0502020204030204" pitchFamily="34" charset="0"/>
                <a:ea typeface="Calibri" panose="020F0502020204030204" pitchFamily="34" charset="0"/>
                <a:cs typeface="Times New Roman" panose="02020603050405020304" pitchFamily="18" charset="0"/>
              </a:rPr>
              <a:t>. </a:t>
            </a:r>
            <a:r>
              <a:rPr lang="en-IN" sz="1900" dirty="0">
                <a:effectLst/>
                <a:latin typeface="Nirmala UI" panose="020B0502040204020203" pitchFamily="34" charset="0"/>
                <a:ea typeface="Calibri" panose="020F0502020204030204" pitchFamily="34" charset="0"/>
                <a:cs typeface="Times New Roman" panose="02020603050405020304" pitchFamily="18" charset="0"/>
              </a:rPr>
              <a:t>त्यांचे</a:t>
            </a:r>
            <a:r>
              <a:rPr lang="en-IN" sz="1900" dirty="0">
                <a:effectLst/>
                <a:latin typeface="Calibri" panose="020F0502020204030204" pitchFamily="34" charset="0"/>
                <a:ea typeface="Calibri" panose="020F0502020204030204" pitchFamily="34" charset="0"/>
                <a:cs typeface="Times New Roman" panose="02020603050405020304" pitchFamily="18" charset="0"/>
              </a:rPr>
              <a:t> </a:t>
            </a:r>
            <a:r>
              <a:rPr lang="en-IN" sz="1900" dirty="0" err="1">
                <a:effectLst/>
                <a:latin typeface="Nirmala UI" panose="020B0502040204020203" pitchFamily="34" charset="0"/>
                <a:ea typeface="Calibri" panose="020F0502020204030204" pitchFamily="34" charset="0"/>
                <a:cs typeface="Times New Roman" panose="02020603050405020304" pitchFamily="18" charset="0"/>
              </a:rPr>
              <a:t>लांब</a:t>
            </a:r>
            <a:r>
              <a:rPr lang="en-IN" sz="1900" dirty="0">
                <a:effectLst/>
                <a:latin typeface="Calibri" panose="020F0502020204030204" pitchFamily="34" charset="0"/>
                <a:ea typeface="Calibri" panose="020F0502020204030204" pitchFamily="34" charset="0"/>
                <a:cs typeface="Times New Roman" panose="02020603050405020304" pitchFamily="18" charset="0"/>
              </a:rPr>
              <a:t> </a:t>
            </a:r>
            <a:r>
              <a:rPr lang="en-IN" sz="1900" dirty="0" err="1">
                <a:effectLst/>
                <a:latin typeface="Nirmala UI" panose="020B0502040204020203" pitchFamily="34" charset="0"/>
                <a:ea typeface="Calibri" panose="020F0502020204030204" pitchFamily="34" charset="0"/>
                <a:cs typeface="Times New Roman" panose="02020603050405020304" pitchFamily="18" charset="0"/>
              </a:rPr>
              <a:t>सपाट</a:t>
            </a:r>
            <a:r>
              <a:rPr lang="en-IN" sz="1900" dirty="0">
                <a:effectLst/>
                <a:latin typeface="Calibri" panose="020F0502020204030204" pitchFamily="34" charset="0"/>
                <a:ea typeface="Calibri" panose="020F0502020204030204" pitchFamily="34" charset="0"/>
                <a:cs typeface="Times New Roman" panose="02020603050405020304" pitchFamily="18" charset="0"/>
              </a:rPr>
              <a:t> </a:t>
            </a:r>
            <a:r>
              <a:rPr lang="en-IN" sz="1900" dirty="0" err="1">
                <a:effectLst/>
                <a:latin typeface="Nirmala UI" panose="020B0502040204020203" pitchFamily="34" charset="0"/>
                <a:ea typeface="Calibri" panose="020F0502020204030204" pitchFamily="34" charset="0"/>
                <a:cs typeface="Times New Roman" panose="02020603050405020304" pitchFamily="18" charset="0"/>
              </a:rPr>
              <a:t>कान</a:t>
            </a:r>
            <a:r>
              <a:rPr lang="en-IN" sz="1900" dirty="0">
                <a:effectLst/>
                <a:latin typeface="Calibri" panose="020F0502020204030204" pitchFamily="34" charset="0"/>
                <a:ea typeface="Calibri" panose="020F0502020204030204" pitchFamily="34" charset="0"/>
                <a:cs typeface="Times New Roman" panose="02020603050405020304" pitchFamily="18" charset="0"/>
              </a:rPr>
              <a:t> </a:t>
            </a:r>
            <a:r>
              <a:rPr lang="en-IN" sz="1900" dirty="0">
                <a:effectLst/>
                <a:latin typeface="Nirmala UI" panose="020B0502040204020203" pitchFamily="34" charset="0"/>
                <a:ea typeface="Calibri" panose="020F0502020204030204" pitchFamily="34" charset="0"/>
                <a:cs typeface="Times New Roman" panose="02020603050405020304" pitchFamily="18" charset="0"/>
              </a:rPr>
              <a:t>आहेत</a:t>
            </a:r>
            <a:r>
              <a:rPr lang="en-IN" sz="1900" dirty="0">
                <a:effectLst/>
                <a:latin typeface="Calibri" panose="020F0502020204030204" pitchFamily="34" charset="0"/>
                <a:ea typeface="Calibri" panose="020F0502020204030204" pitchFamily="34" charset="0"/>
                <a:cs typeface="Times New Roman" panose="02020603050405020304" pitchFamily="18" charset="0"/>
              </a:rPr>
              <a:t> </a:t>
            </a:r>
            <a:r>
              <a:rPr lang="en-IN" sz="1900" dirty="0" err="1">
                <a:effectLst/>
                <a:latin typeface="Nirmala UI" panose="020B0502040204020203" pitchFamily="34" charset="0"/>
                <a:ea typeface="Calibri" panose="020F0502020204030204" pitchFamily="34" charset="0"/>
                <a:cs typeface="Times New Roman" panose="02020603050405020304" pitchFamily="18" charset="0"/>
              </a:rPr>
              <a:t>जे</a:t>
            </a:r>
            <a:r>
              <a:rPr lang="en-IN" sz="1900" dirty="0">
                <a:effectLst/>
                <a:latin typeface="Calibri" panose="020F0502020204030204" pitchFamily="34" charset="0"/>
                <a:ea typeface="Calibri" panose="020F0502020204030204" pitchFamily="34" charset="0"/>
                <a:cs typeface="Times New Roman" panose="02020603050405020304" pitchFamily="18" charset="0"/>
              </a:rPr>
              <a:t> </a:t>
            </a:r>
            <a:r>
              <a:rPr lang="en-IN" sz="1900" dirty="0" err="1">
                <a:effectLst/>
                <a:latin typeface="Nirmala UI" panose="020B0502040204020203" pitchFamily="34" charset="0"/>
                <a:ea typeface="Calibri" panose="020F0502020204030204" pitchFamily="34" charset="0"/>
                <a:cs typeface="Times New Roman" panose="02020603050405020304" pitchFamily="18" charset="0"/>
              </a:rPr>
              <a:t>सुमारे</a:t>
            </a:r>
            <a:r>
              <a:rPr lang="en-IN" sz="1900" dirty="0">
                <a:effectLst/>
                <a:latin typeface="Calibri" panose="020F0502020204030204" pitchFamily="34" charset="0"/>
                <a:ea typeface="Calibri" panose="020F0502020204030204" pitchFamily="34" charset="0"/>
                <a:cs typeface="Times New Roman" panose="02020603050405020304" pitchFamily="18" charset="0"/>
              </a:rPr>
              <a:t> 25 </a:t>
            </a:r>
            <a:r>
              <a:rPr lang="en-IN" sz="1900" dirty="0" err="1">
                <a:effectLst/>
                <a:latin typeface="Nirmala UI" panose="020B0502040204020203" pitchFamily="34" charset="0"/>
                <a:ea typeface="Calibri" panose="020F0502020204030204" pitchFamily="34" charset="0"/>
                <a:cs typeface="Times New Roman" panose="02020603050405020304" pitchFamily="18" charset="0"/>
              </a:rPr>
              <a:t>सेमी</a:t>
            </a:r>
            <a:r>
              <a:rPr lang="en-IN" sz="1900" dirty="0">
                <a:effectLst/>
                <a:latin typeface="Calibri" panose="020F0502020204030204" pitchFamily="34" charset="0"/>
                <a:ea typeface="Calibri" panose="020F0502020204030204" pitchFamily="34" charset="0"/>
                <a:cs typeface="Times New Roman" panose="02020603050405020304" pitchFamily="18" charset="0"/>
              </a:rPr>
              <a:t> (10 </a:t>
            </a:r>
            <a:r>
              <a:rPr lang="en-IN" sz="1900" dirty="0" err="1">
                <a:effectLst/>
                <a:latin typeface="Nirmala UI" panose="020B0502040204020203" pitchFamily="34" charset="0"/>
                <a:ea typeface="Calibri" panose="020F0502020204030204" pitchFamily="34" charset="0"/>
                <a:cs typeface="Times New Roman" panose="02020603050405020304" pitchFamily="18" charset="0"/>
              </a:rPr>
              <a:t>इंच</a:t>
            </a:r>
            <a:r>
              <a:rPr lang="en-IN" sz="1900" dirty="0">
                <a:effectLst/>
                <a:latin typeface="Calibri" panose="020F0502020204030204" pitchFamily="34" charset="0"/>
                <a:ea typeface="Calibri" panose="020F0502020204030204" pitchFamily="34" charset="0"/>
                <a:cs typeface="Times New Roman" panose="02020603050405020304" pitchFamily="18" charset="0"/>
              </a:rPr>
              <a:t>) </a:t>
            </a:r>
            <a:r>
              <a:rPr lang="en-IN" sz="1900" dirty="0" err="1">
                <a:effectLst/>
                <a:latin typeface="Nirmala UI" panose="020B0502040204020203" pitchFamily="34" charset="0"/>
                <a:ea typeface="Calibri" panose="020F0502020204030204" pitchFamily="34" charset="0"/>
                <a:cs typeface="Times New Roman" panose="02020603050405020304" pitchFamily="18" charset="0"/>
              </a:rPr>
              <a:t>लांब</a:t>
            </a:r>
            <a:r>
              <a:rPr lang="en-IN" sz="1900" dirty="0">
                <a:effectLst/>
                <a:latin typeface="Calibri" panose="020F0502020204030204" pitchFamily="34" charset="0"/>
                <a:ea typeface="Calibri" panose="020F0502020204030204" pitchFamily="34" charset="0"/>
                <a:cs typeface="Times New Roman" panose="02020603050405020304" pitchFamily="18" charset="0"/>
              </a:rPr>
              <a:t> </a:t>
            </a:r>
            <a:r>
              <a:rPr lang="en-IN" sz="1900" dirty="0">
                <a:effectLst/>
                <a:latin typeface="Nirmala UI" panose="020B0502040204020203" pitchFamily="34" charset="0"/>
                <a:ea typeface="Calibri" panose="020F0502020204030204" pitchFamily="34" charset="0"/>
                <a:cs typeface="Times New Roman" panose="02020603050405020304" pitchFamily="18" charset="0"/>
              </a:rPr>
              <a:t>आहेत</a:t>
            </a:r>
            <a:r>
              <a:rPr lang="en-IN" sz="1900" dirty="0">
                <a:effectLst/>
                <a:latin typeface="Calibri" panose="020F0502020204030204" pitchFamily="34" charset="0"/>
                <a:ea typeface="Calibri" panose="020F0502020204030204" pitchFamily="34" charset="0"/>
                <a:cs typeface="Times New Roman" panose="02020603050405020304" pitchFamily="18" charset="0"/>
              </a:rPr>
              <a:t>. </a:t>
            </a:r>
          </a:p>
          <a:p>
            <a:pPr marL="285750" indent="-285750">
              <a:lnSpc>
                <a:spcPct val="107000"/>
              </a:lnSpc>
              <a:spcAft>
                <a:spcPts val="800"/>
              </a:spcAft>
              <a:buFont typeface="Arial" panose="020B0604020202020204" pitchFamily="34" charset="0"/>
              <a:buChar char="•"/>
            </a:pPr>
            <a:r>
              <a:rPr lang="en-IN" sz="1900" dirty="0" err="1">
                <a:effectLst/>
                <a:latin typeface="Nirmala UI" panose="020B0502040204020203" pitchFamily="34" charset="0"/>
                <a:ea typeface="Calibri" panose="020F0502020204030204" pitchFamily="34" charset="0"/>
                <a:cs typeface="Times New Roman" panose="02020603050405020304" pitchFamily="18" charset="0"/>
              </a:rPr>
              <a:t>दोन्ही</a:t>
            </a:r>
            <a:r>
              <a:rPr lang="en-IN" sz="1900" dirty="0">
                <a:effectLst/>
                <a:latin typeface="Calibri" panose="020F0502020204030204" pitchFamily="34" charset="0"/>
                <a:ea typeface="Calibri" panose="020F0502020204030204" pitchFamily="34" charset="0"/>
                <a:cs typeface="Times New Roman" panose="02020603050405020304" pitchFamily="18" charset="0"/>
              </a:rPr>
              <a:t> </a:t>
            </a:r>
            <a:r>
              <a:rPr lang="en-IN" sz="1900" dirty="0" err="1">
                <a:effectLst/>
                <a:latin typeface="Nirmala UI" panose="020B0502040204020203" pitchFamily="34" charset="0"/>
                <a:ea typeface="Calibri" panose="020F0502020204030204" pitchFamily="34" charset="0"/>
                <a:cs typeface="Times New Roman" panose="02020603050405020304" pitchFamily="18" charset="0"/>
              </a:rPr>
              <a:t>लिंगांना</a:t>
            </a:r>
            <a:r>
              <a:rPr lang="en-IN" sz="1900" dirty="0">
                <a:effectLst/>
                <a:latin typeface="Calibri" panose="020F0502020204030204" pitchFamily="34" charset="0"/>
                <a:ea typeface="Calibri" panose="020F0502020204030204" pitchFamily="34" charset="0"/>
                <a:cs typeface="Times New Roman" panose="02020603050405020304" pitchFamily="18" charset="0"/>
              </a:rPr>
              <a:t> </a:t>
            </a:r>
            <a:r>
              <a:rPr lang="en-IN" sz="1900" dirty="0" err="1">
                <a:effectLst/>
                <a:latin typeface="Nirmala UI" panose="020B0502040204020203" pitchFamily="34" charset="0"/>
                <a:ea typeface="Calibri" panose="020F0502020204030204" pitchFamily="34" charset="0"/>
                <a:cs typeface="Times New Roman" panose="02020603050405020304" pitchFamily="18" charset="0"/>
              </a:rPr>
              <a:t>शिंगे</a:t>
            </a:r>
            <a:r>
              <a:rPr lang="en-IN" sz="1900" dirty="0">
                <a:effectLst/>
                <a:latin typeface="Calibri" panose="020F0502020204030204" pitchFamily="34" charset="0"/>
                <a:ea typeface="Calibri" panose="020F0502020204030204" pitchFamily="34" charset="0"/>
                <a:cs typeface="Times New Roman" panose="02020603050405020304" pitchFamily="18" charset="0"/>
              </a:rPr>
              <a:t> </a:t>
            </a:r>
            <a:r>
              <a:rPr lang="en-IN" sz="1900" dirty="0">
                <a:effectLst/>
                <a:latin typeface="Nirmala UI" panose="020B0502040204020203" pitchFamily="34" charset="0"/>
                <a:ea typeface="Calibri" panose="020F0502020204030204" pitchFamily="34" charset="0"/>
                <a:cs typeface="Times New Roman" panose="02020603050405020304" pitchFamily="18" charset="0"/>
              </a:rPr>
              <a:t>असतात</a:t>
            </a:r>
            <a:r>
              <a:rPr lang="en-IN" sz="1900" dirty="0">
                <a:effectLst/>
                <a:latin typeface="Calibri" panose="020F0502020204030204" pitchFamily="34" charset="0"/>
                <a:ea typeface="Calibri" panose="020F0502020204030204" pitchFamily="34" charset="0"/>
                <a:cs typeface="Times New Roman" panose="02020603050405020304" pitchFamily="18" charset="0"/>
              </a:rPr>
              <a:t>. </a:t>
            </a:r>
            <a:r>
              <a:rPr lang="en-IN" sz="1900" dirty="0" err="1">
                <a:effectLst/>
                <a:latin typeface="Nirmala UI" panose="020B0502040204020203" pitchFamily="34" charset="0"/>
                <a:ea typeface="Calibri" panose="020F0502020204030204" pitchFamily="34" charset="0"/>
                <a:cs typeface="Times New Roman" panose="02020603050405020304" pitchFamily="18" charset="0"/>
              </a:rPr>
              <a:t>कासेला</a:t>
            </a:r>
            <a:r>
              <a:rPr lang="en-IN" sz="1900" dirty="0">
                <a:effectLst/>
                <a:latin typeface="Calibri" panose="020F0502020204030204" pitchFamily="34" charset="0"/>
                <a:ea typeface="Calibri" panose="020F0502020204030204" pitchFamily="34" charset="0"/>
                <a:cs typeface="Times New Roman" panose="02020603050405020304" pitchFamily="18" charset="0"/>
              </a:rPr>
              <a:t> </a:t>
            </a:r>
            <a:r>
              <a:rPr lang="en-IN" sz="1900" dirty="0" err="1">
                <a:effectLst/>
                <a:latin typeface="Nirmala UI" panose="020B0502040204020203" pitchFamily="34" charset="0"/>
                <a:ea typeface="Calibri" panose="020F0502020204030204" pitchFamily="34" charset="0"/>
                <a:cs typeface="Times New Roman" panose="02020603050405020304" pitchFamily="18" charset="0"/>
              </a:rPr>
              <a:t>गोलाकार</a:t>
            </a:r>
            <a:r>
              <a:rPr lang="en-IN" sz="1900" dirty="0">
                <a:effectLst/>
                <a:latin typeface="Calibri" panose="020F0502020204030204" pitchFamily="34" charset="0"/>
                <a:ea typeface="Calibri" panose="020F0502020204030204" pitchFamily="34" charset="0"/>
                <a:cs typeface="Times New Roman" panose="02020603050405020304" pitchFamily="18" charset="0"/>
              </a:rPr>
              <a:t>, </a:t>
            </a:r>
            <a:r>
              <a:rPr lang="en-IN" sz="1900" dirty="0" err="1">
                <a:effectLst/>
                <a:latin typeface="Nirmala UI" panose="020B0502040204020203" pitchFamily="34" charset="0"/>
                <a:ea typeface="Calibri" panose="020F0502020204030204" pitchFamily="34" charset="0"/>
                <a:cs typeface="Times New Roman" panose="02020603050405020304" pitchFamily="18" charset="0"/>
              </a:rPr>
              <a:t>शंकूच्या</a:t>
            </a:r>
            <a:r>
              <a:rPr lang="en-IN" sz="1900" dirty="0">
                <a:effectLst/>
                <a:latin typeface="Calibri" panose="020F0502020204030204" pitchFamily="34" charset="0"/>
                <a:ea typeface="Calibri" panose="020F0502020204030204" pitchFamily="34" charset="0"/>
                <a:cs typeface="Times New Roman" panose="02020603050405020304" pitchFamily="18" charset="0"/>
              </a:rPr>
              <a:t> </a:t>
            </a:r>
            <a:r>
              <a:rPr lang="en-IN" sz="1900" dirty="0" err="1">
                <a:effectLst/>
                <a:latin typeface="Nirmala UI" panose="020B0502040204020203" pitchFamily="34" charset="0"/>
                <a:ea typeface="Calibri" panose="020F0502020204030204" pitchFamily="34" charset="0"/>
                <a:cs typeface="Times New Roman" panose="02020603050405020304" pitchFamily="18" charset="0"/>
              </a:rPr>
              <a:t>आकाराचे</a:t>
            </a:r>
            <a:r>
              <a:rPr lang="en-IN" sz="1900" dirty="0">
                <a:effectLst/>
                <a:latin typeface="Calibri" panose="020F0502020204030204" pitchFamily="34" charset="0"/>
                <a:ea typeface="Calibri" panose="020F0502020204030204" pitchFamily="34" charset="0"/>
                <a:cs typeface="Times New Roman" panose="02020603050405020304" pitchFamily="18" charset="0"/>
              </a:rPr>
              <a:t> </a:t>
            </a:r>
            <a:r>
              <a:rPr lang="en-IN" sz="1900" dirty="0" err="1">
                <a:effectLst/>
                <a:latin typeface="Nirmala UI" panose="020B0502040204020203" pitchFamily="34" charset="0"/>
                <a:ea typeface="Calibri" panose="020F0502020204030204" pitchFamily="34" charset="0"/>
                <a:cs typeface="Times New Roman" panose="02020603050405020304" pitchFamily="18" charset="0"/>
              </a:rPr>
              <a:t>टिट्स</a:t>
            </a:r>
            <a:r>
              <a:rPr lang="en-IN" sz="1900" dirty="0">
                <a:effectLst/>
                <a:latin typeface="Calibri" panose="020F0502020204030204" pitchFamily="34" charset="0"/>
                <a:ea typeface="Calibri" panose="020F0502020204030204" pitchFamily="34" charset="0"/>
                <a:cs typeface="Times New Roman" panose="02020603050405020304" pitchFamily="18" charset="0"/>
              </a:rPr>
              <a:t> </a:t>
            </a:r>
            <a:r>
              <a:rPr lang="en-IN" sz="1900" dirty="0">
                <a:effectLst/>
                <a:latin typeface="Nirmala UI" panose="020B0502040204020203" pitchFamily="34" charset="0"/>
                <a:ea typeface="Calibri" panose="020F0502020204030204" pitchFamily="34" charset="0"/>
                <a:cs typeface="Times New Roman" panose="02020603050405020304" pitchFamily="18" charset="0"/>
              </a:rPr>
              <a:t>असतात</a:t>
            </a:r>
            <a:r>
              <a:rPr lang="en-IN" sz="1900" dirty="0">
                <a:effectLst/>
                <a:latin typeface="Calibri" panose="020F0502020204030204" pitchFamily="34" charset="0"/>
                <a:ea typeface="Calibri" panose="020F0502020204030204" pitchFamily="34" charset="0"/>
                <a:cs typeface="Times New Roman" panose="02020603050405020304" pitchFamily="18" charset="0"/>
              </a:rPr>
              <a:t> </a:t>
            </a:r>
            <a:r>
              <a:rPr lang="en-IN" sz="1900" dirty="0">
                <a:effectLst/>
                <a:latin typeface="Nirmala UI" panose="020B0502040204020203" pitchFamily="34" charset="0"/>
                <a:ea typeface="Calibri" panose="020F0502020204030204" pitchFamily="34" charset="0"/>
                <a:cs typeface="Times New Roman" panose="02020603050405020304" pitchFamily="18" charset="0"/>
              </a:rPr>
              <a:t>आणि</a:t>
            </a:r>
            <a:r>
              <a:rPr lang="en-IN" sz="1900" dirty="0">
                <a:effectLst/>
                <a:latin typeface="Calibri" panose="020F0502020204030204" pitchFamily="34" charset="0"/>
                <a:ea typeface="Calibri" panose="020F0502020204030204" pitchFamily="34" charset="0"/>
                <a:cs typeface="Times New Roman" panose="02020603050405020304" pitchFamily="18" charset="0"/>
              </a:rPr>
              <a:t> </a:t>
            </a:r>
            <a:r>
              <a:rPr lang="en-IN" sz="1900" dirty="0">
                <a:effectLst/>
                <a:latin typeface="Nirmala UI" panose="020B0502040204020203" pitchFamily="34" charset="0"/>
                <a:ea typeface="Calibri" panose="020F0502020204030204" pitchFamily="34" charset="0"/>
                <a:cs typeface="Times New Roman" panose="02020603050405020304" pitchFamily="18" charset="0"/>
              </a:rPr>
              <a:t>ते</a:t>
            </a:r>
            <a:r>
              <a:rPr lang="en-IN" sz="1900" dirty="0">
                <a:effectLst/>
                <a:latin typeface="Calibri" panose="020F0502020204030204" pitchFamily="34" charset="0"/>
                <a:ea typeface="Calibri" panose="020F0502020204030204" pitchFamily="34" charset="0"/>
                <a:cs typeface="Times New Roman" panose="02020603050405020304" pitchFamily="18" charset="0"/>
              </a:rPr>
              <a:t> </a:t>
            </a:r>
            <a:r>
              <a:rPr lang="en-IN" sz="1900" dirty="0" err="1">
                <a:effectLst/>
                <a:latin typeface="Nirmala UI" panose="020B0502040204020203" pitchFamily="34" charset="0"/>
                <a:ea typeface="Calibri" panose="020F0502020204030204" pitchFamily="34" charset="0"/>
                <a:cs typeface="Times New Roman" panose="02020603050405020304" pitchFamily="18" charset="0"/>
              </a:rPr>
              <a:t>चांगले</a:t>
            </a:r>
            <a:r>
              <a:rPr lang="en-IN" sz="1900" dirty="0">
                <a:effectLst/>
                <a:latin typeface="Calibri" panose="020F0502020204030204" pitchFamily="34" charset="0"/>
                <a:ea typeface="Calibri" panose="020F0502020204030204" pitchFamily="34" charset="0"/>
                <a:cs typeface="Times New Roman" panose="02020603050405020304" pitchFamily="18" charset="0"/>
              </a:rPr>
              <a:t> </a:t>
            </a:r>
            <a:r>
              <a:rPr lang="en-IN" sz="1900" dirty="0" err="1">
                <a:effectLst/>
                <a:latin typeface="Nirmala UI" panose="020B0502040204020203" pitchFamily="34" charset="0"/>
                <a:ea typeface="Calibri" panose="020F0502020204030204" pitchFamily="34" charset="0"/>
                <a:cs typeface="Times New Roman" panose="02020603050405020304" pitchFamily="18" charset="0"/>
              </a:rPr>
              <a:t>विकसित</a:t>
            </a:r>
            <a:r>
              <a:rPr lang="en-IN" sz="1900" dirty="0">
                <a:effectLst/>
                <a:latin typeface="Calibri" panose="020F0502020204030204" pitchFamily="34" charset="0"/>
                <a:ea typeface="Calibri" panose="020F0502020204030204" pitchFamily="34" charset="0"/>
                <a:cs typeface="Times New Roman" panose="02020603050405020304" pitchFamily="18" charset="0"/>
              </a:rPr>
              <a:t> </a:t>
            </a:r>
            <a:r>
              <a:rPr lang="en-IN" sz="1900" dirty="0">
                <a:effectLst/>
                <a:latin typeface="Nirmala UI" panose="020B0502040204020203" pitchFamily="34" charset="0"/>
                <a:ea typeface="Calibri" panose="020F0502020204030204" pitchFamily="34" charset="0"/>
                <a:cs typeface="Times New Roman" panose="02020603050405020304" pitchFamily="18" charset="0"/>
              </a:rPr>
              <a:t>होते</a:t>
            </a:r>
            <a:r>
              <a:rPr lang="en-IN" sz="1900" dirty="0">
                <a:effectLst/>
                <a:latin typeface="Calibri" panose="020F0502020204030204" pitchFamily="34" charset="0"/>
                <a:ea typeface="Calibri" panose="020F0502020204030204" pitchFamily="34" charset="0"/>
                <a:cs typeface="Times New Roman" panose="02020603050405020304" pitchFamily="18" charset="0"/>
              </a:rPr>
              <a:t>. </a:t>
            </a:r>
            <a:r>
              <a:rPr lang="en-IN" sz="1900" dirty="0">
                <a:effectLst/>
                <a:latin typeface="Nirmala UI" panose="020B0502040204020203" pitchFamily="34" charset="0"/>
                <a:ea typeface="Calibri" panose="020F0502020204030204" pitchFamily="34" charset="0"/>
                <a:cs typeface="Times New Roman" panose="02020603050405020304" pitchFamily="18" charset="0"/>
              </a:rPr>
              <a:t>त्यांचे</a:t>
            </a:r>
            <a:r>
              <a:rPr lang="en-IN" sz="1900" dirty="0">
                <a:effectLst/>
                <a:latin typeface="Calibri" panose="020F0502020204030204" pitchFamily="34" charset="0"/>
                <a:ea typeface="Calibri" panose="020F0502020204030204" pitchFamily="34" charset="0"/>
                <a:cs typeface="Times New Roman" panose="02020603050405020304" pitchFamily="18" charset="0"/>
              </a:rPr>
              <a:t> </a:t>
            </a:r>
            <a:r>
              <a:rPr lang="en-IN" sz="1900" dirty="0" err="1">
                <a:effectLst/>
                <a:latin typeface="Nirmala UI" panose="020B0502040204020203" pitchFamily="34" charset="0"/>
                <a:ea typeface="Calibri" panose="020F0502020204030204" pitchFamily="34" charset="0"/>
                <a:cs typeface="Times New Roman" panose="02020603050405020304" pitchFamily="18" charset="0"/>
              </a:rPr>
              <a:t>पाय</a:t>
            </a:r>
            <a:r>
              <a:rPr lang="en-IN" sz="1900" dirty="0">
                <a:effectLst/>
                <a:latin typeface="Calibri" panose="020F0502020204030204" pitchFamily="34" charset="0"/>
                <a:ea typeface="Calibri" panose="020F0502020204030204" pitchFamily="34" charset="0"/>
                <a:cs typeface="Times New Roman" panose="02020603050405020304" pitchFamily="18" charset="0"/>
              </a:rPr>
              <a:t> </a:t>
            </a:r>
            <a:r>
              <a:rPr lang="en-IN" sz="1900" dirty="0" err="1">
                <a:effectLst/>
                <a:latin typeface="Nirmala UI" panose="020B0502040204020203" pitchFamily="34" charset="0"/>
                <a:ea typeface="Calibri" panose="020F0502020204030204" pitchFamily="34" charset="0"/>
                <a:cs typeface="Times New Roman" panose="02020603050405020304" pitchFamily="18" charset="0"/>
              </a:rPr>
              <a:t>विलक्षण</a:t>
            </a:r>
            <a:r>
              <a:rPr lang="en-IN" sz="1900" dirty="0">
                <a:effectLst/>
                <a:latin typeface="Calibri" panose="020F0502020204030204" pitchFamily="34" charset="0"/>
                <a:ea typeface="Calibri" panose="020F0502020204030204" pitchFamily="34" charset="0"/>
                <a:cs typeface="Times New Roman" panose="02020603050405020304" pitchFamily="18" charset="0"/>
              </a:rPr>
              <a:t> </a:t>
            </a:r>
            <a:r>
              <a:rPr lang="en-IN" sz="1900" dirty="0" err="1">
                <a:effectLst/>
                <a:latin typeface="Nirmala UI" panose="020B0502040204020203" pitchFamily="34" charset="0"/>
                <a:ea typeface="Calibri" panose="020F0502020204030204" pitchFamily="34" charset="0"/>
                <a:cs typeface="Times New Roman" panose="02020603050405020304" pitchFamily="18" charset="0"/>
              </a:rPr>
              <a:t>लांब</a:t>
            </a:r>
            <a:r>
              <a:rPr lang="en-IN" sz="1900" dirty="0">
                <a:effectLst/>
                <a:latin typeface="Calibri" panose="020F0502020204030204" pitchFamily="34" charset="0"/>
                <a:ea typeface="Calibri" panose="020F0502020204030204" pitchFamily="34" charset="0"/>
                <a:cs typeface="Times New Roman" panose="02020603050405020304" pitchFamily="18" charset="0"/>
              </a:rPr>
              <a:t> </a:t>
            </a:r>
            <a:r>
              <a:rPr lang="en-IN" sz="1900" dirty="0">
                <a:effectLst/>
                <a:latin typeface="Nirmala UI" panose="020B0502040204020203" pitchFamily="34" charset="0"/>
                <a:ea typeface="Calibri" panose="020F0502020204030204" pitchFamily="34" charset="0"/>
                <a:cs typeface="Times New Roman" panose="02020603050405020304" pitchFamily="18" charset="0"/>
              </a:rPr>
              <a:t>आहेत</a:t>
            </a:r>
            <a:r>
              <a:rPr lang="en-IN" sz="1900" dirty="0">
                <a:effectLst/>
                <a:latin typeface="Calibri" panose="020F0502020204030204" pitchFamily="34" charset="0"/>
                <a:ea typeface="Calibri" panose="020F0502020204030204" pitchFamily="34" charset="0"/>
                <a:cs typeface="Times New Roman" panose="02020603050405020304" pitchFamily="18" charset="0"/>
              </a:rPr>
              <a:t>.</a:t>
            </a:r>
          </a:p>
          <a:p>
            <a:endParaRPr lang="en-IN" dirty="0"/>
          </a:p>
        </p:txBody>
      </p:sp>
    </p:spTree>
    <p:extLst>
      <p:ext uri="{BB962C8B-B14F-4D97-AF65-F5344CB8AC3E}">
        <p14:creationId xmlns:p14="http://schemas.microsoft.com/office/powerpoint/2010/main" val="2222157511"/>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17BFB0E-6C6B-4014-B7E8-4266DC26FC2A}"/>
              </a:ext>
            </a:extLst>
          </p:cNvPr>
          <p:cNvSpPr>
            <a:spLocks noGrp="1"/>
          </p:cNvSpPr>
          <p:nvPr>
            <p:ph type="title"/>
          </p:nvPr>
        </p:nvSpPr>
        <p:spPr>
          <a:xfrm>
            <a:off x="838200" y="365125"/>
            <a:ext cx="10515600" cy="535207"/>
          </a:xfrm>
        </p:spPr>
        <p:txBody>
          <a:bodyPr>
            <a:noAutofit/>
          </a:bodyPr>
          <a:lstStyle/>
          <a:p>
            <a:pPr algn="ctr"/>
            <a:r>
              <a:rPr lang="en-IN" sz="3600" b="1" dirty="0" err="1">
                <a:solidFill>
                  <a:srgbClr val="FF0000"/>
                </a:solidFill>
                <a:effectLst/>
                <a:latin typeface="Nirmala UI" panose="020B0502040204020203" pitchFamily="34" charset="0"/>
                <a:ea typeface="Calibri" panose="020F0502020204030204" pitchFamily="34" charset="0"/>
                <a:cs typeface="Times New Roman" panose="02020603050405020304" pitchFamily="18" charset="0"/>
              </a:rPr>
              <a:t>जमनापारी</a:t>
            </a:r>
            <a:r>
              <a:rPr lang="en-IN" sz="3600" dirty="0">
                <a:solidFill>
                  <a:srgbClr val="FF0000"/>
                </a:solidFill>
                <a:effectLst/>
                <a:latin typeface="Calibri" panose="020F0502020204030204" pitchFamily="34" charset="0"/>
                <a:ea typeface="Calibri" panose="020F0502020204030204" pitchFamily="34" charset="0"/>
                <a:cs typeface="Times New Roman" panose="02020603050405020304" pitchFamily="18" charset="0"/>
              </a:rPr>
              <a:t> </a:t>
            </a:r>
            <a:endParaRPr lang="en-IN" sz="3600" dirty="0"/>
          </a:p>
        </p:txBody>
      </p:sp>
      <p:sp>
        <p:nvSpPr>
          <p:cNvPr id="3" name="Content Placeholder 2">
            <a:extLst>
              <a:ext uri="{FF2B5EF4-FFF2-40B4-BE49-F238E27FC236}">
                <a16:creationId xmlns:a16="http://schemas.microsoft.com/office/drawing/2014/main" id="{DF753181-1663-4C17-991E-3ECFBDB413F8}"/>
              </a:ext>
            </a:extLst>
          </p:cNvPr>
          <p:cNvSpPr>
            <a:spLocks noGrp="1"/>
          </p:cNvSpPr>
          <p:nvPr>
            <p:ph idx="1"/>
          </p:nvPr>
        </p:nvSpPr>
        <p:spPr>
          <a:xfrm>
            <a:off x="838200" y="1420837"/>
            <a:ext cx="10515600" cy="4756126"/>
          </a:xfrm>
        </p:spPr>
        <p:txBody>
          <a:bodyPr>
            <a:normAutofit fontScale="77500" lnSpcReduction="20000"/>
          </a:bodyPr>
          <a:lstStyle/>
          <a:p>
            <a:pPr marL="228600" indent="228600">
              <a:lnSpc>
                <a:spcPct val="107000"/>
              </a:lnSpc>
              <a:spcAft>
                <a:spcPts val="800"/>
              </a:spcAft>
            </a:pPr>
            <a:r>
              <a:rPr lang="en-IN" sz="2800" dirty="0" err="1">
                <a:effectLst/>
                <a:latin typeface="Nirmala UI" panose="020B0502040204020203" pitchFamily="34" charset="0"/>
                <a:ea typeface="Calibri" panose="020F0502020204030204" pitchFamily="34" charset="0"/>
                <a:cs typeface="Times New Roman" panose="02020603050405020304" pitchFamily="18" charset="0"/>
              </a:rPr>
              <a:t>तोतापरी</a:t>
            </a:r>
            <a:r>
              <a:rPr lang="en-IN" sz="2800" dirty="0">
                <a:effectLst/>
                <a:latin typeface="Calibri" panose="020F0502020204030204" pitchFamily="34" charset="0"/>
                <a:ea typeface="Calibri" panose="020F0502020204030204" pitchFamily="34" charset="0"/>
                <a:cs typeface="Times New Roman" panose="02020603050405020304" pitchFamily="18" charset="0"/>
              </a:rPr>
              <a:t> </a:t>
            </a:r>
            <a:r>
              <a:rPr lang="en-IN" sz="2800" dirty="0" err="1">
                <a:effectLst/>
                <a:latin typeface="Nirmala UI" panose="020B0502040204020203" pitchFamily="34" charset="0"/>
                <a:ea typeface="Calibri" panose="020F0502020204030204" pitchFamily="34" charset="0"/>
                <a:cs typeface="Times New Roman" panose="02020603050405020304" pitchFamily="18" charset="0"/>
              </a:rPr>
              <a:t>म्हणूनही</a:t>
            </a:r>
            <a:r>
              <a:rPr lang="en-IN" sz="2800" dirty="0">
                <a:effectLst/>
                <a:latin typeface="Calibri" panose="020F0502020204030204" pitchFamily="34" charset="0"/>
                <a:ea typeface="Calibri" panose="020F0502020204030204" pitchFamily="34" charset="0"/>
                <a:cs typeface="Times New Roman" panose="02020603050405020304" pitchFamily="18" charset="0"/>
              </a:rPr>
              <a:t> </a:t>
            </a:r>
            <a:r>
              <a:rPr lang="en-IN" sz="2800" dirty="0" err="1">
                <a:effectLst/>
                <a:latin typeface="Nirmala UI" panose="020B0502040204020203" pitchFamily="34" charset="0"/>
                <a:ea typeface="Calibri" panose="020F0502020204030204" pitchFamily="34" charset="0"/>
                <a:cs typeface="Times New Roman" panose="02020603050405020304" pitchFamily="18" charset="0"/>
              </a:rPr>
              <a:t>ओळखली</a:t>
            </a:r>
            <a:r>
              <a:rPr lang="en-IN" sz="2800" dirty="0">
                <a:effectLst/>
                <a:latin typeface="Calibri" panose="020F0502020204030204" pitchFamily="34" charset="0"/>
                <a:ea typeface="Calibri" panose="020F0502020204030204" pitchFamily="34" charset="0"/>
                <a:cs typeface="Times New Roman" panose="02020603050405020304" pitchFamily="18" charset="0"/>
              </a:rPr>
              <a:t> </a:t>
            </a:r>
            <a:r>
              <a:rPr lang="en-IN" sz="2800" dirty="0" err="1">
                <a:effectLst/>
                <a:latin typeface="Nirmala UI" panose="020B0502040204020203" pitchFamily="34" charset="0"/>
                <a:ea typeface="Calibri" panose="020F0502020204030204" pitchFamily="34" charset="0"/>
                <a:cs typeface="Times New Roman" panose="02020603050405020304" pitchFamily="18" charset="0"/>
              </a:rPr>
              <a:t>जाणारी</a:t>
            </a:r>
            <a:r>
              <a:rPr lang="en-IN" sz="2800" dirty="0">
                <a:effectLst/>
                <a:latin typeface="Calibri" panose="020F0502020204030204" pitchFamily="34" charset="0"/>
                <a:ea typeface="Calibri" panose="020F0502020204030204" pitchFamily="34" charset="0"/>
                <a:cs typeface="Times New Roman" panose="02020603050405020304" pitchFamily="18" charset="0"/>
              </a:rPr>
              <a:t>, </a:t>
            </a:r>
            <a:r>
              <a:rPr lang="en-IN" sz="2800" dirty="0" err="1">
                <a:effectLst/>
                <a:latin typeface="Nirmala UI" panose="020B0502040204020203" pitchFamily="34" charset="0"/>
                <a:ea typeface="Calibri" panose="020F0502020204030204" pitchFamily="34" charset="0"/>
                <a:cs typeface="Times New Roman" panose="02020603050405020304" pitchFamily="18" charset="0"/>
              </a:rPr>
              <a:t>जमुनापारी</a:t>
            </a:r>
            <a:r>
              <a:rPr lang="en-IN" sz="2800" dirty="0">
                <a:effectLst/>
                <a:latin typeface="Calibri" panose="020F0502020204030204" pitchFamily="34" charset="0"/>
                <a:ea typeface="Calibri" panose="020F0502020204030204" pitchFamily="34" charset="0"/>
                <a:cs typeface="Times New Roman" panose="02020603050405020304" pitchFamily="18" charset="0"/>
              </a:rPr>
              <a:t> </a:t>
            </a:r>
            <a:r>
              <a:rPr lang="en-IN" sz="2800" dirty="0">
                <a:effectLst/>
                <a:latin typeface="Nirmala UI" panose="020B0502040204020203" pitchFamily="34" charset="0"/>
                <a:ea typeface="Calibri" panose="020F0502020204030204" pitchFamily="34" charset="0"/>
                <a:cs typeface="Times New Roman" panose="02020603050405020304" pitchFamily="18" charset="0"/>
              </a:rPr>
              <a:t>ही</a:t>
            </a:r>
            <a:r>
              <a:rPr lang="en-IN" sz="2800" dirty="0">
                <a:effectLst/>
                <a:latin typeface="Calibri" panose="020F0502020204030204" pitchFamily="34" charset="0"/>
                <a:ea typeface="Calibri" panose="020F0502020204030204" pitchFamily="34" charset="0"/>
                <a:cs typeface="Times New Roman" panose="02020603050405020304" pitchFamily="18" charset="0"/>
              </a:rPr>
              <a:t> </a:t>
            </a:r>
            <a:r>
              <a:rPr lang="en-IN" sz="2800" dirty="0" err="1">
                <a:effectLst/>
                <a:latin typeface="Nirmala UI" panose="020B0502040204020203" pitchFamily="34" charset="0"/>
                <a:ea typeface="Calibri" panose="020F0502020204030204" pitchFamily="34" charset="0"/>
                <a:cs typeface="Times New Roman" panose="02020603050405020304" pitchFamily="18" charset="0"/>
              </a:rPr>
              <a:t>भारतातील</a:t>
            </a:r>
            <a:r>
              <a:rPr lang="en-IN" sz="2800" dirty="0">
                <a:effectLst/>
                <a:latin typeface="Calibri" panose="020F0502020204030204" pitchFamily="34" charset="0"/>
                <a:ea typeface="Calibri" panose="020F0502020204030204" pitchFamily="34" charset="0"/>
                <a:cs typeface="Times New Roman" panose="02020603050405020304" pitchFamily="18" charset="0"/>
              </a:rPr>
              <a:t> </a:t>
            </a:r>
            <a:r>
              <a:rPr lang="en-IN" sz="2800" dirty="0" err="1">
                <a:effectLst/>
                <a:latin typeface="Nirmala UI" panose="020B0502040204020203" pitchFamily="34" charset="0"/>
                <a:ea typeface="Calibri" panose="020F0502020204030204" pitchFamily="34" charset="0"/>
                <a:cs typeface="Times New Roman" panose="02020603050405020304" pitchFamily="18" charset="0"/>
              </a:rPr>
              <a:t>सर्वात</a:t>
            </a:r>
            <a:r>
              <a:rPr lang="en-IN" sz="2800" dirty="0">
                <a:effectLst/>
                <a:latin typeface="Calibri" panose="020F0502020204030204" pitchFamily="34" charset="0"/>
                <a:ea typeface="Calibri" panose="020F0502020204030204" pitchFamily="34" charset="0"/>
                <a:cs typeface="Times New Roman" panose="02020603050405020304" pitchFamily="18" charset="0"/>
              </a:rPr>
              <a:t> </a:t>
            </a:r>
            <a:r>
              <a:rPr lang="en-IN" sz="2800" dirty="0" err="1">
                <a:effectLst/>
                <a:latin typeface="Nirmala UI" panose="020B0502040204020203" pitchFamily="34" charset="0"/>
                <a:ea typeface="Calibri" panose="020F0502020204030204" pitchFamily="34" charset="0"/>
                <a:cs typeface="Times New Roman" panose="02020603050405020304" pitchFamily="18" charset="0"/>
              </a:rPr>
              <a:t>मोठी</a:t>
            </a:r>
            <a:r>
              <a:rPr lang="en-IN" sz="2800" dirty="0">
                <a:effectLst/>
                <a:latin typeface="Calibri" panose="020F0502020204030204" pitchFamily="34" charset="0"/>
                <a:ea typeface="Calibri" panose="020F0502020204030204" pitchFamily="34" charset="0"/>
                <a:cs typeface="Times New Roman" panose="02020603050405020304" pitchFamily="18" charset="0"/>
              </a:rPr>
              <a:t> </a:t>
            </a:r>
            <a:r>
              <a:rPr lang="en-IN" sz="2800" dirty="0">
                <a:effectLst/>
                <a:latin typeface="Nirmala UI" panose="020B0502040204020203" pitchFamily="34" charset="0"/>
                <a:ea typeface="Calibri" panose="020F0502020204030204" pitchFamily="34" charset="0"/>
                <a:cs typeface="Times New Roman" panose="02020603050405020304" pitchFamily="18" charset="0"/>
              </a:rPr>
              <a:t>शेळी</a:t>
            </a:r>
            <a:r>
              <a:rPr lang="en-IN" sz="2800" dirty="0">
                <a:effectLst/>
                <a:latin typeface="Calibri" panose="020F0502020204030204" pitchFamily="34" charset="0"/>
                <a:ea typeface="Calibri" panose="020F0502020204030204" pitchFamily="34" charset="0"/>
                <a:cs typeface="Times New Roman" panose="02020603050405020304" pitchFamily="18" charset="0"/>
              </a:rPr>
              <a:t> </a:t>
            </a:r>
            <a:r>
              <a:rPr lang="en-IN" sz="2800" dirty="0" err="1">
                <a:effectLst/>
                <a:latin typeface="Nirmala UI" panose="020B0502040204020203" pitchFamily="34" charset="0"/>
                <a:ea typeface="Calibri" panose="020F0502020204030204" pitchFamily="34" charset="0"/>
                <a:cs typeface="Times New Roman" panose="02020603050405020304" pitchFamily="18" charset="0"/>
              </a:rPr>
              <a:t>जाती</a:t>
            </a:r>
            <a:r>
              <a:rPr lang="en-IN" sz="2800" dirty="0">
                <a:effectLst/>
                <a:latin typeface="Calibri" panose="020F0502020204030204" pitchFamily="34" charset="0"/>
                <a:ea typeface="Calibri" panose="020F0502020204030204" pitchFamily="34" charset="0"/>
                <a:cs typeface="Times New Roman" panose="02020603050405020304" pitchFamily="18" charset="0"/>
              </a:rPr>
              <a:t> </a:t>
            </a:r>
            <a:r>
              <a:rPr lang="en-IN" sz="2800" dirty="0" err="1">
                <a:effectLst/>
                <a:latin typeface="Nirmala UI" panose="020B0502040204020203" pitchFamily="34" charset="0"/>
                <a:ea typeface="Calibri" panose="020F0502020204030204" pitchFamily="34" charset="0"/>
                <a:cs typeface="Times New Roman" panose="02020603050405020304" pitchFamily="18" charset="0"/>
              </a:rPr>
              <a:t>आहे</a:t>
            </a:r>
            <a:r>
              <a:rPr lang="en-IN" sz="2800" dirty="0">
                <a:effectLst/>
                <a:latin typeface="Calibri" panose="020F0502020204030204" pitchFamily="34" charset="0"/>
                <a:ea typeface="Calibri" panose="020F0502020204030204" pitchFamily="34" charset="0"/>
                <a:cs typeface="Times New Roman" panose="02020603050405020304" pitchFamily="18" charset="0"/>
              </a:rPr>
              <a:t>. </a:t>
            </a:r>
            <a:r>
              <a:rPr lang="en-IN" sz="2800" dirty="0" err="1">
                <a:effectLst/>
                <a:latin typeface="Nirmala UI" panose="020B0502040204020203" pitchFamily="34" charset="0"/>
                <a:ea typeface="Calibri" panose="020F0502020204030204" pitchFamily="34" charset="0"/>
                <a:cs typeface="Times New Roman" panose="02020603050405020304" pitchFamily="18" charset="0"/>
              </a:rPr>
              <a:t>इटावा</a:t>
            </a:r>
            <a:r>
              <a:rPr lang="en-IN" sz="2800" dirty="0">
                <a:effectLst/>
                <a:latin typeface="Calibri" panose="020F0502020204030204" pitchFamily="34" charset="0"/>
                <a:ea typeface="Calibri" panose="020F0502020204030204" pitchFamily="34" charset="0"/>
                <a:cs typeface="Times New Roman" panose="02020603050405020304" pitchFamily="18" charset="0"/>
              </a:rPr>
              <a:t> </a:t>
            </a:r>
            <a:r>
              <a:rPr lang="en-IN" sz="2800" dirty="0">
                <a:effectLst/>
                <a:latin typeface="Nirmala UI" panose="020B0502040204020203" pitchFamily="34" charset="0"/>
                <a:ea typeface="Calibri" panose="020F0502020204030204" pitchFamily="34" charset="0"/>
                <a:cs typeface="Times New Roman" panose="02020603050405020304" pitchFamily="18" charset="0"/>
              </a:rPr>
              <a:t>जिल्हा</a:t>
            </a:r>
            <a:r>
              <a:rPr lang="en-IN" sz="2800" dirty="0">
                <a:effectLst/>
                <a:latin typeface="Calibri" panose="020F0502020204030204" pitchFamily="34" charset="0"/>
                <a:ea typeface="Calibri" panose="020F0502020204030204" pitchFamily="34" charset="0"/>
                <a:cs typeface="Times New Roman" panose="02020603050405020304" pitchFamily="18" charset="0"/>
              </a:rPr>
              <a:t> </a:t>
            </a:r>
            <a:r>
              <a:rPr lang="en-IN" sz="2800" dirty="0">
                <a:effectLst/>
                <a:latin typeface="Nirmala UI" panose="020B0502040204020203" pitchFamily="34" charset="0"/>
                <a:ea typeface="Calibri" panose="020F0502020204030204" pitchFamily="34" charset="0"/>
                <a:cs typeface="Times New Roman" panose="02020603050405020304" pitchFamily="18" charset="0"/>
              </a:rPr>
              <a:t>आणि</a:t>
            </a:r>
            <a:r>
              <a:rPr lang="en-IN" sz="2800" dirty="0">
                <a:effectLst/>
                <a:latin typeface="Calibri" panose="020F0502020204030204" pitchFamily="34" charset="0"/>
                <a:ea typeface="Calibri" panose="020F0502020204030204" pitchFamily="34" charset="0"/>
                <a:cs typeface="Times New Roman" panose="02020603050405020304" pitchFamily="18" charset="0"/>
              </a:rPr>
              <a:t> </a:t>
            </a:r>
            <a:r>
              <a:rPr lang="en-IN" sz="2800" dirty="0" err="1">
                <a:effectLst/>
                <a:latin typeface="Nirmala UI" panose="020B0502040204020203" pitchFamily="34" charset="0"/>
                <a:ea typeface="Calibri" panose="020F0502020204030204" pitchFamily="34" charset="0"/>
                <a:cs typeface="Times New Roman" panose="02020603050405020304" pitchFamily="18" charset="0"/>
              </a:rPr>
              <a:t>यूपीमधील</a:t>
            </a:r>
            <a:r>
              <a:rPr lang="en-IN" sz="2800" dirty="0">
                <a:effectLst/>
                <a:latin typeface="Calibri" panose="020F0502020204030204" pitchFamily="34" charset="0"/>
                <a:ea typeface="Calibri" panose="020F0502020204030204" pitchFamily="34" charset="0"/>
                <a:cs typeface="Times New Roman" panose="02020603050405020304" pitchFamily="18" charset="0"/>
              </a:rPr>
              <a:t> </a:t>
            </a:r>
            <a:r>
              <a:rPr lang="en-IN" sz="2800" dirty="0" err="1">
                <a:effectLst/>
                <a:latin typeface="Nirmala UI" panose="020B0502040204020203" pitchFamily="34" charset="0"/>
                <a:ea typeface="Calibri" panose="020F0502020204030204" pitchFamily="34" charset="0"/>
                <a:cs typeface="Times New Roman" panose="02020603050405020304" pitchFamily="18" charset="0"/>
              </a:rPr>
              <a:t>जमुना</a:t>
            </a:r>
            <a:r>
              <a:rPr lang="en-IN" sz="2800" dirty="0">
                <a:effectLst/>
                <a:latin typeface="Calibri" panose="020F0502020204030204" pitchFamily="34" charset="0"/>
                <a:ea typeface="Calibri" panose="020F0502020204030204" pitchFamily="34" charset="0"/>
                <a:cs typeface="Times New Roman" panose="02020603050405020304" pitchFamily="18" charset="0"/>
              </a:rPr>
              <a:t> </a:t>
            </a:r>
            <a:r>
              <a:rPr lang="en-IN" sz="2800" dirty="0">
                <a:effectLst/>
                <a:latin typeface="Nirmala UI" panose="020B0502040204020203" pitchFamily="34" charset="0"/>
                <a:ea typeface="Calibri" panose="020F0502020204030204" pitchFamily="34" charset="0"/>
                <a:cs typeface="Times New Roman" panose="02020603050405020304" pitchFamily="18" charset="0"/>
              </a:rPr>
              <a:t>आणि</a:t>
            </a:r>
            <a:r>
              <a:rPr lang="en-IN" sz="2800" dirty="0">
                <a:effectLst/>
                <a:latin typeface="Calibri" panose="020F0502020204030204" pitchFamily="34" charset="0"/>
                <a:ea typeface="Calibri" panose="020F0502020204030204" pitchFamily="34" charset="0"/>
                <a:cs typeface="Times New Roman" panose="02020603050405020304" pitchFamily="18" charset="0"/>
              </a:rPr>
              <a:t> </a:t>
            </a:r>
            <a:r>
              <a:rPr lang="en-IN" sz="2800" dirty="0" err="1">
                <a:effectLst/>
                <a:latin typeface="Nirmala UI" panose="020B0502040204020203" pitchFamily="34" charset="0"/>
                <a:ea typeface="Calibri" panose="020F0502020204030204" pitchFamily="34" charset="0"/>
                <a:cs typeface="Times New Roman" panose="02020603050405020304" pitchFamily="18" charset="0"/>
              </a:rPr>
              <a:t>जांबल</a:t>
            </a:r>
            <a:r>
              <a:rPr lang="en-IN" sz="2800" dirty="0">
                <a:effectLst/>
                <a:latin typeface="Calibri" panose="020F0502020204030204" pitchFamily="34" charset="0"/>
                <a:ea typeface="Calibri" panose="020F0502020204030204" pitchFamily="34" charset="0"/>
                <a:cs typeface="Times New Roman" panose="02020603050405020304" pitchFamily="18" charset="0"/>
              </a:rPr>
              <a:t> </a:t>
            </a:r>
            <a:r>
              <a:rPr lang="en-IN" sz="2800" dirty="0" err="1">
                <a:effectLst/>
                <a:latin typeface="Nirmala UI" panose="020B0502040204020203" pitchFamily="34" charset="0"/>
                <a:ea typeface="Calibri" panose="020F0502020204030204" pitchFamily="34" charset="0"/>
                <a:cs typeface="Times New Roman" panose="02020603050405020304" pitchFamily="18" charset="0"/>
              </a:rPr>
              <a:t>नद्यांच्या</a:t>
            </a:r>
            <a:r>
              <a:rPr lang="en-IN" sz="2800" dirty="0">
                <a:effectLst/>
                <a:latin typeface="Calibri" panose="020F0502020204030204" pitchFamily="34" charset="0"/>
                <a:ea typeface="Calibri" panose="020F0502020204030204" pitchFamily="34" charset="0"/>
                <a:cs typeface="Times New Roman" panose="02020603050405020304" pitchFamily="18" charset="0"/>
              </a:rPr>
              <a:t> </a:t>
            </a:r>
            <a:r>
              <a:rPr lang="en-IN" sz="2800" dirty="0" err="1">
                <a:effectLst/>
                <a:latin typeface="Nirmala UI" panose="020B0502040204020203" pitchFamily="34" charset="0"/>
                <a:ea typeface="Calibri" panose="020F0502020204030204" pitchFamily="34" charset="0"/>
                <a:cs typeface="Times New Roman" panose="02020603050405020304" pitchFamily="18" charset="0"/>
              </a:rPr>
              <a:t>दरम्यान</a:t>
            </a:r>
            <a:r>
              <a:rPr lang="en-IN" sz="2800" dirty="0">
                <a:effectLst/>
                <a:latin typeface="Calibri" panose="020F0502020204030204" pitchFamily="34" charset="0"/>
                <a:ea typeface="Calibri" panose="020F0502020204030204" pitchFamily="34" charset="0"/>
                <a:cs typeface="Times New Roman" panose="02020603050405020304" pitchFamily="18" charset="0"/>
              </a:rPr>
              <a:t> </a:t>
            </a:r>
            <a:r>
              <a:rPr lang="en-IN" sz="2800" dirty="0">
                <a:effectLst/>
                <a:latin typeface="Nirmala UI" panose="020B0502040204020203" pitchFamily="34" charset="0"/>
                <a:ea typeface="Calibri" panose="020F0502020204030204" pitchFamily="34" charset="0"/>
                <a:cs typeface="Times New Roman" panose="02020603050405020304" pitchFamily="18" charset="0"/>
              </a:rPr>
              <a:t>या</a:t>
            </a:r>
            <a:r>
              <a:rPr lang="en-IN" sz="2800" dirty="0">
                <a:effectLst/>
                <a:latin typeface="Calibri" panose="020F0502020204030204" pitchFamily="34" charset="0"/>
                <a:ea typeface="Calibri" panose="020F0502020204030204" pitchFamily="34" charset="0"/>
                <a:cs typeface="Times New Roman" panose="02020603050405020304" pitchFamily="18" charset="0"/>
              </a:rPr>
              <a:t> </a:t>
            </a:r>
            <a:r>
              <a:rPr lang="en-IN" sz="2800" dirty="0" err="1">
                <a:effectLst/>
                <a:latin typeface="Nirmala UI" panose="020B0502040204020203" pitchFamily="34" charset="0"/>
                <a:ea typeface="Calibri" panose="020F0502020204030204" pitchFamily="34" charset="0"/>
                <a:cs typeface="Times New Roman" panose="02020603050405020304" pitchFamily="18" charset="0"/>
              </a:rPr>
              <a:t>जातीचे</a:t>
            </a:r>
            <a:r>
              <a:rPr lang="en-IN" sz="2800" dirty="0">
                <a:effectLst/>
                <a:latin typeface="Calibri" panose="020F0502020204030204" pitchFamily="34" charset="0"/>
                <a:ea typeface="Calibri" panose="020F0502020204030204" pitchFamily="34" charset="0"/>
                <a:cs typeface="Times New Roman" panose="02020603050405020304" pitchFamily="18" charset="0"/>
              </a:rPr>
              <a:t> </a:t>
            </a:r>
            <a:r>
              <a:rPr lang="en-IN" sz="2800" dirty="0" err="1">
                <a:effectLst/>
                <a:latin typeface="Nirmala UI" panose="020B0502040204020203" pitchFamily="34" charset="0"/>
                <a:ea typeface="Calibri" panose="020F0502020204030204" pitchFamily="34" charset="0"/>
                <a:cs typeface="Times New Roman" panose="02020603050405020304" pitchFamily="18" charset="0"/>
              </a:rPr>
              <a:t>मूळ</a:t>
            </a:r>
            <a:r>
              <a:rPr lang="en-IN" sz="2800" dirty="0">
                <a:effectLst/>
                <a:latin typeface="Calibri" panose="020F0502020204030204" pitchFamily="34" charset="0"/>
                <a:ea typeface="Calibri" panose="020F0502020204030204" pitchFamily="34" charset="0"/>
                <a:cs typeface="Times New Roman" panose="02020603050405020304" pitchFamily="18" charset="0"/>
              </a:rPr>
              <a:t> </a:t>
            </a:r>
            <a:r>
              <a:rPr lang="en-IN" sz="2800" dirty="0" err="1">
                <a:effectLst/>
                <a:latin typeface="Nirmala UI" panose="020B0502040204020203" pitchFamily="34" charset="0"/>
                <a:ea typeface="Calibri" panose="020F0502020204030204" pitchFamily="34" charset="0"/>
                <a:cs typeface="Times New Roman" panose="02020603050405020304" pitchFamily="18" charset="0"/>
              </a:rPr>
              <a:t>ठिकाण</a:t>
            </a:r>
            <a:r>
              <a:rPr lang="en-IN" sz="2800" dirty="0">
                <a:effectLst/>
                <a:latin typeface="Calibri" panose="020F0502020204030204" pitchFamily="34" charset="0"/>
                <a:ea typeface="Calibri" panose="020F0502020204030204" pitchFamily="34" charset="0"/>
                <a:cs typeface="Times New Roman" panose="02020603050405020304" pitchFamily="18" charset="0"/>
              </a:rPr>
              <a:t> </a:t>
            </a:r>
            <a:r>
              <a:rPr lang="en-IN" sz="2800" dirty="0" err="1">
                <a:effectLst/>
                <a:latin typeface="Nirmala UI" panose="020B0502040204020203" pitchFamily="34" charset="0"/>
                <a:ea typeface="Calibri" panose="020F0502020204030204" pitchFamily="34" charset="0"/>
                <a:cs typeface="Times New Roman" panose="02020603050405020304" pitchFamily="18" charset="0"/>
              </a:rPr>
              <a:t>आहे</a:t>
            </a:r>
            <a:r>
              <a:rPr lang="en-IN" sz="2800" dirty="0">
                <a:effectLst/>
                <a:latin typeface="Calibri" panose="020F0502020204030204" pitchFamily="34" charset="0"/>
                <a:ea typeface="Calibri" panose="020F0502020204030204" pitchFamily="34" charset="0"/>
                <a:cs typeface="Times New Roman" panose="02020603050405020304" pitchFamily="18" charset="0"/>
              </a:rPr>
              <a:t>.</a:t>
            </a:r>
          </a:p>
          <a:p>
            <a:pPr indent="228600">
              <a:lnSpc>
                <a:spcPct val="107000"/>
              </a:lnSpc>
              <a:spcAft>
                <a:spcPts val="800"/>
              </a:spcAft>
            </a:pPr>
            <a:r>
              <a:rPr lang="en-IN" sz="2800" dirty="0" err="1">
                <a:effectLst/>
                <a:latin typeface="Nirmala UI" panose="020B0502040204020203" pitchFamily="34" charset="0"/>
                <a:ea typeface="Calibri" panose="020F0502020204030204" pitchFamily="34" charset="0"/>
                <a:cs typeface="Times New Roman" panose="02020603050405020304" pitchFamily="18" charset="0"/>
              </a:rPr>
              <a:t>मानेवर</a:t>
            </a:r>
            <a:r>
              <a:rPr lang="en-IN" sz="2800" dirty="0">
                <a:effectLst/>
                <a:latin typeface="Calibri" panose="020F0502020204030204" pitchFamily="34" charset="0"/>
                <a:ea typeface="Calibri" panose="020F0502020204030204" pitchFamily="34" charset="0"/>
                <a:cs typeface="Times New Roman" panose="02020603050405020304" pitchFamily="18" charset="0"/>
              </a:rPr>
              <a:t> </a:t>
            </a:r>
            <a:r>
              <a:rPr lang="en-IN" sz="2800" dirty="0">
                <a:effectLst/>
                <a:latin typeface="Nirmala UI" panose="020B0502040204020203" pitchFamily="34" charset="0"/>
                <a:ea typeface="Calibri" panose="020F0502020204030204" pitchFamily="34" charset="0"/>
                <a:cs typeface="Times New Roman" panose="02020603050405020304" pitchFamily="18" charset="0"/>
              </a:rPr>
              <a:t>आणि</a:t>
            </a:r>
            <a:r>
              <a:rPr lang="en-IN" sz="2800" dirty="0">
                <a:effectLst/>
                <a:latin typeface="Calibri" panose="020F0502020204030204" pitchFamily="34" charset="0"/>
                <a:ea typeface="Calibri" panose="020F0502020204030204" pitchFamily="34" charset="0"/>
                <a:cs typeface="Times New Roman" panose="02020603050405020304" pitchFamily="18" charset="0"/>
              </a:rPr>
              <a:t> </a:t>
            </a:r>
            <a:r>
              <a:rPr lang="en-IN" sz="2800" dirty="0" err="1">
                <a:effectLst/>
                <a:latin typeface="Nirmala UI" panose="020B0502040204020203" pitchFamily="34" charset="0"/>
                <a:ea typeface="Calibri" panose="020F0502020204030204" pitchFamily="34" charset="0"/>
                <a:cs typeface="Times New Roman" panose="02020603050405020304" pitchFamily="18" charset="0"/>
              </a:rPr>
              <a:t>चेहऱ्यावर</a:t>
            </a:r>
            <a:r>
              <a:rPr lang="en-IN" sz="2800" dirty="0">
                <a:effectLst/>
                <a:latin typeface="Calibri" panose="020F0502020204030204" pitchFamily="34" charset="0"/>
                <a:ea typeface="Calibri" panose="020F0502020204030204" pitchFamily="34" charset="0"/>
                <a:cs typeface="Times New Roman" panose="02020603050405020304" pitchFamily="18" charset="0"/>
              </a:rPr>
              <a:t> </a:t>
            </a:r>
            <a:r>
              <a:rPr lang="en-IN" sz="2800" dirty="0" err="1">
                <a:effectLst/>
                <a:latin typeface="Nirmala UI" panose="020B0502040204020203" pitchFamily="34" charset="0"/>
                <a:ea typeface="Calibri" panose="020F0502020204030204" pitchFamily="34" charset="0"/>
                <a:cs typeface="Times New Roman" panose="02020603050405020304" pitchFamily="18" charset="0"/>
              </a:rPr>
              <a:t>हलके</a:t>
            </a:r>
            <a:r>
              <a:rPr lang="en-IN" sz="2800" dirty="0">
                <a:effectLst/>
                <a:latin typeface="Calibri" panose="020F0502020204030204" pitchFamily="34" charset="0"/>
                <a:ea typeface="Calibri" panose="020F0502020204030204" pitchFamily="34" charset="0"/>
                <a:cs typeface="Times New Roman" panose="02020603050405020304" pitchFamily="18" charset="0"/>
              </a:rPr>
              <a:t> </a:t>
            </a:r>
            <a:r>
              <a:rPr lang="en-IN" sz="2800" dirty="0" err="1">
                <a:effectLst/>
                <a:latin typeface="Nirmala UI" panose="020B0502040204020203" pitchFamily="34" charset="0"/>
                <a:ea typeface="Calibri" panose="020F0502020204030204" pitchFamily="34" charset="0"/>
                <a:cs typeface="Times New Roman" panose="02020603050405020304" pitchFamily="18" charset="0"/>
              </a:rPr>
              <a:t>तपकिरी</a:t>
            </a:r>
            <a:r>
              <a:rPr lang="en-IN" sz="2800" dirty="0">
                <a:effectLst/>
                <a:latin typeface="Calibri" panose="020F0502020204030204" pitchFamily="34" charset="0"/>
                <a:ea typeface="Calibri" panose="020F0502020204030204" pitchFamily="34" charset="0"/>
                <a:cs typeface="Times New Roman" panose="02020603050405020304" pitchFamily="18" charset="0"/>
              </a:rPr>
              <a:t> </a:t>
            </a:r>
            <a:r>
              <a:rPr lang="en-IN" sz="2800" dirty="0" err="1">
                <a:effectLst/>
                <a:latin typeface="Nirmala UI" panose="020B0502040204020203" pitchFamily="34" charset="0"/>
                <a:ea typeface="Calibri" panose="020F0502020204030204" pitchFamily="34" charset="0"/>
                <a:cs typeface="Times New Roman" panose="02020603050405020304" pitchFamily="18" charset="0"/>
              </a:rPr>
              <a:t>ठिपके</a:t>
            </a:r>
            <a:r>
              <a:rPr lang="en-IN" sz="2800" dirty="0">
                <a:effectLst/>
                <a:latin typeface="Calibri" panose="020F0502020204030204" pitchFamily="34" charset="0"/>
                <a:ea typeface="Calibri" panose="020F0502020204030204" pitchFamily="34" charset="0"/>
                <a:cs typeface="Times New Roman" panose="02020603050405020304" pitchFamily="18" charset="0"/>
              </a:rPr>
              <a:t> </a:t>
            </a:r>
            <a:r>
              <a:rPr lang="en-IN" sz="2800" dirty="0" err="1">
                <a:effectLst/>
                <a:latin typeface="Nirmala UI" panose="020B0502040204020203" pitchFamily="34" charset="0"/>
                <a:ea typeface="Calibri" panose="020F0502020204030204" pitchFamily="34" charset="0"/>
                <a:cs typeface="Times New Roman" panose="02020603050405020304" pitchFamily="18" charset="0"/>
              </a:rPr>
              <a:t>असलेले</a:t>
            </a:r>
            <a:r>
              <a:rPr lang="en-IN" sz="2800" dirty="0">
                <a:effectLst/>
                <a:latin typeface="Calibri" panose="020F0502020204030204" pitchFamily="34" charset="0"/>
                <a:ea typeface="Calibri" panose="020F0502020204030204" pitchFamily="34" charset="0"/>
                <a:cs typeface="Times New Roman" panose="02020603050405020304" pitchFamily="18" charset="0"/>
              </a:rPr>
              <a:t> </a:t>
            </a:r>
            <a:r>
              <a:rPr lang="en-IN" sz="2800" dirty="0" err="1">
                <a:effectLst/>
                <a:latin typeface="Nirmala UI" panose="020B0502040204020203" pitchFamily="34" charset="0"/>
                <a:ea typeface="Calibri" panose="020F0502020204030204" pitchFamily="34" charset="0"/>
                <a:cs typeface="Times New Roman" panose="02020603050405020304" pitchFamily="18" charset="0"/>
              </a:rPr>
              <a:t>शरीर</a:t>
            </a:r>
            <a:r>
              <a:rPr lang="en-IN" sz="2800" dirty="0">
                <a:effectLst/>
                <a:latin typeface="Calibri" panose="020F0502020204030204" pitchFamily="34" charset="0"/>
                <a:ea typeface="Calibri" panose="020F0502020204030204" pitchFamily="34" charset="0"/>
                <a:cs typeface="Times New Roman" panose="02020603050405020304" pitchFamily="18" charset="0"/>
              </a:rPr>
              <a:t> </a:t>
            </a:r>
            <a:r>
              <a:rPr lang="en-IN" sz="2800" dirty="0" err="1">
                <a:effectLst/>
                <a:latin typeface="Nirmala UI" panose="020B0502040204020203" pitchFamily="34" charset="0"/>
                <a:ea typeface="Calibri" panose="020F0502020204030204" pitchFamily="34" charset="0"/>
                <a:cs typeface="Times New Roman" panose="02020603050405020304" pitchFamily="18" charset="0"/>
              </a:rPr>
              <a:t>पांढरे</a:t>
            </a:r>
            <a:r>
              <a:rPr lang="en-IN" sz="2800" dirty="0">
                <a:effectLst/>
                <a:latin typeface="Calibri" panose="020F0502020204030204" pitchFamily="34" charset="0"/>
                <a:ea typeface="Calibri" panose="020F0502020204030204" pitchFamily="34" charset="0"/>
                <a:cs typeface="Times New Roman" panose="02020603050405020304" pitchFamily="18" charset="0"/>
              </a:rPr>
              <a:t> </a:t>
            </a:r>
            <a:r>
              <a:rPr lang="en-IN" sz="2800" dirty="0">
                <a:effectLst/>
                <a:latin typeface="Nirmala UI" panose="020B0502040204020203" pitchFamily="34" charset="0"/>
                <a:ea typeface="Calibri" panose="020F0502020204030204" pitchFamily="34" charset="0"/>
                <a:cs typeface="Times New Roman" panose="02020603050405020304" pitchFamily="18" charset="0"/>
              </a:rPr>
              <a:t>किंवा</a:t>
            </a:r>
            <a:r>
              <a:rPr lang="en-IN" sz="2800" dirty="0">
                <a:effectLst/>
                <a:latin typeface="Calibri" panose="020F0502020204030204" pitchFamily="34" charset="0"/>
                <a:ea typeface="Calibri" panose="020F0502020204030204" pitchFamily="34" charset="0"/>
                <a:cs typeface="Times New Roman" panose="02020603050405020304" pitchFamily="18" charset="0"/>
              </a:rPr>
              <a:t> </a:t>
            </a:r>
            <a:r>
              <a:rPr lang="en-IN" sz="2800" dirty="0" err="1">
                <a:effectLst/>
                <a:latin typeface="Nirmala UI" panose="020B0502040204020203" pitchFamily="34" charset="0"/>
                <a:ea typeface="Calibri" panose="020F0502020204030204" pitchFamily="34" charset="0"/>
                <a:cs typeface="Times New Roman" panose="02020603050405020304" pitchFamily="18" charset="0"/>
              </a:rPr>
              <a:t>पिवळसर</a:t>
            </a:r>
            <a:r>
              <a:rPr lang="en-IN" sz="2800" dirty="0">
                <a:effectLst/>
                <a:latin typeface="Calibri" panose="020F0502020204030204" pitchFamily="34" charset="0"/>
                <a:ea typeface="Calibri" panose="020F0502020204030204" pitchFamily="34" charset="0"/>
                <a:cs typeface="Times New Roman" panose="02020603050405020304" pitchFamily="18" charset="0"/>
              </a:rPr>
              <a:t> </a:t>
            </a:r>
            <a:r>
              <a:rPr lang="en-IN" sz="2800" dirty="0" err="1">
                <a:effectLst/>
                <a:latin typeface="Nirmala UI" panose="020B0502040204020203" pitchFamily="34" charset="0"/>
                <a:ea typeface="Calibri" panose="020F0502020204030204" pitchFamily="34" charset="0"/>
                <a:cs typeface="Times New Roman" panose="02020603050405020304" pitchFamily="18" charset="0"/>
              </a:rPr>
              <a:t>रंगाचे</a:t>
            </a:r>
            <a:r>
              <a:rPr lang="en-IN" sz="2800" dirty="0">
                <a:effectLst/>
                <a:latin typeface="Calibri" panose="020F0502020204030204" pitchFamily="34" charset="0"/>
                <a:ea typeface="Calibri" panose="020F0502020204030204" pitchFamily="34" charset="0"/>
                <a:cs typeface="Times New Roman" panose="02020603050405020304" pitchFamily="18" charset="0"/>
              </a:rPr>
              <a:t> </a:t>
            </a:r>
            <a:r>
              <a:rPr lang="en-IN" sz="2800" dirty="0" err="1">
                <a:effectLst/>
                <a:latin typeface="Nirmala UI" panose="020B0502040204020203" pitchFamily="34" charset="0"/>
                <a:ea typeface="Calibri" panose="020F0502020204030204" pitchFamily="34" charset="0"/>
                <a:cs typeface="Times New Roman" panose="02020603050405020304" pitchFamily="18" charset="0"/>
              </a:rPr>
              <a:t>असते</a:t>
            </a:r>
            <a:r>
              <a:rPr lang="en-IN" sz="2800" dirty="0">
                <a:effectLst/>
                <a:latin typeface="Calibri" panose="020F0502020204030204" pitchFamily="34" charset="0"/>
                <a:ea typeface="Calibri" panose="020F0502020204030204" pitchFamily="34" charset="0"/>
                <a:cs typeface="Times New Roman" panose="02020603050405020304" pitchFamily="18" charset="0"/>
              </a:rPr>
              <a:t>. </a:t>
            </a:r>
            <a:r>
              <a:rPr lang="en-IN" sz="2800" dirty="0" err="1">
                <a:effectLst/>
                <a:latin typeface="Nirmala UI" panose="020B0502040204020203" pitchFamily="34" charset="0"/>
                <a:ea typeface="Calibri" panose="020F0502020204030204" pitchFamily="34" charset="0"/>
                <a:cs typeface="Times New Roman" panose="02020603050405020304" pitchFamily="18" charset="0"/>
              </a:rPr>
              <a:t>हे</a:t>
            </a:r>
            <a:r>
              <a:rPr lang="en-IN" sz="2800" dirty="0">
                <a:effectLst/>
                <a:latin typeface="Calibri" panose="020F0502020204030204" pitchFamily="34" charset="0"/>
                <a:ea typeface="Calibri" panose="020F0502020204030204" pitchFamily="34" charset="0"/>
                <a:cs typeface="Times New Roman" panose="02020603050405020304" pitchFamily="18" charset="0"/>
              </a:rPr>
              <a:t> </a:t>
            </a:r>
            <a:r>
              <a:rPr lang="en-IN" sz="2800" dirty="0" err="1">
                <a:effectLst/>
                <a:latin typeface="Nirmala UI" panose="020B0502040204020203" pitchFamily="34" charset="0"/>
                <a:ea typeface="Calibri" panose="020F0502020204030204" pitchFamily="34" charset="0"/>
                <a:cs typeface="Times New Roman" panose="02020603050405020304" pitchFamily="18" charset="0"/>
              </a:rPr>
              <a:t>लांब</a:t>
            </a:r>
            <a:r>
              <a:rPr lang="en-IN" sz="2800" dirty="0">
                <a:effectLst/>
                <a:latin typeface="Calibri" panose="020F0502020204030204" pitchFamily="34" charset="0"/>
                <a:ea typeface="Calibri" panose="020F0502020204030204" pitchFamily="34" charset="0"/>
                <a:cs typeface="Times New Roman" panose="02020603050405020304" pitchFamily="18" charset="0"/>
              </a:rPr>
              <a:t>, </a:t>
            </a:r>
            <a:r>
              <a:rPr lang="en-IN" sz="2800" dirty="0" err="1">
                <a:effectLst/>
                <a:latin typeface="Nirmala UI" panose="020B0502040204020203" pitchFamily="34" charset="0"/>
                <a:ea typeface="Calibri" panose="020F0502020204030204" pitchFamily="34" charset="0"/>
                <a:cs typeface="Times New Roman" panose="02020603050405020304" pitchFamily="18" charset="0"/>
              </a:rPr>
              <a:t>उंच</a:t>
            </a:r>
            <a:r>
              <a:rPr lang="en-IN" sz="2800" dirty="0">
                <a:effectLst/>
                <a:latin typeface="Calibri" panose="020F0502020204030204" pitchFamily="34" charset="0"/>
                <a:ea typeface="Calibri" panose="020F0502020204030204" pitchFamily="34" charset="0"/>
                <a:cs typeface="Times New Roman" panose="02020603050405020304" pitchFamily="18" charset="0"/>
              </a:rPr>
              <a:t> </a:t>
            </a:r>
            <a:r>
              <a:rPr lang="en-IN" sz="2800" dirty="0">
                <a:effectLst/>
                <a:latin typeface="Nirmala UI" panose="020B0502040204020203" pitchFamily="34" charset="0"/>
                <a:ea typeface="Calibri" panose="020F0502020204030204" pitchFamily="34" charset="0"/>
                <a:cs typeface="Times New Roman" panose="02020603050405020304" pitchFamily="18" charset="0"/>
              </a:rPr>
              <a:t>आणि</a:t>
            </a:r>
            <a:r>
              <a:rPr lang="en-IN" sz="2800" dirty="0">
                <a:effectLst/>
                <a:latin typeface="Calibri" panose="020F0502020204030204" pitchFamily="34" charset="0"/>
                <a:ea typeface="Calibri" panose="020F0502020204030204" pitchFamily="34" charset="0"/>
                <a:cs typeface="Times New Roman" panose="02020603050405020304" pitchFamily="18" charset="0"/>
              </a:rPr>
              <a:t> </a:t>
            </a:r>
            <a:r>
              <a:rPr lang="en-IN" sz="2800" dirty="0" err="1">
                <a:effectLst/>
                <a:latin typeface="Nirmala UI" panose="020B0502040204020203" pitchFamily="34" charset="0"/>
                <a:ea typeface="Calibri" panose="020F0502020204030204" pitchFamily="34" charset="0"/>
                <a:cs typeface="Times New Roman" panose="02020603050405020304" pitchFamily="18" charset="0"/>
              </a:rPr>
              <a:t>लटकलेले</a:t>
            </a:r>
            <a:r>
              <a:rPr lang="en-IN" sz="2800" dirty="0">
                <a:effectLst/>
                <a:latin typeface="Calibri" panose="020F0502020204030204" pitchFamily="34" charset="0"/>
                <a:ea typeface="Calibri" panose="020F0502020204030204" pitchFamily="34" charset="0"/>
                <a:cs typeface="Times New Roman" panose="02020603050405020304" pitchFamily="18" charset="0"/>
              </a:rPr>
              <a:t> </a:t>
            </a:r>
            <a:r>
              <a:rPr lang="en-IN" sz="2800" dirty="0" err="1">
                <a:effectLst/>
                <a:latin typeface="Nirmala UI" panose="020B0502040204020203" pitchFamily="34" charset="0"/>
                <a:ea typeface="Calibri" panose="020F0502020204030204" pitchFamily="34" charset="0"/>
                <a:cs typeface="Times New Roman" panose="02020603050405020304" pitchFamily="18" charset="0"/>
              </a:rPr>
              <a:t>कान</a:t>
            </a:r>
            <a:r>
              <a:rPr lang="en-IN" sz="2800" dirty="0">
                <a:effectLst/>
                <a:latin typeface="Calibri" panose="020F0502020204030204" pitchFamily="34" charset="0"/>
                <a:ea typeface="Calibri" panose="020F0502020204030204" pitchFamily="34" charset="0"/>
                <a:cs typeface="Times New Roman" panose="02020603050405020304" pitchFamily="18" charset="0"/>
              </a:rPr>
              <a:t> </a:t>
            </a:r>
            <a:r>
              <a:rPr lang="en-IN" sz="2800" dirty="0" err="1">
                <a:effectLst/>
                <a:latin typeface="Nirmala UI" panose="020B0502040204020203" pitchFamily="34" charset="0"/>
                <a:ea typeface="Calibri" panose="020F0502020204030204" pitchFamily="34" charset="0"/>
                <a:cs typeface="Times New Roman" panose="02020603050405020304" pitchFamily="18" charset="0"/>
              </a:rPr>
              <a:t>असलेले</a:t>
            </a:r>
            <a:r>
              <a:rPr lang="en-IN" sz="2800" dirty="0">
                <a:effectLst/>
                <a:latin typeface="Calibri" panose="020F0502020204030204" pitchFamily="34" charset="0"/>
                <a:ea typeface="Calibri" panose="020F0502020204030204" pitchFamily="34" charset="0"/>
                <a:cs typeface="Times New Roman" panose="02020603050405020304" pitchFamily="18" charset="0"/>
              </a:rPr>
              <a:t> </a:t>
            </a:r>
            <a:r>
              <a:rPr lang="en-IN" sz="2800" dirty="0" err="1">
                <a:effectLst/>
                <a:latin typeface="Nirmala UI" panose="020B0502040204020203" pitchFamily="34" charset="0"/>
                <a:ea typeface="Calibri" panose="020F0502020204030204" pitchFamily="34" charset="0"/>
                <a:cs typeface="Times New Roman" panose="02020603050405020304" pitchFamily="18" charset="0"/>
              </a:rPr>
              <a:t>मोठे</a:t>
            </a:r>
            <a:r>
              <a:rPr lang="en-IN" sz="2800" dirty="0">
                <a:effectLst/>
                <a:latin typeface="Calibri" panose="020F0502020204030204" pitchFamily="34" charset="0"/>
                <a:ea typeface="Calibri" panose="020F0502020204030204" pitchFamily="34" charset="0"/>
                <a:cs typeface="Times New Roman" panose="02020603050405020304" pitchFamily="18" charset="0"/>
              </a:rPr>
              <a:t> </a:t>
            </a:r>
            <a:r>
              <a:rPr lang="en-IN" sz="2800" dirty="0">
                <a:effectLst/>
                <a:latin typeface="Nirmala UI" panose="020B0502040204020203" pitchFamily="34" charset="0"/>
                <a:ea typeface="Calibri" panose="020F0502020204030204" pitchFamily="34" charset="0"/>
                <a:cs typeface="Times New Roman" panose="02020603050405020304" pitchFamily="18" charset="0"/>
              </a:rPr>
              <a:t>प्राणी</a:t>
            </a:r>
            <a:r>
              <a:rPr lang="en-IN" sz="2800" dirty="0">
                <a:effectLst/>
                <a:latin typeface="Calibri" panose="020F0502020204030204" pitchFamily="34" charset="0"/>
                <a:ea typeface="Calibri" panose="020F0502020204030204" pitchFamily="34" charset="0"/>
                <a:cs typeface="Times New Roman" panose="02020603050405020304" pitchFamily="18" charset="0"/>
              </a:rPr>
              <a:t> </a:t>
            </a:r>
            <a:r>
              <a:rPr lang="en-IN" sz="2800" dirty="0">
                <a:effectLst/>
                <a:latin typeface="Nirmala UI" panose="020B0502040204020203" pitchFamily="34" charset="0"/>
                <a:ea typeface="Calibri" panose="020F0502020204030204" pitchFamily="34" charset="0"/>
                <a:cs typeface="Times New Roman" panose="02020603050405020304" pitchFamily="18" charset="0"/>
              </a:rPr>
              <a:t>आहेत</a:t>
            </a:r>
            <a:r>
              <a:rPr lang="en-IN" sz="2800" dirty="0">
                <a:effectLst/>
                <a:latin typeface="Calibri" panose="020F0502020204030204" pitchFamily="34" charset="0"/>
                <a:ea typeface="Calibri" panose="020F0502020204030204" pitchFamily="34" charset="0"/>
                <a:cs typeface="Times New Roman" panose="02020603050405020304" pitchFamily="18" charset="0"/>
              </a:rPr>
              <a:t>. ‘</a:t>
            </a:r>
            <a:r>
              <a:rPr lang="en-IN" sz="2800" dirty="0" err="1">
                <a:effectLst/>
                <a:latin typeface="Nirmala UI" panose="020B0502040204020203" pitchFamily="34" charset="0"/>
                <a:ea typeface="Calibri" panose="020F0502020204030204" pitchFamily="34" charset="0"/>
                <a:cs typeface="Times New Roman" panose="02020603050405020304" pitchFamily="18" charset="0"/>
              </a:rPr>
              <a:t>रोमन</a:t>
            </a:r>
            <a:r>
              <a:rPr lang="en-IN" sz="2800" dirty="0">
                <a:effectLst/>
                <a:latin typeface="Calibri" panose="020F0502020204030204" pitchFamily="34" charset="0"/>
                <a:ea typeface="Calibri" panose="020F0502020204030204" pitchFamily="34" charset="0"/>
                <a:cs typeface="Times New Roman" panose="02020603050405020304" pitchFamily="18" charset="0"/>
              </a:rPr>
              <a:t> </a:t>
            </a:r>
            <a:r>
              <a:rPr lang="en-IN" sz="2800" dirty="0" err="1">
                <a:effectLst/>
                <a:latin typeface="Nirmala UI" panose="020B0502040204020203" pitchFamily="34" charset="0"/>
                <a:ea typeface="Calibri" panose="020F0502020204030204" pitchFamily="34" charset="0"/>
                <a:cs typeface="Times New Roman" panose="02020603050405020304" pitchFamily="18" charset="0"/>
              </a:rPr>
              <a:t>नाक</a:t>
            </a:r>
            <a:r>
              <a:rPr lang="en-US" sz="2800" dirty="0">
                <a:effectLst/>
                <a:latin typeface="Calibri" panose="020F0502020204030204" pitchFamily="34" charset="0"/>
                <a:ea typeface="Calibri" panose="020F0502020204030204" pitchFamily="34" charset="0"/>
                <a:cs typeface="Times New Roman" panose="02020603050405020304" pitchFamily="18" charset="0"/>
              </a:rPr>
              <a:t>’ </a:t>
            </a:r>
            <a:r>
              <a:rPr lang="en-IN" sz="2800" dirty="0" err="1">
                <a:effectLst/>
                <a:latin typeface="Nirmala UI" panose="020B0502040204020203" pitchFamily="34" charset="0"/>
                <a:ea typeface="Calibri" panose="020F0502020204030204" pitchFamily="34" charset="0"/>
                <a:cs typeface="Times New Roman" panose="02020603050405020304" pitchFamily="18" charset="0"/>
              </a:rPr>
              <a:t>नावाच्या</a:t>
            </a:r>
            <a:r>
              <a:rPr lang="en-IN" sz="2800" dirty="0">
                <a:effectLst/>
                <a:latin typeface="Calibri" panose="020F0502020204030204" pitchFamily="34" charset="0"/>
                <a:ea typeface="Calibri" panose="020F0502020204030204" pitchFamily="34" charset="0"/>
                <a:cs typeface="Times New Roman" panose="02020603050405020304" pitchFamily="18" charset="0"/>
              </a:rPr>
              <a:t> </a:t>
            </a:r>
            <a:r>
              <a:rPr lang="en-IN" sz="2800" dirty="0" err="1">
                <a:effectLst/>
                <a:latin typeface="Nirmala UI" panose="020B0502040204020203" pitchFamily="34" charset="0"/>
                <a:ea typeface="Calibri" panose="020F0502020204030204" pitchFamily="34" charset="0"/>
                <a:cs typeface="Times New Roman" panose="02020603050405020304" pitchFamily="18" charset="0"/>
              </a:rPr>
              <a:t>बहिर्वक्र</a:t>
            </a:r>
            <a:r>
              <a:rPr lang="en-IN" sz="2800" dirty="0">
                <a:effectLst/>
                <a:latin typeface="Calibri" panose="020F0502020204030204" pitchFamily="34" charset="0"/>
                <a:ea typeface="Calibri" panose="020F0502020204030204" pitchFamily="34" charset="0"/>
                <a:cs typeface="Times New Roman" panose="02020603050405020304" pitchFamily="18" charset="0"/>
              </a:rPr>
              <a:t> </a:t>
            </a:r>
            <a:r>
              <a:rPr lang="en-IN" sz="2800" dirty="0" err="1">
                <a:effectLst/>
                <a:latin typeface="Nirmala UI" panose="020B0502040204020203" pitchFamily="34" charset="0"/>
                <a:ea typeface="Calibri" panose="020F0502020204030204" pitchFamily="34" charset="0"/>
                <a:cs typeface="Times New Roman" panose="02020603050405020304" pitchFamily="18" charset="0"/>
              </a:rPr>
              <a:t>नाक</a:t>
            </a:r>
            <a:r>
              <a:rPr lang="en-IN" sz="2800" dirty="0">
                <a:effectLst/>
                <a:latin typeface="Calibri" panose="020F0502020204030204" pitchFamily="34" charset="0"/>
                <a:ea typeface="Calibri" panose="020F0502020204030204" pitchFamily="34" charset="0"/>
                <a:cs typeface="Times New Roman" panose="02020603050405020304" pitchFamily="18" charset="0"/>
              </a:rPr>
              <a:t> </a:t>
            </a:r>
            <a:r>
              <a:rPr lang="en-IN" sz="2800" dirty="0" err="1">
                <a:effectLst/>
                <a:latin typeface="Nirmala UI" panose="020B0502040204020203" pitchFamily="34" charset="0"/>
                <a:ea typeface="Calibri" panose="020F0502020204030204" pitchFamily="34" charset="0"/>
                <a:cs typeface="Times New Roman" panose="02020603050405020304" pitchFamily="18" charset="0"/>
              </a:rPr>
              <a:t>रेषेची</a:t>
            </a:r>
            <a:r>
              <a:rPr lang="en-IN" sz="2800" dirty="0">
                <a:effectLst/>
                <a:latin typeface="Calibri" panose="020F0502020204030204" pitchFamily="34" charset="0"/>
                <a:ea typeface="Calibri" panose="020F0502020204030204" pitchFamily="34" charset="0"/>
                <a:cs typeface="Times New Roman" panose="02020603050405020304" pitchFamily="18" charset="0"/>
              </a:rPr>
              <a:t> </a:t>
            </a:r>
            <a:r>
              <a:rPr lang="en-IN" sz="2800" dirty="0" err="1">
                <a:effectLst/>
                <a:latin typeface="Nirmala UI" panose="020B0502040204020203" pitchFamily="34" charset="0"/>
                <a:ea typeface="Calibri" panose="020F0502020204030204" pitchFamily="34" charset="0"/>
                <a:cs typeface="Times New Roman" panose="02020603050405020304" pitchFamily="18" charset="0"/>
              </a:rPr>
              <a:t>उपस्थिती</a:t>
            </a:r>
            <a:r>
              <a:rPr lang="en-IN" sz="2800" dirty="0">
                <a:effectLst/>
                <a:latin typeface="Calibri" panose="020F0502020204030204" pitchFamily="34" charset="0"/>
                <a:ea typeface="Calibri" panose="020F0502020204030204" pitchFamily="34" charset="0"/>
                <a:cs typeface="Times New Roman" panose="02020603050405020304" pitchFamily="18" charset="0"/>
              </a:rPr>
              <a:t> </a:t>
            </a:r>
            <a:r>
              <a:rPr lang="en-IN" sz="2800" dirty="0" err="1">
                <a:effectLst/>
                <a:latin typeface="Nirmala UI" panose="020B0502040204020203" pitchFamily="34" charset="0"/>
                <a:ea typeface="Calibri" panose="020F0502020204030204" pitchFamily="34" charset="0"/>
                <a:cs typeface="Times New Roman" panose="02020603050405020304" pitchFamily="18" charset="0"/>
              </a:rPr>
              <a:t>हे</a:t>
            </a:r>
            <a:r>
              <a:rPr lang="en-IN" sz="2800" dirty="0">
                <a:effectLst/>
                <a:latin typeface="Calibri" panose="020F0502020204030204" pitchFamily="34" charset="0"/>
                <a:ea typeface="Calibri" panose="020F0502020204030204" pitchFamily="34" charset="0"/>
                <a:cs typeface="Times New Roman" panose="02020603050405020304" pitchFamily="18" charset="0"/>
              </a:rPr>
              <a:t> </a:t>
            </a:r>
            <a:r>
              <a:rPr lang="en-IN" sz="2800" dirty="0">
                <a:effectLst/>
                <a:latin typeface="Nirmala UI" panose="020B0502040204020203" pitchFamily="34" charset="0"/>
                <a:ea typeface="Calibri" panose="020F0502020204030204" pitchFamily="34" charset="0"/>
                <a:cs typeface="Times New Roman" panose="02020603050405020304" pitchFamily="18" charset="0"/>
              </a:rPr>
              <a:t>या</a:t>
            </a:r>
            <a:r>
              <a:rPr lang="en-IN" sz="2800" dirty="0">
                <a:effectLst/>
                <a:latin typeface="Calibri" panose="020F0502020204030204" pitchFamily="34" charset="0"/>
                <a:ea typeface="Calibri" panose="020F0502020204030204" pitchFamily="34" charset="0"/>
                <a:cs typeface="Times New Roman" panose="02020603050405020304" pitchFamily="18" charset="0"/>
              </a:rPr>
              <a:t> </a:t>
            </a:r>
            <a:r>
              <a:rPr lang="en-IN" sz="2800" dirty="0" err="1">
                <a:effectLst/>
                <a:latin typeface="Nirmala UI" panose="020B0502040204020203" pitchFamily="34" charset="0"/>
                <a:ea typeface="Calibri" panose="020F0502020204030204" pitchFamily="34" charset="0"/>
                <a:cs typeface="Times New Roman" panose="02020603050405020304" pitchFamily="18" charset="0"/>
              </a:rPr>
              <a:t>जातीचे</a:t>
            </a:r>
            <a:r>
              <a:rPr lang="en-IN" sz="2800" dirty="0">
                <a:effectLst/>
                <a:latin typeface="Calibri" panose="020F0502020204030204" pitchFamily="34" charset="0"/>
                <a:ea typeface="Calibri" panose="020F0502020204030204" pitchFamily="34" charset="0"/>
                <a:cs typeface="Times New Roman" panose="02020603050405020304" pitchFamily="18" charset="0"/>
              </a:rPr>
              <a:t> </a:t>
            </a:r>
            <a:r>
              <a:rPr lang="en-IN" sz="2800" dirty="0" err="1">
                <a:effectLst/>
                <a:latin typeface="Nirmala UI" panose="020B0502040204020203" pitchFamily="34" charset="0"/>
                <a:ea typeface="Calibri" panose="020F0502020204030204" pitchFamily="34" charset="0"/>
                <a:cs typeface="Times New Roman" panose="02020603050405020304" pitchFamily="18" charset="0"/>
              </a:rPr>
              <a:t>वैशिष्ट्यपूर्ण</a:t>
            </a:r>
            <a:r>
              <a:rPr lang="en-IN" sz="2800" dirty="0">
                <a:effectLst/>
                <a:latin typeface="Calibri" panose="020F0502020204030204" pitchFamily="34" charset="0"/>
                <a:ea typeface="Calibri" panose="020F0502020204030204" pitchFamily="34" charset="0"/>
                <a:cs typeface="Times New Roman" panose="02020603050405020304" pitchFamily="18" charset="0"/>
              </a:rPr>
              <a:t> </a:t>
            </a:r>
            <a:r>
              <a:rPr lang="en-IN" sz="2800" dirty="0" err="1">
                <a:effectLst/>
                <a:latin typeface="Nirmala UI" panose="020B0502040204020203" pitchFamily="34" charset="0"/>
                <a:ea typeface="Calibri" panose="020F0502020204030204" pitchFamily="34" charset="0"/>
                <a:cs typeface="Times New Roman" panose="02020603050405020304" pitchFamily="18" charset="0"/>
              </a:rPr>
              <a:t>वैशिष्ट्य</a:t>
            </a:r>
            <a:r>
              <a:rPr lang="en-IN" sz="2800" dirty="0">
                <a:effectLst/>
                <a:latin typeface="Calibri" panose="020F0502020204030204" pitchFamily="34" charset="0"/>
                <a:ea typeface="Calibri" panose="020F0502020204030204" pitchFamily="34" charset="0"/>
                <a:cs typeface="Times New Roman" panose="02020603050405020304" pitchFamily="18" charset="0"/>
              </a:rPr>
              <a:t> </a:t>
            </a:r>
            <a:r>
              <a:rPr lang="en-IN" sz="2800" dirty="0" err="1">
                <a:effectLst/>
                <a:latin typeface="Nirmala UI" panose="020B0502040204020203" pitchFamily="34" charset="0"/>
                <a:ea typeface="Calibri" panose="020F0502020204030204" pitchFamily="34" charset="0"/>
                <a:cs typeface="Times New Roman" panose="02020603050405020304" pitchFamily="18" charset="0"/>
              </a:rPr>
              <a:t>आहे</a:t>
            </a:r>
            <a:r>
              <a:rPr lang="en-IN" sz="2800" dirty="0">
                <a:effectLst/>
                <a:latin typeface="Calibri" panose="020F0502020204030204" pitchFamily="34" charset="0"/>
                <a:ea typeface="Calibri" panose="020F0502020204030204" pitchFamily="34" charset="0"/>
                <a:cs typeface="Times New Roman" panose="02020603050405020304" pitchFamily="18" charset="0"/>
              </a:rPr>
              <a:t>. </a:t>
            </a:r>
          </a:p>
          <a:p>
            <a:pPr indent="228600">
              <a:lnSpc>
                <a:spcPct val="107000"/>
              </a:lnSpc>
              <a:spcAft>
                <a:spcPts val="800"/>
              </a:spcAft>
            </a:pPr>
            <a:r>
              <a:rPr lang="en-IN" sz="2800" dirty="0">
                <a:effectLst/>
                <a:latin typeface="Nirmala UI" panose="020B0502040204020203" pitchFamily="34" charset="0"/>
                <a:ea typeface="Calibri" panose="020F0502020204030204" pitchFamily="34" charset="0"/>
                <a:cs typeface="Times New Roman" panose="02020603050405020304" pitchFamily="18" charset="0"/>
              </a:rPr>
              <a:t>या</a:t>
            </a:r>
            <a:r>
              <a:rPr lang="en-IN" sz="2800" dirty="0">
                <a:effectLst/>
                <a:latin typeface="Calibri" panose="020F0502020204030204" pitchFamily="34" charset="0"/>
                <a:ea typeface="Calibri" panose="020F0502020204030204" pitchFamily="34" charset="0"/>
                <a:cs typeface="Times New Roman" panose="02020603050405020304" pitchFamily="18" charset="0"/>
              </a:rPr>
              <a:t> </a:t>
            </a:r>
            <a:r>
              <a:rPr lang="en-IN" sz="2800" dirty="0" err="1">
                <a:effectLst/>
                <a:latin typeface="Nirmala UI" panose="020B0502040204020203" pitchFamily="34" charset="0"/>
                <a:ea typeface="Calibri" panose="020F0502020204030204" pitchFamily="34" charset="0"/>
                <a:cs typeface="Times New Roman" panose="02020603050405020304" pitchFamily="18" charset="0"/>
              </a:rPr>
              <a:t>भव्य</a:t>
            </a:r>
            <a:r>
              <a:rPr lang="en-IN" sz="2800" dirty="0">
                <a:effectLst/>
                <a:latin typeface="Calibri" panose="020F0502020204030204" pitchFamily="34" charset="0"/>
                <a:ea typeface="Calibri" panose="020F0502020204030204" pitchFamily="34" charset="0"/>
                <a:cs typeface="Times New Roman" panose="02020603050405020304" pitchFamily="18" charset="0"/>
              </a:rPr>
              <a:t> </a:t>
            </a:r>
            <a:r>
              <a:rPr lang="en-IN" sz="2800" dirty="0" err="1">
                <a:effectLst/>
                <a:latin typeface="Nirmala UI" panose="020B0502040204020203" pitchFamily="34" charset="0"/>
                <a:ea typeface="Calibri" panose="020F0502020204030204" pitchFamily="34" charset="0"/>
                <a:cs typeface="Times New Roman" panose="02020603050405020304" pitchFamily="18" charset="0"/>
              </a:rPr>
              <a:t>जातीचे</a:t>
            </a:r>
            <a:r>
              <a:rPr lang="en-IN" sz="2800" dirty="0">
                <a:effectLst/>
                <a:latin typeface="Calibri" panose="020F0502020204030204" pitchFamily="34" charset="0"/>
                <a:ea typeface="Calibri" panose="020F0502020204030204" pitchFamily="34" charset="0"/>
                <a:cs typeface="Times New Roman" panose="02020603050405020304" pitchFamily="18" charset="0"/>
              </a:rPr>
              <a:t> </a:t>
            </a:r>
            <a:r>
              <a:rPr lang="en-IN" sz="2800" dirty="0">
                <a:effectLst/>
                <a:latin typeface="Nirmala UI" panose="020B0502040204020203" pitchFamily="34" charset="0"/>
                <a:ea typeface="Calibri" panose="020F0502020204030204" pitchFamily="34" charset="0"/>
                <a:cs typeface="Times New Roman" panose="02020603050405020304" pitchFamily="18" charset="0"/>
              </a:rPr>
              <a:t>वजन</a:t>
            </a:r>
            <a:r>
              <a:rPr lang="en-IN" sz="2800" dirty="0">
                <a:effectLst/>
                <a:latin typeface="Calibri" panose="020F0502020204030204" pitchFamily="34" charset="0"/>
                <a:ea typeface="Calibri" panose="020F0502020204030204" pitchFamily="34" charset="0"/>
                <a:cs typeface="Times New Roman" panose="02020603050405020304" pitchFamily="18" charset="0"/>
              </a:rPr>
              <a:t> </a:t>
            </a:r>
            <a:r>
              <a:rPr lang="en-IN" sz="2800" dirty="0" err="1">
                <a:effectLst/>
                <a:latin typeface="Nirmala UI" panose="020B0502040204020203" pitchFamily="34" charset="0"/>
                <a:ea typeface="Calibri" panose="020F0502020204030204" pitchFamily="34" charset="0"/>
                <a:cs typeface="Times New Roman" panose="02020603050405020304" pitchFamily="18" charset="0"/>
              </a:rPr>
              <a:t>बक्स</a:t>
            </a:r>
            <a:r>
              <a:rPr lang="en-IN" sz="2800" dirty="0">
                <a:effectLst/>
                <a:latin typeface="Calibri" panose="020F0502020204030204" pitchFamily="34" charset="0"/>
                <a:ea typeface="Calibri" panose="020F0502020204030204" pitchFamily="34" charset="0"/>
                <a:cs typeface="Times New Roman" panose="02020603050405020304" pitchFamily="18" charset="0"/>
              </a:rPr>
              <a:t> (</a:t>
            </a:r>
            <a:r>
              <a:rPr lang="en-IN" sz="2800" dirty="0" err="1">
                <a:effectLst/>
                <a:latin typeface="Nirmala UI" panose="020B0502040204020203" pitchFamily="34" charset="0"/>
                <a:ea typeface="Calibri" panose="020F0502020204030204" pitchFamily="34" charset="0"/>
                <a:cs typeface="Times New Roman" panose="02020603050405020304" pitchFamily="18" charset="0"/>
              </a:rPr>
              <a:t>नर</a:t>
            </a:r>
            <a:r>
              <a:rPr lang="en-IN" sz="2800" dirty="0">
                <a:effectLst/>
                <a:latin typeface="Calibri" panose="020F0502020204030204" pitchFamily="34" charset="0"/>
                <a:ea typeface="Calibri" panose="020F0502020204030204" pitchFamily="34" charset="0"/>
                <a:cs typeface="Times New Roman" panose="02020603050405020304" pitchFamily="18" charset="0"/>
              </a:rPr>
              <a:t>) </a:t>
            </a:r>
            <a:r>
              <a:rPr lang="en-IN" sz="2800" dirty="0" err="1">
                <a:effectLst/>
                <a:latin typeface="Nirmala UI" panose="020B0502040204020203" pitchFamily="34" charset="0"/>
                <a:ea typeface="Calibri" panose="020F0502020204030204" pitchFamily="34" charset="0"/>
                <a:cs typeface="Times New Roman" panose="02020603050405020304" pitchFamily="18" charset="0"/>
              </a:rPr>
              <a:t>च्या</a:t>
            </a:r>
            <a:r>
              <a:rPr lang="en-IN" sz="2800" dirty="0">
                <a:effectLst/>
                <a:latin typeface="Calibri" panose="020F0502020204030204" pitchFamily="34" charset="0"/>
                <a:ea typeface="Calibri" panose="020F0502020204030204" pitchFamily="34" charset="0"/>
                <a:cs typeface="Times New Roman" panose="02020603050405020304" pitchFamily="18" charset="0"/>
              </a:rPr>
              <a:t> </a:t>
            </a:r>
            <a:r>
              <a:rPr lang="en-IN" sz="2800" dirty="0" err="1">
                <a:effectLst/>
                <a:latin typeface="Nirmala UI" panose="020B0502040204020203" pitchFamily="34" charset="0"/>
                <a:ea typeface="Calibri" panose="020F0502020204030204" pitchFamily="34" charset="0"/>
                <a:cs typeface="Times New Roman" panose="02020603050405020304" pitchFamily="18" charset="0"/>
              </a:rPr>
              <a:t>बाबतीत</a:t>
            </a:r>
            <a:r>
              <a:rPr lang="en-IN" sz="2800" dirty="0">
                <a:effectLst/>
                <a:latin typeface="Calibri" panose="020F0502020204030204" pitchFamily="34" charset="0"/>
                <a:ea typeface="Calibri" panose="020F0502020204030204" pitchFamily="34" charset="0"/>
                <a:cs typeface="Times New Roman" panose="02020603050405020304" pitchFamily="18" charset="0"/>
              </a:rPr>
              <a:t> 60-85 </a:t>
            </a:r>
            <a:r>
              <a:rPr lang="en-IN" sz="2800" dirty="0" err="1">
                <a:effectLst/>
                <a:latin typeface="Nirmala UI" panose="020B0502040204020203" pitchFamily="34" charset="0"/>
                <a:ea typeface="Calibri" panose="020F0502020204030204" pitchFamily="34" charset="0"/>
                <a:cs typeface="Times New Roman" panose="02020603050405020304" pitchFamily="18" charset="0"/>
              </a:rPr>
              <a:t>किलोग्रॅम</a:t>
            </a:r>
            <a:r>
              <a:rPr lang="en-IN" sz="2800" dirty="0">
                <a:effectLst/>
                <a:latin typeface="Calibri" panose="020F0502020204030204" pitchFamily="34" charset="0"/>
                <a:ea typeface="Calibri" panose="020F0502020204030204" pitchFamily="34" charset="0"/>
                <a:cs typeface="Times New Roman" panose="02020603050405020304" pitchFamily="18" charset="0"/>
              </a:rPr>
              <a:t> </a:t>
            </a:r>
            <a:r>
              <a:rPr lang="en-IN" sz="2800" dirty="0">
                <a:effectLst/>
                <a:latin typeface="Nirmala UI" panose="020B0502040204020203" pitchFamily="34" charset="0"/>
                <a:ea typeface="Calibri" panose="020F0502020204030204" pitchFamily="34" charset="0"/>
                <a:cs typeface="Times New Roman" panose="02020603050405020304" pitchFamily="18" charset="0"/>
              </a:rPr>
              <a:t>आणि</a:t>
            </a:r>
            <a:r>
              <a:rPr lang="en-IN" sz="2800" dirty="0">
                <a:effectLst/>
                <a:latin typeface="Calibri" panose="020F0502020204030204" pitchFamily="34" charset="0"/>
                <a:ea typeface="Calibri" panose="020F0502020204030204" pitchFamily="34" charset="0"/>
                <a:cs typeface="Times New Roman" panose="02020603050405020304" pitchFamily="18" charset="0"/>
              </a:rPr>
              <a:t> </a:t>
            </a:r>
            <a:r>
              <a:rPr lang="en-IN" sz="2800" dirty="0" err="1">
                <a:effectLst/>
                <a:latin typeface="Nirmala UI" panose="020B0502040204020203" pitchFamily="34" charset="0"/>
                <a:ea typeface="Calibri" panose="020F0502020204030204" pitchFamily="34" charset="0"/>
                <a:cs typeface="Times New Roman" panose="02020603050405020304" pitchFamily="18" charset="0"/>
              </a:rPr>
              <a:t>डोज</a:t>
            </a:r>
            <a:r>
              <a:rPr lang="en-IN" sz="2800" dirty="0">
                <a:effectLst/>
                <a:latin typeface="Calibri" panose="020F0502020204030204" pitchFamily="34" charset="0"/>
                <a:ea typeface="Calibri" panose="020F0502020204030204" pitchFamily="34" charset="0"/>
                <a:cs typeface="Times New Roman" panose="02020603050405020304" pitchFamily="18" charset="0"/>
              </a:rPr>
              <a:t> (</a:t>
            </a:r>
            <a:r>
              <a:rPr lang="en-IN" sz="2800" dirty="0" err="1">
                <a:effectLst/>
                <a:latin typeface="Nirmala UI" panose="020B0502040204020203" pitchFamily="34" charset="0"/>
                <a:ea typeface="Calibri" panose="020F0502020204030204" pitchFamily="34" charset="0"/>
                <a:cs typeface="Times New Roman" panose="02020603050405020304" pitchFamily="18" charset="0"/>
              </a:rPr>
              <a:t>मादी</a:t>
            </a:r>
            <a:r>
              <a:rPr lang="en-IN" sz="2800" dirty="0">
                <a:effectLst/>
                <a:latin typeface="Calibri" panose="020F0502020204030204" pitchFamily="34" charset="0"/>
                <a:ea typeface="Calibri" panose="020F0502020204030204" pitchFamily="34" charset="0"/>
                <a:cs typeface="Times New Roman" panose="02020603050405020304" pitchFamily="18" charset="0"/>
              </a:rPr>
              <a:t>) </a:t>
            </a:r>
            <a:r>
              <a:rPr lang="en-IN" sz="2800" dirty="0" err="1">
                <a:effectLst/>
                <a:latin typeface="Nirmala UI" panose="020B0502040204020203" pitchFamily="34" charset="0"/>
                <a:ea typeface="Calibri" panose="020F0502020204030204" pitchFamily="34" charset="0"/>
                <a:cs typeface="Times New Roman" panose="02020603050405020304" pitchFamily="18" charset="0"/>
              </a:rPr>
              <a:t>च्या</a:t>
            </a:r>
            <a:r>
              <a:rPr lang="en-IN" sz="2800" dirty="0">
                <a:effectLst/>
                <a:latin typeface="Calibri" panose="020F0502020204030204" pitchFamily="34" charset="0"/>
                <a:ea typeface="Calibri" panose="020F0502020204030204" pitchFamily="34" charset="0"/>
                <a:cs typeface="Times New Roman" panose="02020603050405020304" pitchFamily="18" charset="0"/>
              </a:rPr>
              <a:t> </a:t>
            </a:r>
            <a:r>
              <a:rPr lang="en-IN" sz="2800" dirty="0" err="1">
                <a:effectLst/>
                <a:latin typeface="Nirmala UI" panose="020B0502040204020203" pitchFamily="34" charset="0"/>
                <a:ea typeface="Calibri" panose="020F0502020204030204" pitchFamily="34" charset="0"/>
                <a:cs typeface="Times New Roman" panose="02020603050405020304" pitchFamily="18" charset="0"/>
              </a:rPr>
              <a:t>बाबतीत</a:t>
            </a:r>
            <a:r>
              <a:rPr lang="en-IN" sz="2800" dirty="0">
                <a:effectLst/>
                <a:latin typeface="Calibri" panose="020F0502020204030204" pitchFamily="34" charset="0"/>
                <a:ea typeface="Calibri" panose="020F0502020204030204" pitchFamily="34" charset="0"/>
                <a:cs typeface="Times New Roman" panose="02020603050405020304" pitchFamily="18" charset="0"/>
              </a:rPr>
              <a:t> 45-60 </a:t>
            </a:r>
            <a:r>
              <a:rPr lang="en-IN" sz="2800" dirty="0" err="1">
                <a:effectLst/>
                <a:latin typeface="Nirmala UI" panose="020B0502040204020203" pitchFamily="34" charset="0"/>
                <a:ea typeface="Calibri" panose="020F0502020204030204" pitchFamily="34" charset="0"/>
                <a:cs typeface="Times New Roman" panose="02020603050405020304" pitchFamily="18" charset="0"/>
              </a:rPr>
              <a:t>किलोग्रॅम</a:t>
            </a:r>
            <a:r>
              <a:rPr lang="en-IN" sz="2800" dirty="0">
                <a:effectLst/>
                <a:latin typeface="Calibri" panose="020F0502020204030204" pitchFamily="34" charset="0"/>
                <a:ea typeface="Calibri" panose="020F0502020204030204" pitchFamily="34" charset="0"/>
                <a:cs typeface="Times New Roman" panose="02020603050405020304" pitchFamily="18" charset="0"/>
              </a:rPr>
              <a:t> </a:t>
            </a:r>
            <a:r>
              <a:rPr lang="en-IN" sz="2800" dirty="0" err="1">
                <a:effectLst/>
                <a:latin typeface="Nirmala UI" panose="020B0502040204020203" pitchFamily="34" charset="0"/>
                <a:ea typeface="Calibri" panose="020F0502020204030204" pitchFamily="34" charset="0"/>
                <a:cs typeface="Times New Roman" panose="02020603050405020304" pitchFamily="18" charset="0"/>
              </a:rPr>
              <a:t>असते</a:t>
            </a:r>
            <a:r>
              <a:rPr lang="en-IN" sz="2800" dirty="0">
                <a:effectLst/>
                <a:latin typeface="Calibri" panose="020F0502020204030204" pitchFamily="34" charset="0"/>
                <a:ea typeface="Calibri" panose="020F0502020204030204" pitchFamily="34" charset="0"/>
                <a:cs typeface="Times New Roman" panose="02020603050405020304" pitchFamily="18" charset="0"/>
              </a:rPr>
              <a:t>. </a:t>
            </a:r>
          </a:p>
          <a:p>
            <a:pPr indent="228600">
              <a:lnSpc>
                <a:spcPct val="107000"/>
              </a:lnSpc>
              <a:spcAft>
                <a:spcPts val="800"/>
              </a:spcAft>
            </a:pPr>
            <a:r>
              <a:rPr lang="en-IN" sz="2800" dirty="0" err="1">
                <a:effectLst/>
                <a:latin typeface="Nirmala UI" panose="020B0502040204020203" pitchFamily="34" charset="0"/>
                <a:ea typeface="Calibri" panose="020F0502020204030204" pitchFamily="34" charset="0"/>
                <a:cs typeface="Times New Roman" panose="02020603050405020304" pitchFamily="18" charset="0"/>
              </a:rPr>
              <a:t>भारतातील</a:t>
            </a:r>
            <a:r>
              <a:rPr lang="en-IN" sz="2800" dirty="0">
                <a:effectLst/>
                <a:latin typeface="Calibri" panose="020F0502020204030204" pitchFamily="34" charset="0"/>
                <a:ea typeface="Calibri" panose="020F0502020204030204" pitchFamily="34" charset="0"/>
                <a:cs typeface="Times New Roman" panose="02020603050405020304" pitchFamily="18" charset="0"/>
              </a:rPr>
              <a:t> </a:t>
            </a:r>
            <a:r>
              <a:rPr lang="en-IN" sz="2800" dirty="0" err="1">
                <a:effectLst/>
                <a:latin typeface="Nirmala UI" panose="020B0502040204020203" pitchFamily="34" charset="0"/>
                <a:ea typeface="Calibri" panose="020F0502020204030204" pitchFamily="34" charset="0"/>
                <a:cs typeface="Times New Roman" panose="02020603050405020304" pitchFamily="18" charset="0"/>
              </a:rPr>
              <a:t>सर्वोत्कृष्ट</a:t>
            </a:r>
            <a:r>
              <a:rPr lang="en-IN" sz="2800" dirty="0">
                <a:effectLst/>
                <a:latin typeface="Calibri" panose="020F0502020204030204" pitchFamily="34" charset="0"/>
                <a:ea typeface="Calibri" panose="020F0502020204030204" pitchFamily="34" charset="0"/>
                <a:cs typeface="Times New Roman" panose="02020603050405020304" pitchFamily="18" charset="0"/>
              </a:rPr>
              <a:t> </a:t>
            </a:r>
            <a:r>
              <a:rPr lang="en-IN" sz="2800" dirty="0" err="1">
                <a:effectLst/>
                <a:latin typeface="Nirmala UI" panose="020B0502040204020203" pitchFamily="34" charset="0"/>
                <a:ea typeface="Calibri" panose="020F0502020204030204" pitchFamily="34" charset="0"/>
                <a:cs typeface="Times New Roman" panose="02020603050405020304" pitchFamily="18" charset="0"/>
              </a:rPr>
              <a:t>संकरित</a:t>
            </a:r>
            <a:r>
              <a:rPr lang="en-IN" sz="2800" dirty="0">
                <a:effectLst/>
                <a:latin typeface="Calibri" panose="020F0502020204030204" pitchFamily="34" charset="0"/>
                <a:ea typeface="Calibri" panose="020F0502020204030204" pitchFamily="34" charset="0"/>
                <a:cs typeface="Times New Roman" panose="02020603050405020304" pitchFamily="18" charset="0"/>
              </a:rPr>
              <a:t> </a:t>
            </a:r>
            <a:r>
              <a:rPr lang="en-IN" sz="2800" dirty="0" err="1">
                <a:effectLst/>
                <a:latin typeface="Nirmala UI" panose="020B0502040204020203" pitchFamily="34" charset="0"/>
                <a:ea typeface="Calibri" panose="020F0502020204030204" pitchFamily="34" charset="0"/>
                <a:cs typeface="Times New Roman" panose="02020603050405020304" pitchFamily="18" charset="0"/>
              </a:rPr>
              <a:t>शेळ्यांचे</a:t>
            </a:r>
            <a:r>
              <a:rPr lang="en-IN" sz="2800" dirty="0">
                <a:effectLst/>
                <a:latin typeface="Calibri" panose="020F0502020204030204" pitchFamily="34" charset="0"/>
                <a:ea typeface="Calibri" panose="020F0502020204030204" pitchFamily="34" charset="0"/>
                <a:cs typeface="Times New Roman" panose="02020603050405020304" pitchFamily="18" charset="0"/>
              </a:rPr>
              <a:t> </a:t>
            </a:r>
            <a:r>
              <a:rPr lang="en-IN" sz="2800" dirty="0">
                <a:effectLst/>
                <a:latin typeface="Nirmala UI" panose="020B0502040204020203" pitchFamily="34" charset="0"/>
                <a:ea typeface="Calibri" panose="020F0502020204030204" pitchFamily="34" charset="0"/>
                <a:cs typeface="Times New Roman" panose="02020603050405020304" pitchFamily="18" charset="0"/>
              </a:rPr>
              <a:t>उत्पादन</a:t>
            </a:r>
            <a:r>
              <a:rPr lang="en-IN" sz="2800" dirty="0">
                <a:effectLst/>
                <a:latin typeface="Calibri" panose="020F0502020204030204" pitchFamily="34" charset="0"/>
                <a:ea typeface="Calibri" panose="020F0502020204030204" pitchFamily="34" charset="0"/>
                <a:cs typeface="Times New Roman" panose="02020603050405020304" pitchFamily="18" charset="0"/>
              </a:rPr>
              <a:t> </a:t>
            </a:r>
            <a:r>
              <a:rPr lang="en-IN" sz="2800" dirty="0">
                <a:effectLst/>
                <a:latin typeface="Nirmala UI" panose="020B0502040204020203" pitchFamily="34" charset="0"/>
                <a:ea typeface="Calibri" panose="020F0502020204030204" pitchFamily="34" charset="0"/>
                <a:cs typeface="Times New Roman" panose="02020603050405020304" pitchFamily="18" charset="0"/>
              </a:rPr>
              <a:t>करून</a:t>
            </a:r>
            <a:r>
              <a:rPr lang="en-IN" sz="2800" dirty="0">
                <a:effectLst/>
                <a:latin typeface="Calibri" panose="020F0502020204030204" pitchFamily="34" charset="0"/>
                <a:ea typeface="Calibri" panose="020F0502020204030204" pitchFamily="34" charset="0"/>
                <a:cs typeface="Times New Roman" panose="02020603050405020304" pitchFamily="18" charset="0"/>
              </a:rPr>
              <a:t> </a:t>
            </a:r>
            <a:r>
              <a:rPr lang="en-IN" sz="2800" dirty="0" err="1">
                <a:effectLst/>
                <a:latin typeface="Nirmala UI" panose="020B0502040204020203" pitchFamily="34" charset="0"/>
                <a:ea typeface="Calibri" panose="020F0502020204030204" pitchFamily="34" charset="0"/>
                <a:cs typeface="Times New Roman" panose="02020603050405020304" pitchFamily="18" charset="0"/>
              </a:rPr>
              <a:t>इतर</a:t>
            </a:r>
            <a:r>
              <a:rPr lang="en-IN" sz="2800" dirty="0">
                <a:effectLst/>
                <a:latin typeface="Calibri" panose="020F0502020204030204" pitchFamily="34" charset="0"/>
                <a:ea typeface="Calibri" panose="020F0502020204030204" pitchFamily="34" charset="0"/>
                <a:cs typeface="Times New Roman" panose="02020603050405020304" pitchFamily="18" charset="0"/>
              </a:rPr>
              <a:t> </a:t>
            </a:r>
            <a:r>
              <a:rPr lang="en-IN" sz="2800" dirty="0" err="1">
                <a:effectLst/>
                <a:latin typeface="Nirmala UI" panose="020B0502040204020203" pitchFamily="34" charset="0"/>
                <a:ea typeface="Calibri" panose="020F0502020204030204" pitchFamily="34" charset="0"/>
                <a:cs typeface="Times New Roman" panose="02020603050405020304" pitchFamily="18" charset="0"/>
              </a:rPr>
              <a:t>देशी</a:t>
            </a:r>
            <a:r>
              <a:rPr lang="en-IN" sz="2800" dirty="0">
                <a:effectLst/>
                <a:latin typeface="Calibri" panose="020F0502020204030204" pitchFamily="34" charset="0"/>
                <a:ea typeface="Calibri" panose="020F0502020204030204" pitchFamily="34" charset="0"/>
                <a:cs typeface="Times New Roman" panose="02020603050405020304" pitchFamily="18" charset="0"/>
              </a:rPr>
              <a:t> </a:t>
            </a:r>
            <a:r>
              <a:rPr lang="en-IN" sz="2800" dirty="0" err="1">
                <a:effectLst/>
                <a:latin typeface="Nirmala UI" panose="020B0502040204020203" pitchFamily="34" charset="0"/>
                <a:ea typeface="Calibri" panose="020F0502020204030204" pitchFamily="34" charset="0"/>
                <a:cs typeface="Times New Roman" panose="02020603050405020304" pitchFamily="18" charset="0"/>
              </a:rPr>
              <a:t>जातींना</a:t>
            </a:r>
            <a:r>
              <a:rPr lang="en-IN" sz="2800" dirty="0">
                <a:effectLst/>
                <a:latin typeface="Calibri" panose="020F0502020204030204" pitchFamily="34" charset="0"/>
                <a:ea typeface="Calibri" panose="020F0502020204030204" pitchFamily="34" charset="0"/>
                <a:cs typeface="Times New Roman" panose="02020603050405020304" pitchFamily="18" charset="0"/>
              </a:rPr>
              <a:t> </a:t>
            </a:r>
            <a:r>
              <a:rPr lang="en-IN" sz="2800" dirty="0" err="1">
                <a:effectLst/>
                <a:latin typeface="Nirmala UI" panose="020B0502040204020203" pitchFamily="34" charset="0"/>
                <a:ea typeface="Calibri" panose="020F0502020204030204" pitchFamily="34" charset="0"/>
                <a:cs typeface="Times New Roman" panose="02020603050405020304" pitchFamily="18" charset="0"/>
              </a:rPr>
              <a:t>उन्नत</a:t>
            </a:r>
            <a:r>
              <a:rPr lang="en-IN" sz="2800" dirty="0">
                <a:effectLst/>
                <a:latin typeface="Calibri" panose="020F0502020204030204" pitchFamily="34" charset="0"/>
                <a:ea typeface="Calibri" panose="020F0502020204030204" pitchFamily="34" charset="0"/>
                <a:cs typeface="Times New Roman" panose="02020603050405020304" pitchFamily="18" charset="0"/>
              </a:rPr>
              <a:t> </a:t>
            </a:r>
            <a:r>
              <a:rPr lang="en-IN" sz="2800" dirty="0">
                <a:effectLst/>
                <a:latin typeface="Nirmala UI" panose="020B0502040204020203" pitchFamily="34" charset="0"/>
                <a:ea typeface="Calibri" panose="020F0502020204030204" pitchFamily="34" charset="0"/>
                <a:cs typeface="Times New Roman" panose="02020603050405020304" pitchFamily="18" charset="0"/>
              </a:rPr>
              <a:t>करण्यासाठी</a:t>
            </a:r>
            <a:r>
              <a:rPr lang="en-IN" sz="2800" dirty="0">
                <a:effectLst/>
                <a:latin typeface="Calibri" panose="020F0502020204030204" pitchFamily="34" charset="0"/>
                <a:ea typeface="Calibri" panose="020F0502020204030204" pitchFamily="34" charset="0"/>
                <a:cs typeface="Times New Roman" panose="02020603050405020304" pitchFamily="18" charset="0"/>
              </a:rPr>
              <a:t> </a:t>
            </a:r>
            <a:r>
              <a:rPr lang="en-IN" sz="2800" dirty="0" err="1">
                <a:effectLst/>
                <a:latin typeface="Nirmala UI" panose="020B0502040204020203" pitchFamily="34" charset="0"/>
                <a:ea typeface="Calibri" panose="020F0502020204030204" pitchFamily="34" charset="0"/>
                <a:cs typeface="Times New Roman" panose="02020603050405020304" pitchFamily="18" charset="0"/>
              </a:rPr>
              <a:t>संकरित</a:t>
            </a:r>
            <a:r>
              <a:rPr lang="en-IN" sz="2800" dirty="0">
                <a:effectLst/>
                <a:latin typeface="Calibri" panose="020F0502020204030204" pitchFamily="34" charset="0"/>
                <a:ea typeface="Calibri" panose="020F0502020204030204" pitchFamily="34" charset="0"/>
                <a:cs typeface="Times New Roman" panose="02020603050405020304" pitchFamily="18" charset="0"/>
              </a:rPr>
              <a:t> </a:t>
            </a:r>
            <a:r>
              <a:rPr lang="en-IN" sz="2800" dirty="0" err="1">
                <a:effectLst/>
                <a:latin typeface="Nirmala UI" panose="020B0502040204020203" pitchFamily="34" charset="0"/>
                <a:ea typeface="Calibri" panose="020F0502020204030204" pitchFamily="34" charset="0"/>
                <a:cs typeface="Times New Roman" panose="02020603050405020304" pitchFamily="18" charset="0"/>
              </a:rPr>
              <a:t>प्रजनन</a:t>
            </a:r>
            <a:r>
              <a:rPr lang="en-IN" sz="2800" dirty="0">
                <a:effectLst/>
                <a:latin typeface="Calibri" panose="020F0502020204030204" pitchFamily="34" charset="0"/>
                <a:ea typeface="Calibri" panose="020F0502020204030204" pitchFamily="34" charset="0"/>
                <a:cs typeface="Times New Roman" panose="02020603050405020304" pitchFamily="18" charset="0"/>
              </a:rPr>
              <a:t> </a:t>
            </a:r>
            <a:r>
              <a:rPr lang="en-IN" sz="2800" dirty="0" err="1">
                <a:effectLst/>
                <a:latin typeface="Nirmala UI" panose="020B0502040204020203" pitchFamily="34" charset="0"/>
                <a:ea typeface="Calibri" panose="020F0502020204030204" pitchFamily="34" charset="0"/>
                <a:cs typeface="Times New Roman" panose="02020603050405020304" pitchFamily="18" charset="0"/>
              </a:rPr>
              <a:t>कार्यक्रमासाठी</a:t>
            </a:r>
            <a:r>
              <a:rPr lang="en-IN" sz="2800" dirty="0">
                <a:effectLst/>
                <a:latin typeface="Calibri" panose="020F0502020204030204" pitchFamily="34" charset="0"/>
                <a:ea typeface="Calibri" panose="020F0502020204030204" pitchFamily="34" charset="0"/>
                <a:cs typeface="Times New Roman" panose="02020603050405020304" pitchFamily="18" charset="0"/>
              </a:rPr>
              <a:t> </a:t>
            </a:r>
            <a:r>
              <a:rPr lang="en-IN" sz="2800" dirty="0" err="1">
                <a:effectLst/>
                <a:latin typeface="Nirmala UI" panose="020B0502040204020203" pitchFamily="34" charset="0"/>
                <a:ea typeface="Calibri" panose="020F0502020204030204" pitchFamily="34" charset="0"/>
                <a:cs typeface="Times New Roman" panose="02020603050405020304" pitchFamily="18" charset="0"/>
              </a:rPr>
              <a:t>जमुनापारीचा</a:t>
            </a:r>
            <a:r>
              <a:rPr lang="en-IN" sz="2800" dirty="0">
                <a:effectLst/>
                <a:latin typeface="Calibri" panose="020F0502020204030204" pitchFamily="34" charset="0"/>
                <a:ea typeface="Calibri" panose="020F0502020204030204" pitchFamily="34" charset="0"/>
                <a:cs typeface="Times New Roman" panose="02020603050405020304" pitchFamily="18" charset="0"/>
              </a:rPr>
              <a:t> </a:t>
            </a:r>
            <a:r>
              <a:rPr lang="en-IN" sz="2800" dirty="0" err="1">
                <a:effectLst/>
                <a:latin typeface="Nirmala UI" panose="020B0502040204020203" pitchFamily="34" charset="0"/>
                <a:ea typeface="Calibri" panose="020F0502020204030204" pitchFamily="34" charset="0"/>
                <a:cs typeface="Times New Roman" panose="02020603050405020304" pitchFamily="18" charset="0"/>
              </a:rPr>
              <a:t>मोठ्या</a:t>
            </a:r>
            <a:r>
              <a:rPr lang="en-IN" sz="2800" dirty="0">
                <a:effectLst/>
                <a:latin typeface="Calibri" panose="020F0502020204030204" pitchFamily="34" charset="0"/>
                <a:ea typeface="Calibri" panose="020F0502020204030204" pitchFamily="34" charset="0"/>
                <a:cs typeface="Times New Roman" panose="02020603050405020304" pitchFamily="18" charset="0"/>
              </a:rPr>
              <a:t> </a:t>
            </a:r>
            <a:r>
              <a:rPr lang="en-IN" sz="2800" dirty="0" err="1">
                <a:effectLst/>
                <a:latin typeface="Nirmala UI" panose="020B0502040204020203" pitchFamily="34" charset="0"/>
                <a:ea typeface="Calibri" panose="020F0502020204030204" pitchFamily="34" charset="0"/>
                <a:cs typeface="Times New Roman" panose="02020603050405020304" pitchFamily="18" charset="0"/>
              </a:rPr>
              <a:t>प्रमाणावर</a:t>
            </a:r>
            <a:r>
              <a:rPr lang="en-IN" sz="2800" dirty="0">
                <a:effectLst/>
                <a:latin typeface="Calibri" panose="020F0502020204030204" pitchFamily="34" charset="0"/>
                <a:ea typeface="Calibri" panose="020F0502020204030204" pitchFamily="34" charset="0"/>
                <a:cs typeface="Times New Roman" panose="02020603050405020304" pitchFamily="18" charset="0"/>
              </a:rPr>
              <a:t> </a:t>
            </a:r>
            <a:r>
              <a:rPr lang="en-IN" sz="2800" dirty="0">
                <a:effectLst/>
                <a:latin typeface="Nirmala UI" panose="020B0502040204020203" pitchFamily="34" charset="0"/>
                <a:ea typeface="Calibri" panose="020F0502020204030204" pitchFamily="34" charset="0"/>
                <a:cs typeface="Times New Roman" panose="02020603050405020304" pitchFamily="18" charset="0"/>
              </a:rPr>
              <a:t>वापर</a:t>
            </a:r>
            <a:r>
              <a:rPr lang="en-IN" sz="2800" dirty="0">
                <a:effectLst/>
                <a:latin typeface="Calibri" panose="020F0502020204030204" pitchFamily="34" charset="0"/>
                <a:ea typeface="Calibri" panose="020F0502020204030204" pitchFamily="34" charset="0"/>
                <a:cs typeface="Times New Roman" panose="02020603050405020304" pitchFamily="18" charset="0"/>
              </a:rPr>
              <a:t> </a:t>
            </a:r>
            <a:r>
              <a:rPr lang="en-IN" sz="2800" dirty="0">
                <a:effectLst/>
                <a:latin typeface="Nirmala UI" panose="020B0502040204020203" pitchFamily="34" charset="0"/>
                <a:ea typeface="Calibri" panose="020F0502020204030204" pitchFamily="34" charset="0"/>
                <a:cs typeface="Times New Roman" panose="02020603050405020304" pitchFamily="18" charset="0"/>
              </a:rPr>
              <a:t>केला</a:t>
            </a:r>
            <a:r>
              <a:rPr lang="en-IN" sz="2800" dirty="0">
                <a:effectLst/>
                <a:latin typeface="Calibri" panose="020F0502020204030204" pitchFamily="34" charset="0"/>
                <a:ea typeface="Calibri" panose="020F0502020204030204" pitchFamily="34" charset="0"/>
                <a:cs typeface="Times New Roman" panose="02020603050405020304" pitchFamily="18" charset="0"/>
              </a:rPr>
              <a:t> </a:t>
            </a:r>
            <a:r>
              <a:rPr lang="en-IN" sz="2800" dirty="0" err="1">
                <a:effectLst/>
                <a:latin typeface="Nirmala UI" panose="020B0502040204020203" pitchFamily="34" charset="0"/>
                <a:ea typeface="Calibri" panose="020F0502020204030204" pitchFamily="34" charset="0"/>
                <a:cs typeface="Times New Roman" panose="02020603050405020304" pitchFamily="18" charset="0"/>
              </a:rPr>
              <a:t>जातो</a:t>
            </a:r>
            <a:r>
              <a:rPr lang="en-IN" sz="2800" dirty="0">
                <a:effectLst/>
                <a:latin typeface="Calibri" panose="020F0502020204030204" pitchFamily="34" charset="0"/>
                <a:ea typeface="Calibri" panose="020F0502020204030204" pitchFamily="34" charset="0"/>
                <a:cs typeface="Times New Roman" panose="02020603050405020304" pitchFamily="18" charset="0"/>
              </a:rPr>
              <a:t>. </a:t>
            </a:r>
            <a:r>
              <a:rPr lang="en-IN" sz="2800" dirty="0" err="1">
                <a:effectLst/>
                <a:latin typeface="Nirmala UI" panose="020B0502040204020203" pitchFamily="34" charset="0"/>
                <a:ea typeface="Calibri" panose="020F0502020204030204" pitchFamily="34" charset="0"/>
                <a:cs typeface="Times New Roman" panose="02020603050405020304" pitchFamily="18" charset="0"/>
              </a:rPr>
              <a:t>जमनापारी</a:t>
            </a:r>
            <a:r>
              <a:rPr lang="en-IN" sz="2800" dirty="0">
                <a:effectLst/>
                <a:latin typeface="Calibri" panose="020F0502020204030204" pitchFamily="34" charset="0"/>
                <a:ea typeface="Calibri" panose="020F0502020204030204" pitchFamily="34" charset="0"/>
                <a:cs typeface="Times New Roman" panose="02020603050405020304" pitchFamily="18" charset="0"/>
              </a:rPr>
              <a:t> </a:t>
            </a:r>
            <a:r>
              <a:rPr lang="en-IN" sz="2800" dirty="0">
                <a:effectLst/>
                <a:latin typeface="Nirmala UI" panose="020B0502040204020203" pitchFamily="34" charset="0"/>
                <a:ea typeface="Calibri" panose="020F0502020204030204" pitchFamily="34" charset="0"/>
                <a:cs typeface="Times New Roman" panose="02020603050405020304" pitchFamily="18" charset="0"/>
              </a:rPr>
              <a:t>ही</a:t>
            </a:r>
            <a:r>
              <a:rPr lang="en-IN" sz="2800" dirty="0">
                <a:effectLst/>
                <a:latin typeface="Calibri" panose="020F0502020204030204" pitchFamily="34" charset="0"/>
                <a:ea typeface="Calibri" panose="020F0502020204030204" pitchFamily="34" charset="0"/>
                <a:cs typeface="Times New Roman" panose="02020603050405020304" pitchFamily="18" charset="0"/>
              </a:rPr>
              <a:t> </a:t>
            </a:r>
            <a:r>
              <a:rPr lang="en-IN" sz="2800" dirty="0" err="1">
                <a:effectLst/>
                <a:latin typeface="Nirmala UI" panose="020B0502040204020203" pitchFamily="34" charset="0"/>
                <a:ea typeface="Calibri" panose="020F0502020204030204" pitchFamily="34" charset="0"/>
                <a:cs typeface="Times New Roman" panose="02020603050405020304" pitchFamily="18" charset="0"/>
              </a:rPr>
              <a:t>भारतातील</a:t>
            </a:r>
            <a:r>
              <a:rPr lang="en-IN" sz="2800" dirty="0">
                <a:effectLst/>
                <a:latin typeface="Calibri" panose="020F0502020204030204" pitchFamily="34" charset="0"/>
                <a:ea typeface="Calibri" panose="020F0502020204030204" pitchFamily="34" charset="0"/>
                <a:cs typeface="Times New Roman" panose="02020603050405020304" pitchFamily="18" charset="0"/>
              </a:rPr>
              <a:t> </a:t>
            </a:r>
            <a:r>
              <a:rPr lang="en-IN" sz="2800" dirty="0" err="1">
                <a:effectLst/>
                <a:latin typeface="Nirmala UI" panose="020B0502040204020203" pitchFamily="34" charset="0"/>
                <a:ea typeface="Calibri" panose="020F0502020204030204" pitchFamily="34" charset="0"/>
                <a:cs typeface="Times New Roman" panose="02020603050405020304" pitchFamily="18" charset="0"/>
              </a:rPr>
              <a:t>सर्वोत्तम</a:t>
            </a:r>
            <a:r>
              <a:rPr lang="en-IN" sz="2800" dirty="0">
                <a:effectLst/>
                <a:latin typeface="Calibri" panose="020F0502020204030204" pitchFamily="34" charset="0"/>
                <a:ea typeface="Calibri" panose="020F0502020204030204" pitchFamily="34" charset="0"/>
                <a:cs typeface="Times New Roman" panose="02020603050405020304" pitchFamily="18" charset="0"/>
              </a:rPr>
              <a:t> </a:t>
            </a:r>
            <a:r>
              <a:rPr lang="en-IN" sz="2800" dirty="0">
                <a:effectLst/>
                <a:latin typeface="Nirmala UI" panose="020B0502040204020203" pitchFamily="34" charset="0"/>
                <a:ea typeface="Calibri" panose="020F0502020204030204" pitchFamily="34" charset="0"/>
                <a:cs typeface="Times New Roman" panose="02020603050405020304" pitchFamily="18" charset="0"/>
              </a:rPr>
              <a:t>शेळी</a:t>
            </a:r>
            <a:r>
              <a:rPr lang="en-IN" sz="2800" dirty="0">
                <a:effectLst/>
                <a:latin typeface="Calibri" panose="020F0502020204030204" pitchFamily="34" charset="0"/>
                <a:ea typeface="Calibri" panose="020F0502020204030204" pitchFamily="34" charset="0"/>
                <a:cs typeface="Times New Roman" panose="02020603050405020304" pitchFamily="18" charset="0"/>
              </a:rPr>
              <a:t> </a:t>
            </a:r>
            <a:r>
              <a:rPr lang="en-IN" sz="2800" dirty="0" err="1">
                <a:effectLst/>
                <a:latin typeface="Nirmala UI" panose="020B0502040204020203" pitchFamily="34" charset="0"/>
                <a:ea typeface="Calibri" panose="020F0502020204030204" pitchFamily="34" charset="0"/>
                <a:cs typeface="Times New Roman" panose="02020603050405020304" pitchFamily="18" charset="0"/>
              </a:rPr>
              <a:t>जाती</a:t>
            </a:r>
            <a:r>
              <a:rPr lang="en-IN" sz="2800" dirty="0">
                <a:effectLst/>
                <a:latin typeface="Calibri" panose="020F0502020204030204" pitchFamily="34" charset="0"/>
                <a:ea typeface="Calibri" panose="020F0502020204030204" pitchFamily="34" charset="0"/>
                <a:cs typeface="Times New Roman" panose="02020603050405020304" pitchFamily="18" charset="0"/>
              </a:rPr>
              <a:t> </a:t>
            </a:r>
            <a:r>
              <a:rPr lang="en-IN" sz="2800" dirty="0" err="1">
                <a:effectLst/>
                <a:latin typeface="Nirmala UI" panose="020B0502040204020203" pitchFamily="34" charset="0"/>
                <a:ea typeface="Calibri" panose="020F0502020204030204" pitchFamily="34" charset="0"/>
                <a:cs typeface="Times New Roman" panose="02020603050405020304" pitchFamily="18" charset="0"/>
              </a:rPr>
              <a:t>आहे</a:t>
            </a:r>
            <a:r>
              <a:rPr lang="en-IN" sz="2800" dirty="0">
                <a:effectLst/>
                <a:latin typeface="Calibri" panose="020F0502020204030204" pitchFamily="34" charset="0"/>
                <a:ea typeface="Calibri" panose="020F0502020204030204" pitchFamily="34" charset="0"/>
                <a:cs typeface="Times New Roman" panose="02020603050405020304" pitchFamily="18" charset="0"/>
              </a:rPr>
              <a:t>.</a:t>
            </a:r>
          </a:p>
          <a:p>
            <a:pPr indent="228600">
              <a:lnSpc>
                <a:spcPct val="107000"/>
              </a:lnSpc>
              <a:spcAft>
                <a:spcPts val="800"/>
              </a:spcAft>
            </a:pPr>
            <a:r>
              <a:rPr lang="en-IN" sz="2800" dirty="0" err="1">
                <a:effectLst/>
                <a:latin typeface="Nirmala UI" panose="020B0502040204020203" pitchFamily="34" charset="0"/>
                <a:ea typeface="Calibri" panose="020F0502020204030204" pitchFamily="34" charset="0"/>
                <a:cs typeface="Times New Roman" panose="02020603050405020304" pitchFamily="18" charset="0"/>
              </a:rPr>
              <a:t>दररोज</a:t>
            </a:r>
            <a:r>
              <a:rPr lang="en-IN" sz="2800" dirty="0">
                <a:effectLst/>
                <a:latin typeface="Calibri" panose="020F0502020204030204" pitchFamily="34" charset="0"/>
                <a:ea typeface="Calibri" panose="020F0502020204030204" pitchFamily="34" charset="0"/>
                <a:cs typeface="Times New Roman" panose="02020603050405020304" pitchFamily="18" charset="0"/>
              </a:rPr>
              <a:t> 2.25 </a:t>
            </a:r>
            <a:r>
              <a:rPr lang="en-IN" sz="2800" dirty="0">
                <a:effectLst/>
                <a:latin typeface="Nirmala UI" panose="020B0502040204020203" pitchFamily="34" charset="0"/>
                <a:ea typeface="Calibri" panose="020F0502020204030204" pitchFamily="34" charset="0"/>
                <a:cs typeface="Times New Roman" panose="02020603050405020304" pitchFamily="18" charset="0"/>
              </a:rPr>
              <a:t>ते</a:t>
            </a:r>
            <a:r>
              <a:rPr lang="en-IN" sz="2800" dirty="0">
                <a:effectLst/>
                <a:latin typeface="Calibri" panose="020F0502020204030204" pitchFamily="34" charset="0"/>
                <a:ea typeface="Calibri" panose="020F0502020204030204" pitchFamily="34" charset="0"/>
                <a:cs typeface="Times New Roman" panose="02020603050405020304" pitchFamily="18" charset="0"/>
              </a:rPr>
              <a:t> 2.75 </a:t>
            </a:r>
            <a:r>
              <a:rPr lang="en-IN" sz="2800" dirty="0" err="1">
                <a:effectLst/>
                <a:latin typeface="Nirmala UI" panose="020B0502040204020203" pitchFamily="34" charset="0"/>
                <a:ea typeface="Calibri" panose="020F0502020204030204" pitchFamily="34" charset="0"/>
                <a:cs typeface="Times New Roman" panose="02020603050405020304" pitchFamily="18" charset="0"/>
              </a:rPr>
              <a:t>किलो</a:t>
            </a:r>
            <a:r>
              <a:rPr lang="en-IN" sz="2800" dirty="0">
                <a:effectLst/>
                <a:latin typeface="Calibri" panose="020F0502020204030204" pitchFamily="34" charset="0"/>
                <a:ea typeface="Calibri" panose="020F0502020204030204" pitchFamily="34" charset="0"/>
                <a:cs typeface="Times New Roman" panose="02020603050405020304" pitchFamily="18" charset="0"/>
              </a:rPr>
              <a:t> </a:t>
            </a:r>
            <a:r>
              <a:rPr lang="en-IN" sz="2800" dirty="0" err="1">
                <a:effectLst/>
                <a:latin typeface="Nirmala UI" panose="020B0502040204020203" pitchFamily="34" charset="0"/>
                <a:ea typeface="Calibri" panose="020F0502020204030204" pitchFamily="34" charset="0"/>
                <a:cs typeface="Times New Roman" panose="02020603050405020304" pitchFamily="18" charset="0"/>
              </a:rPr>
              <a:t>दूध</a:t>
            </a:r>
            <a:r>
              <a:rPr lang="en-IN" sz="2800" dirty="0">
                <a:effectLst/>
                <a:latin typeface="Calibri" panose="020F0502020204030204" pitchFamily="34" charset="0"/>
                <a:ea typeface="Calibri" panose="020F0502020204030204" pitchFamily="34" charset="0"/>
                <a:cs typeface="Times New Roman" panose="02020603050405020304" pitchFamily="18" charset="0"/>
              </a:rPr>
              <a:t> </a:t>
            </a:r>
            <a:r>
              <a:rPr lang="en-IN" sz="2800" dirty="0">
                <a:effectLst/>
                <a:latin typeface="Nirmala UI" panose="020B0502040204020203" pitchFamily="34" charset="0"/>
                <a:ea typeface="Calibri" panose="020F0502020204030204" pitchFamily="34" charset="0"/>
                <a:cs typeface="Times New Roman" panose="02020603050405020304" pitchFamily="18" charset="0"/>
              </a:rPr>
              <a:t>उत्पादन</a:t>
            </a:r>
            <a:r>
              <a:rPr lang="en-IN" sz="2800" dirty="0">
                <a:effectLst/>
                <a:latin typeface="Calibri" panose="020F0502020204030204" pitchFamily="34" charset="0"/>
                <a:ea typeface="Calibri" panose="020F0502020204030204" pitchFamily="34" charset="0"/>
                <a:cs typeface="Times New Roman" panose="02020603050405020304" pitchFamily="18" charset="0"/>
              </a:rPr>
              <a:t> </a:t>
            </a:r>
            <a:r>
              <a:rPr lang="en-IN" sz="2800" dirty="0" err="1">
                <a:effectLst/>
                <a:latin typeface="Nirmala UI" panose="020B0502040204020203" pitchFamily="34" charset="0"/>
                <a:ea typeface="Calibri" panose="020F0502020204030204" pitchFamily="34" charset="0"/>
                <a:cs typeface="Times New Roman" panose="02020603050405020304" pitchFamily="18" charset="0"/>
              </a:rPr>
              <a:t>मिळते</a:t>
            </a:r>
            <a:r>
              <a:rPr lang="en-IN" sz="2800" dirty="0">
                <a:effectLst/>
                <a:latin typeface="Calibri" panose="020F0502020204030204" pitchFamily="34" charset="0"/>
                <a:ea typeface="Calibri" panose="020F0502020204030204" pitchFamily="34" charset="0"/>
                <a:cs typeface="Times New Roman" panose="02020603050405020304" pitchFamily="18" charset="0"/>
              </a:rPr>
              <a:t>.</a:t>
            </a:r>
          </a:p>
          <a:p>
            <a:endParaRPr lang="en-IN" dirty="0"/>
          </a:p>
        </p:txBody>
      </p:sp>
    </p:spTree>
    <p:extLst>
      <p:ext uri="{BB962C8B-B14F-4D97-AF65-F5344CB8AC3E}">
        <p14:creationId xmlns:p14="http://schemas.microsoft.com/office/powerpoint/2010/main" val="1037869345"/>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67A4A93-97C2-42A7-9C0E-56C7397F297F}"/>
              </a:ext>
            </a:extLst>
          </p:cNvPr>
          <p:cNvSpPr>
            <a:spLocks noGrp="1"/>
          </p:cNvSpPr>
          <p:nvPr>
            <p:ph type="title"/>
          </p:nvPr>
        </p:nvSpPr>
        <p:spPr>
          <a:xfrm>
            <a:off x="839788" y="457200"/>
            <a:ext cx="3932237" cy="530225"/>
          </a:xfrm>
        </p:spPr>
        <p:txBody>
          <a:bodyPr>
            <a:normAutofit fontScale="90000"/>
          </a:bodyPr>
          <a:lstStyle/>
          <a:p>
            <a:pPr algn="ctr"/>
            <a:r>
              <a:rPr lang="hi-IN" sz="3200" dirty="0">
                <a:solidFill>
                  <a:srgbClr val="FF0000"/>
                </a:solidFill>
              </a:rPr>
              <a:t>कोकण कन्याल</a:t>
            </a:r>
            <a:endParaRPr lang="en-IN" dirty="0">
              <a:solidFill>
                <a:srgbClr val="FF0000"/>
              </a:solidFill>
            </a:endParaRPr>
          </a:p>
        </p:txBody>
      </p:sp>
      <p:pic>
        <p:nvPicPr>
          <p:cNvPr id="6" name="Content Placeholder 5">
            <a:extLst>
              <a:ext uri="{FF2B5EF4-FFF2-40B4-BE49-F238E27FC236}">
                <a16:creationId xmlns:a16="http://schemas.microsoft.com/office/drawing/2014/main" id="{E957004E-F9B4-43B2-B776-DE71E6EAF84B}"/>
              </a:ext>
            </a:extLst>
          </p:cNvPr>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6287636" y="1442586"/>
            <a:ext cx="3963303" cy="3963303"/>
          </a:xfrm>
        </p:spPr>
      </p:pic>
      <p:sp>
        <p:nvSpPr>
          <p:cNvPr id="4" name="Text Placeholder 3">
            <a:extLst>
              <a:ext uri="{FF2B5EF4-FFF2-40B4-BE49-F238E27FC236}">
                <a16:creationId xmlns:a16="http://schemas.microsoft.com/office/drawing/2014/main" id="{E2D60CE3-353F-444E-ADD2-DDB6FCFFDDA5}"/>
              </a:ext>
            </a:extLst>
          </p:cNvPr>
          <p:cNvSpPr>
            <a:spLocks noGrp="1"/>
          </p:cNvSpPr>
          <p:nvPr>
            <p:ph type="body" sz="half" idx="2"/>
          </p:nvPr>
        </p:nvSpPr>
        <p:spPr>
          <a:xfrm>
            <a:off x="839788" y="995363"/>
            <a:ext cx="3932237" cy="4873625"/>
          </a:xfrm>
        </p:spPr>
        <p:txBody>
          <a:bodyPr>
            <a:normAutofit lnSpcReduction="10000"/>
          </a:bodyPr>
          <a:lstStyle/>
          <a:p>
            <a:r>
              <a:rPr lang="hi-IN" sz="2400" dirty="0"/>
              <a:t>कोकण कन्याल शेळ्या हे मध्यम आकाराचे प्राणी आहेत जे मांसासाठी पाळले जातात. ते प्रामुख्याने काळ्या रंगाचे असतात आणि विशिष्ट पॅटर्नमध्ये पांढऱ्या खुणा असतात.ते मूळचे महाराष्ट्रातील कोकण प्रदेशातील आहेत आणि मुख्यतः धनगर आणि मराठा समुदाय मांसासाठी पाळतात.ही जात कोकण किनारपट्टीच्या डोंगराळ प्रदेशात चांगली टिकून आहे, जास्त पाऊस पडतो आणि उष्ण व दमट हवामान आहे.</a:t>
            </a:r>
            <a:endParaRPr lang="en-IN" sz="2400" dirty="0"/>
          </a:p>
        </p:txBody>
      </p:sp>
    </p:spTree>
    <p:extLst>
      <p:ext uri="{BB962C8B-B14F-4D97-AF65-F5344CB8AC3E}">
        <p14:creationId xmlns:p14="http://schemas.microsoft.com/office/powerpoint/2010/main" val="2309699375"/>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9C7F98F-26C5-4BBA-939D-61336E554E43}"/>
              </a:ext>
            </a:extLst>
          </p:cNvPr>
          <p:cNvSpPr>
            <a:spLocks noGrp="1"/>
          </p:cNvSpPr>
          <p:nvPr>
            <p:ph type="title"/>
          </p:nvPr>
        </p:nvSpPr>
        <p:spPr>
          <a:xfrm>
            <a:off x="838200" y="365126"/>
            <a:ext cx="10515600" cy="689952"/>
          </a:xfrm>
        </p:spPr>
        <p:txBody>
          <a:bodyPr>
            <a:normAutofit/>
          </a:bodyPr>
          <a:lstStyle/>
          <a:p>
            <a:pPr algn="ctr"/>
            <a:r>
              <a:rPr lang="hi-IN" sz="3600" dirty="0">
                <a:solidFill>
                  <a:srgbClr val="FF0000"/>
                </a:solidFill>
              </a:rPr>
              <a:t>कोकण कन्याल</a:t>
            </a:r>
            <a:endParaRPr lang="en-IN" dirty="0">
              <a:solidFill>
                <a:srgbClr val="FF0000"/>
              </a:solidFill>
            </a:endParaRPr>
          </a:p>
        </p:txBody>
      </p:sp>
      <p:sp>
        <p:nvSpPr>
          <p:cNvPr id="4" name="TextBox 3">
            <a:extLst>
              <a:ext uri="{FF2B5EF4-FFF2-40B4-BE49-F238E27FC236}">
                <a16:creationId xmlns:a16="http://schemas.microsoft.com/office/drawing/2014/main" id="{CDACDFD8-B159-4E64-BD65-836308380E8D}"/>
              </a:ext>
            </a:extLst>
          </p:cNvPr>
          <p:cNvSpPr txBox="1"/>
          <p:nvPr/>
        </p:nvSpPr>
        <p:spPr>
          <a:xfrm>
            <a:off x="1266091" y="872197"/>
            <a:ext cx="9397220" cy="4832092"/>
          </a:xfrm>
          <a:prstGeom prst="rect">
            <a:avLst/>
          </a:prstGeom>
          <a:noFill/>
        </p:spPr>
        <p:txBody>
          <a:bodyPr wrap="square">
            <a:spAutoFit/>
          </a:bodyPr>
          <a:lstStyle/>
          <a:p>
            <a:pPr marL="342900" indent="-342900">
              <a:buFont typeface="Arial" panose="020B0604020202020204" pitchFamily="34" charset="0"/>
              <a:buChar char="•"/>
            </a:pPr>
            <a:r>
              <a:rPr lang="en-IN" sz="2800" dirty="0"/>
              <a:t>या </a:t>
            </a:r>
            <a:r>
              <a:rPr lang="en-IN" sz="2800" dirty="0" err="1"/>
              <a:t>शेळ्यांचा</a:t>
            </a:r>
            <a:r>
              <a:rPr lang="en-IN" sz="2800" dirty="0"/>
              <a:t> </a:t>
            </a:r>
            <a:r>
              <a:rPr lang="en-IN" sz="2800" dirty="0" err="1"/>
              <a:t>रंग</a:t>
            </a:r>
            <a:r>
              <a:rPr lang="en-IN" sz="2800" dirty="0"/>
              <a:t> </a:t>
            </a:r>
            <a:r>
              <a:rPr lang="en-IN" sz="2800" dirty="0" err="1"/>
              <a:t>काळा</a:t>
            </a:r>
            <a:r>
              <a:rPr lang="en-IN" sz="2800" dirty="0"/>
              <a:t> असतो. </a:t>
            </a:r>
          </a:p>
          <a:p>
            <a:pPr marL="342900" indent="-342900">
              <a:buFont typeface="Arial" panose="020B0604020202020204" pitchFamily="34" charset="0"/>
              <a:buChar char="•"/>
            </a:pPr>
            <a:r>
              <a:rPr lang="en-IN" sz="2800" dirty="0" err="1"/>
              <a:t>तोंडावर</a:t>
            </a:r>
            <a:r>
              <a:rPr lang="en-IN" sz="2800" dirty="0"/>
              <a:t> व </a:t>
            </a:r>
            <a:r>
              <a:rPr lang="en-IN" sz="2800" dirty="0" err="1"/>
              <a:t>कानावर</a:t>
            </a:r>
            <a:r>
              <a:rPr lang="en-IN" sz="2800" dirty="0"/>
              <a:t> </a:t>
            </a:r>
            <a:r>
              <a:rPr lang="en-IN" sz="2800" dirty="0" err="1"/>
              <a:t>पांढऱ्या</a:t>
            </a:r>
            <a:r>
              <a:rPr lang="en-IN" sz="2800" dirty="0"/>
              <a:t> </a:t>
            </a:r>
            <a:r>
              <a:rPr lang="en-IN" sz="2800" dirty="0" err="1"/>
              <a:t>रंगाच्या</a:t>
            </a:r>
            <a:r>
              <a:rPr lang="en-IN" sz="2800" dirty="0"/>
              <a:t> </a:t>
            </a:r>
            <a:r>
              <a:rPr lang="en-IN" sz="2800" dirty="0" err="1"/>
              <a:t>पट्ट्या</a:t>
            </a:r>
            <a:r>
              <a:rPr lang="en-IN" sz="2800" dirty="0"/>
              <a:t> असतात. </a:t>
            </a:r>
          </a:p>
          <a:p>
            <a:pPr marL="342900" indent="-342900">
              <a:buFont typeface="Arial" panose="020B0604020202020204" pitchFamily="34" charset="0"/>
              <a:buChar char="•"/>
            </a:pPr>
            <a:r>
              <a:rPr lang="en-IN" sz="2800" dirty="0" err="1"/>
              <a:t>चेहरा</a:t>
            </a:r>
            <a:r>
              <a:rPr lang="en-IN" sz="2800" dirty="0"/>
              <a:t> </a:t>
            </a:r>
            <a:r>
              <a:rPr lang="en-IN" sz="2800" dirty="0" err="1"/>
              <a:t>चापट</a:t>
            </a:r>
            <a:r>
              <a:rPr lang="en-IN" sz="2800" dirty="0"/>
              <a:t> व </a:t>
            </a:r>
            <a:r>
              <a:rPr lang="en-IN" sz="2800" dirty="0" err="1"/>
              <a:t>लांबट</a:t>
            </a:r>
            <a:r>
              <a:rPr lang="en-IN" sz="2800" dirty="0"/>
              <a:t> असतो व </a:t>
            </a:r>
            <a:r>
              <a:rPr lang="en-IN" sz="2800" dirty="0" err="1"/>
              <a:t>पाय</a:t>
            </a:r>
            <a:r>
              <a:rPr lang="en-IN" sz="2800" dirty="0"/>
              <a:t> </a:t>
            </a:r>
            <a:r>
              <a:rPr lang="en-IN" sz="2800" dirty="0" err="1"/>
              <a:t>लांब</a:t>
            </a:r>
            <a:r>
              <a:rPr lang="en-IN" sz="2800" dirty="0"/>
              <a:t> असतात. </a:t>
            </a:r>
          </a:p>
          <a:p>
            <a:pPr marL="342900" indent="-342900">
              <a:buFont typeface="Arial" panose="020B0604020202020204" pitchFamily="34" charset="0"/>
              <a:buChar char="•"/>
            </a:pPr>
            <a:r>
              <a:rPr lang="en-IN" sz="2800" dirty="0"/>
              <a:t>वजन ३०-३५ </a:t>
            </a:r>
            <a:r>
              <a:rPr lang="en-IN" sz="2800" dirty="0" err="1"/>
              <a:t>किलो</a:t>
            </a:r>
            <a:r>
              <a:rPr lang="en-IN" sz="2800" dirty="0"/>
              <a:t> </a:t>
            </a:r>
            <a:r>
              <a:rPr lang="en-IN" sz="2800" dirty="0" err="1"/>
              <a:t>असते</a:t>
            </a:r>
            <a:r>
              <a:rPr lang="en-IN" sz="2800" dirty="0"/>
              <a:t>. </a:t>
            </a:r>
          </a:p>
          <a:p>
            <a:pPr marL="342900" indent="-342900">
              <a:buFont typeface="Arial" panose="020B0604020202020204" pitchFamily="34" charset="0"/>
              <a:buChar char="•"/>
            </a:pPr>
            <a:r>
              <a:rPr lang="en-IN" sz="2800" dirty="0" err="1"/>
              <a:t>जुळे</a:t>
            </a:r>
            <a:r>
              <a:rPr lang="en-IN" sz="2800" dirty="0"/>
              <a:t> </a:t>
            </a:r>
            <a:r>
              <a:rPr lang="en-IN" sz="2800" dirty="0" err="1"/>
              <a:t>होण्याचे</a:t>
            </a:r>
            <a:r>
              <a:rPr lang="en-IN" sz="2800" dirty="0"/>
              <a:t> प्रमाण ६६ </a:t>
            </a:r>
            <a:r>
              <a:rPr lang="en-IN" sz="2800" dirty="0" err="1"/>
              <a:t>टक्के</a:t>
            </a:r>
            <a:r>
              <a:rPr lang="en-IN" sz="2800" dirty="0"/>
              <a:t> </a:t>
            </a:r>
            <a:r>
              <a:rPr lang="en-IN" sz="2800" dirty="0" err="1"/>
              <a:t>असते</a:t>
            </a:r>
            <a:r>
              <a:rPr lang="en-IN" sz="2800" dirty="0"/>
              <a:t> </a:t>
            </a:r>
          </a:p>
          <a:p>
            <a:pPr marL="342900" indent="-342900">
              <a:buFont typeface="Arial" panose="020B0604020202020204" pitchFamily="34" charset="0"/>
              <a:buChar char="•"/>
            </a:pPr>
            <a:r>
              <a:rPr lang="en-IN" sz="2800" dirty="0" err="1"/>
              <a:t>मांस</a:t>
            </a:r>
            <a:r>
              <a:rPr lang="en-IN" sz="2800" dirty="0"/>
              <a:t> </a:t>
            </a:r>
            <a:r>
              <a:rPr lang="en-IN" sz="2800" dirty="0" err="1"/>
              <a:t>उत्पादनासाठी</a:t>
            </a:r>
            <a:r>
              <a:rPr lang="en-IN" sz="2800" dirty="0"/>
              <a:t> </a:t>
            </a:r>
            <a:r>
              <a:rPr lang="en-IN" sz="2800" dirty="0" err="1"/>
              <a:t>पाळली</a:t>
            </a:r>
            <a:r>
              <a:rPr lang="en-IN" sz="2800" dirty="0"/>
              <a:t> जाते. </a:t>
            </a:r>
          </a:p>
          <a:p>
            <a:pPr marL="342900" indent="-342900">
              <a:buFont typeface="Arial" panose="020B0604020202020204" pitchFamily="34" charset="0"/>
              <a:buChar char="•"/>
            </a:pPr>
            <a:r>
              <a:rPr lang="en-IN" sz="2800" dirty="0" err="1"/>
              <a:t>पूर्ण</a:t>
            </a:r>
            <a:r>
              <a:rPr lang="en-IN" sz="2800" dirty="0"/>
              <a:t> </a:t>
            </a:r>
            <a:r>
              <a:rPr lang="en-IN" sz="2800" dirty="0" err="1"/>
              <a:t>वाढ</a:t>
            </a:r>
            <a:r>
              <a:rPr lang="en-IN" sz="2800" dirty="0"/>
              <a:t> </a:t>
            </a:r>
            <a:r>
              <a:rPr lang="en-IN" sz="2800" dirty="0" err="1"/>
              <a:t>झालेले</a:t>
            </a:r>
            <a:r>
              <a:rPr lang="en-IN" sz="2800" dirty="0"/>
              <a:t> </a:t>
            </a:r>
            <a:r>
              <a:rPr lang="en-IN" sz="2800" dirty="0" err="1"/>
              <a:t>नार</a:t>
            </a:r>
            <a:r>
              <a:rPr lang="en-IN" sz="2800" dirty="0"/>
              <a:t> ५० </a:t>
            </a:r>
            <a:r>
              <a:rPr lang="en-IN" sz="2800" dirty="0" err="1"/>
              <a:t>किलो</a:t>
            </a:r>
            <a:r>
              <a:rPr lang="en-IN" sz="2800" dirty="0"/>
              <a:t> व </a:t>
            </a:r>
            <a:r>
              <a:rPr lang="en-IN" sz="2800" dirty="0" err="1"/>
              <a:t>मादी</a:t>
            </a:r>
            <a:r>
              <a:rPr lang="en-IN" sz="2800" dirty="0"/>
              <a:t> ३२ </a:t>
            </a:r>
            <a:r>
              <a:rPr lang="en-IN" sz="2800" dirty="0" err="1"/>
              <a:t>किलो</a:t>
            </a:r>
            <a:r>
              <a:rPr lang="en-IN" sz="2800" dirty="0"/>
              <a:t> </a:t>
            </a:r>
            <a:r>
              <a:rPr lang="en-IN" sz="2800" dirty="0" err="1"/>
              <a:t>असते</a:t>
            </a:r>
            <a:r>
              <a:rPr lang="en-IN" sz="2800" dirty="0"/>
              <a:t> </a:t>
            </a:r>
          </a:p>
          <a:p>
            <a:pPr marL="342900" indent="-342900">
              <a:buFont typeface="Arial" panose="020B0604020202020204" pitchFamily="34" charset="0"/>
              <a:buChar char="•"/>
            </a:pPr>
            <a:r>
              <a:rPr lang="en-IN" sz="2800" dirty="0" err="1"/>
              <a:t>कार्डाचे</a:t>
            </a:r>
            <a:r>
              <a:rPr lang="en-IN" sz="2800" dirty="0"/>
              <a:t> तीन </a:t>
            </a:r>
            <a:r>
              <a:rPr lang="en-IN" sz="2800" dirty="0" err="1"/>
              <a:t>महिन्यात</a:t>
            </a:r>
            <a:r>
              <a:rPr lang="en-IN" sz="2800" dirty="0"/>
              <a:t> वजन ९ </a:t>
            </a:r>
            <a:r>
              <a:rPr lang="en-IN" sz="2800" dirty="0" err="1"/>
              <a:t>किलो</a:t>
            </a:r>
            <a:r>
              <a:rPr lang="en-IN" sz="2800" dirty="0"/>
              <a:t> व </a:t>
            </a:r>
            <a:r>
              <a:rPr lang="en-IN" sz="2800" dirty="0" err="1"/>
              <a:t>सहा</a:t>
            </a:r>
            <a:r>
              <a:rPr lang="en-IN" sz="2800" dirty="0"/>
              <a:t> </a:t>
            </a:r>
            <a:r>
              <a:rPr lang="en-IN" sz="2800" dirty="0" err="1"/>
              <a:t>महिन्यात</a:t>
            </a:r>
            <a:r>
              <a:rPr lang="en-IN" sz="2800" dirty="0"/>
              <a:t> १४ ते १५ </a:t>
            </a:r>
            <a:r>
              <a:rPr lang="en-IN" sz="2800" dirty="0" err="1"/>
              <a:t>किलो</a:t>
            </a:r>
            <a:r>
              <a:rPr lang="en-IN" sz="2800" dirty="0"/>
              <a:t> </a:t>
            </a:r>
            <a:r>
              <a:rPr lang="en-IN" sz="2800" dirty="0" err="1"/>
              <a:t>असते</a:t>
            </a:r>
            <a:r>
              <a:rPr lang="en-IN" sz="2800" dirty="0"/>
              <a:t>. </a:t>
            </a:r>
          </a:p>
          <a:p>
            <a:pPr marL="342900" indent="-342900">
              <a:buFont typeface="Arial" panose="020B0604020202020204" pitchFamily="34" charset="0"/>
              <a:buChar char="•"/>
            </a:pPr>
            <a:r>
              <a:rPr lang="hi-IN" sz="2800" dirty="0"/>
              <a:t>एक ते दीड</a:t>
            </a:r>
            <a:r>
              <a:rPr lang="en-IN" sz="2800" dirty="0"/>
              <a:t> </a:t>
            </a:r>
            <a:r>
              <a:rPr lang="hi-IN" sz="2800" dirty="0"/>
              <a:t>वर्षाच्या बोकडाच्या मटणाचा उतारा ५३ टक्के असतो.</a:t>
            </a:r>
            <a:endParaRPr lang="en-IN" sz="2800" dirty="0"/>
          </a:p>
        </p:txBody>
      </p:sp>
    </p:spTree>
    <p:extLst>
      <p:ext uri="{BB962C8B-B14F-4D97-AF65-F5344CB8AC3E}">
        <p14:creationId xmlns:p14="http://schemas.microsoft.com/office/powerpoint/2010/main" val="75777137"/>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A2FDDAE-7761-4099-8B06-F7D997A51C10}"/>
              </a:ext>
            </a:extLst>
          </p:cNvPr>
          <p:cNvSpPr>
            <a:spLocks noGrp="1"/>
          </p:cNvSpPr>
          <p:nvPr>
            <p:ph type="title"/>
          </p:nvPr>
        </p:nvSpPr>
        <p:spPr>
          <a:xfrm>
            <a:off x="839788" y="457200"/>
            <a:ext cx="3932237" cy="530225"/>
          </a:xfrm>
        </p:spPr>
        <p:txBody>
          <a:bodyPr>
            <a:normAutofit/>
          </a:bodyPr>
          <a:lstStyle/>
          <a:p>
            <a:pPr algn="ctr"/>
            <a:r>
              <a:rPr lang="en-IN" sz="2400" dirty="0" err="1">
                <a:solidFill>
                  <a:srgbClr val="FF0000"/>
                </a:solidFill>
                <a:effectLst/>
                <a:latin typeface="Nirmala UI" panose="020B0502040204020203" pitchFamily="34" charset="0"/>
                <a:ea typeface="Calibri" panose="020F0502020204030204" pitchFamily="34" charset="0"/>
              </a:rPr>
              <a:t>बारबरी</a:t>
            </a:r>
            <a:endParaRPr lang="en-IN" dirty="0">
              <a:solidFill>
                <a:srgbClr val="FF0000"/>
              </a:solidFill>
            </a:endParaRPr>
          </a:p>
        </p:txBody>
      </p:sp>
      <p:pic>
        <p:nvPicPr>
          <p:cNvPr id="6" name="Content Placeholder 5">
            <a:extLst>
              <a:ext uri="{FF2B5EF4-FFF2-40B4-BE49-F238E27FC236}">
                <a16:creationId xmlns:a16="http://schemas.microsoft.com/office/drawing/2014/main" id="{14B10992-116C-4F74-9165-F21DEDB3191E}"/>
              </a:ext>
            </a:extLst>
          </p:cNvPr>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5183188" y="1688306"/>
            <a:ext cx="6172200" cy="3471862"/>
          </a:xfrm>
        </p:spPr>
      </p:pic>
      <p:sp>
        <p:nvSpPr>
          <p:cNvPr id="4" name="Text Placeholder 3">
            <a:extLst>
              <a:ext uri="{FF2B5EF4-FFF2-40B4-BE49-F238E27FC236}">
                <a16:creationId xmlns:a16="http://schemas.microsoft.com/office/drawing/2014/main" id="{03EB5B53-2B15-41F4-878A-A569B9180DB0}"/>
              </a:ext>
            </a:extLst>
          </p:cNvPr>
          <p:cNvSpPr>
            <a:spLocks noGrp="1"/>
          </p:cNvSpPr>
          <p:nvPr>
            <p:ph type="body" sz="half" idx="2"/>
          </p:nvPr>
        </p:nvSpPr>
        <p:spPr>
          <a:xfrm>
            <a:off x="839788" y="995365"/>
            <a:ext cx="3932237" cy="4873624"/>
          </a:xfrm>
        </p:spPr>
        <p:txBody>
          <a:bodyPr>
            <a:normAutofit lnSpcReduction="10000"/>
          </a:bodyPr>
          <a:lstStyle/>
          <a:p>
            <a:pPr marL="285750" indent="-285750">
              <a:lnSpc>
                <a:spcPct val="107000"/>
              </a:lnSpc>
              <a:spcAft>
                <a:spcPts val="800"/>
              </a:spcAft>
              <a:buFont typeface="Arial" panose="020B0604020202020204" pitchFamily="34" charset="0"/>
              <a:buChar char="•"/>
            </a:pPr>
            <a:r>
              <a:rPr lang="en-IN" sz="1800" dirty="0">
                <a:effectLst/>
                <a:latin typeface="Nirmala UI" panose="020B0502040204020203" pitchFamily="34" charset="0"/>
                <a:ea typeface="Calibri" panose="020F0502020204030204" pitchFamily="34" charset="0"/>
                <a:cs typeface="Times New Roman" panose="02020603050405020304" pitchFamily="18" charset="0"/>
              </a:rPr>
              <a:t>ही</a:t>
            </a:r>
            <a:r>
              <a:rPr lang="en-IN" sz="1800" dirty="0">
                <a:effectLst/>
                <a:latin typeface="Calibri" panose="020F0502020204030204" pitchFamily="34" charset="0"/>
                <a:ea typeface="Calibri" panose="020F0502020204030204" pitchFamily="34" charset="0"/>
                <a:cs typeface="Times New Roman" panose="02020603050405020304" pitchFamily="18" charset="0"/>
              </a:rPr>
              <a:t> </a:t>
            </a:r>
            <a:r>
              <a:rPr lang="en-IN" sz="1800" dirty="0" err="1">
                <a:effectLst/>
                <a:latin typeface="Nirmala UI" panose="020B0502040204020203" pitchFamily="34" charset="0"/>
                <a:ea typeface="Calibri" panose="020F0502020204030204" pitchFamily="34" charset="0"/>
                <a:cs typeface="Times New Roman" panose="02020603050405020304" pitchFamily="18" charset="0"/>
              </a:rPr>
              <a:t>एक</a:t>
            </a:r>
            <a:r>
              <a:rPr lang="en-IN" sz="1800" dirty="0">
                <a:effectLst/>
                <a:latin typeface="Calibri" panose="020F0502020204030204" pitchFamily="34" charset="0"/>
                <a:ea typeface="Calibri" panose="020F0502020204030204" pitchFamily="34" charset="0"/>
                <a:cs typeface="Times New Roman" panose="02020603050405020304" pitchFamily="18" charset="0"/>
              </a:rPr>
              <a:t> </a:t>
            </a:r>
            <a:r>
              <a:rPr lang="en-IN" sz="1800" dirty="0" err="1">
                <a:effectLst/>
                <a:latin typeface="Nirmala UI" panose="020B0502040204020203" pitchFamily="34" charset="0"/>
                <a:ea typeface="Calibri" panose="020F0502020204030204" pitchFamily="34" charset="0"/>
                <a:cs typeface="Times New Roman" panose="02020603050405020304" pitchFamily="18" charset="0"/>
              </a:rPr>
              <a:t>डेअरी</a:t>
            </a:r>
            <a:r>
              <a:rPr lang="en-IN" sz="1800" dirty="0" err="1">
                <a:effectLst/>
                <a:latin typeface="Calibri" panose="020F0502020204030204" pitchFamily="34" charset="0"/>
                <a:ea typeface="Calibri" panose="020F0502020204030204" pitchFamily="34" charset="0"/>
                <a:cs typeface="Times New Roman" panose="02020603050405020304" pitchFamily="18" charset="0"/>
              </a:rPr>
              <a:t>-</a:t>
            </a:r>
            <a:r>
              <a:rPr lang="en-IN" sz="1800" dirty="0" err="1">
                <a:effectLst/>
                <a:latin typeface="Nirmala UI" panose="020B0502040204020203" pitchFamily="34" charset="0"/>
                <a:ea typeface="Calibri" panose="020F0502020204030204" pitchFamily="34" charset="0"/>
                <a:cs typeface="Times New Roman" panose="02020603050405020304" pitchFamily="18" charset="0"/>
              </a:rPr>
              <a:t>प्रकारची</a:t>
            </a:r>
            <a:r>
              <a:rPr lang="en-IN" sz="1800" dirty="0">
                <a:effectLst/>
                <a:latin typeface="Calibri" panose="020F0502020204030204" pitchFamily="34" charset="0"/>
                <a:ea typeface="Calibri" panose="020F0502020204030204" pitchFamily="34" charset="0"/>
                <a:cs typeface="Times New Roman" panose="02020603050405020304" pitchFamily="18" charset="0"/>
              </a:rPr>
              <a:t> </a:t>
            </a:r>
            <a:r>
              <a:rPr lang="en-IN" sz="1800" dirty="0" err="1">
                <a:effectLst/>
                <a:latin typeface="Nirmala UI" panose="020B0502040204020203" pitchFamily="34" charset="0"/>
                <a:ea typeface="Calibri" panose="020F0502020204030204" pitchFamily="34" charset="0"/>
                <a:cs typeface="Times New Roman" panose="02020603050405020304" pitchFamily="18" charset="0"/>
              </a:rPr>
              <a:t>जात</a:t>
            </a:r>
            <a:r>
              <a:rPr lang="en-IN" sz="1800" dirty="0">
                <a:effectLst/>
                <a:latin typeface="Calibri" panose="020F0502020204030204" pitchFamily="34" charset="0"/>
                <a:ea typeface="Calibri" panose="020F0502020204030204" pitchFamily="34" charset="0"/>
                <a:cs typeface="Times New Roman" panose="02020603050405020304" pitchFamily="18" charset="0"/>
              </a:rPr>
              <a:t> </a:t>
            </a:r>
            <a:r>
              <a:rPr lang="en-IN" sz="1800" dirty="0" err="1">
                <a:effectLst/>
                <a:latin typeface="Nirmala UI" panose="020B0502040204020203" pitchFamily="34" charset="0"/>
                <a:ea typeface="Calibri" panose="020F0502020204030204" pitchFamily="34" charset="0"/>
                <a:cs typeface="Times New Roman" panose="02020603050405020304" pitchFamily="18" charset="0"/>
              </a:rPr>
              <a:t>आहे</a:t>
            </a:r>
            <a:r>
              <a:rPr lang="en-IN" sz="1800" dirty="0">
                <a:effectLst/>
                <a:latin typeface="Calibri" panose="020F0502020204030204" pitchFamily="34" charset="0"/>
                <a:ea typeface="Calibri" panose="020F0502020204030204" pitchFamily="34" charset="0"/>
                <a:cs typeface="Times New Roman" panose="02020603050405020304" pitchFamily="18" charset="0"/>
              </a:rPr>
              <a:t> </a:t>
            </a:r>
            <a:r>
              <a:rPr lang="en-IN" sz="1800" dirty="0" err="1">
                <a:effectLst/>
                <a:latin typeface="Nirmala UI" panose="020B0502040204020203" pitchFamily="34" charset="0"/>
                <a:ea typeface="Calibri" panose="020F0502020204030204" pitchFamily="34" charset="0"/>
                <a:cs typeface="Times New Roman" panose="02020603050405020304" pitchFamily="18" charset="0"/>
              </a:rPr>
              <a:t>जी</a:t>
            </a:r>
            <a:r>
              <a:rPr lang="en-IN" sz="1800" dirty="0">
                <a:effectLst/>
                <a:latin typeface="Calibri" panose="020F0502020204030204" pitchFamily="34" charset="0"/>
                <a:ea typeface="Calibri" panose="020F0502020204030204" pitchFamily="34" charset="0"/>
                <a:cs typeface="Times New Roman" panose="02020603050405020304" pitchFamily="18" charset="0"/>
              </a:rPr>
              <a:t> </a:t>
            </a:r>
            <a:r>
              <a:rPr lang="en-IN" sz="1800" dirty="0" err="1">
                <a:effectLst/>
                <a:latin typeface="Nirmala UI" panose="020B0502040204020203" pitchFamily="34" charset="0"/>
                <a:ea typeface="Calibri" panose="020F0502020204030204" pitchFamily="34" charset="0"/>
                <a:cs typeface="Times New Roman" panose="02020603050405020304" pitchFamily="18" charset="0"/>
              </a:rPr>
              <a:t>ब्रिटीश</a:t>
            </a:r>
            <a:r>
              <a:rPr lang="en-IN" sz="1800" dirty="0">
                <a:effectLst/>
                <a:latin typeface="Calibri" panose="020F0502020204030204" pitchFamily="34" charset="0"/>
                <a:ea typeface="Calibri" panose="020F0502020204030204" pitchFamily="34" charset="0"/>
                <a:cs typeface="Times New Roman" panose="02020603050405020304" pitchFamily="18" charset="0"/>
              </a:rPr>
              <a:t> </a:t>
            </a:r>
            <a:r>
              <a:rPr lang="en-IN" sz="1800" dirty="0" err="1">
                <a:effectLst/>
                <a:latin typeface="Nirmala UI" panose="020B0502040204020203" pitchFamily="34" charset="0"/>
                <a:ea typeface="Calibri" panose="020F0502020204030204" pitchFamily="34" charset="0"/>
                <a:cs typeface="Times New Roman" panose="02020603050405020304" pitchFamily="18" charset="0"/>
              </a:rPr>
              <a:t>सोमाली</a:t>
            </a:r>
            <a:r>
              <a:rPr lang="en-IN" sz="1800" dirty="0">
                <a:effectLst/>
                <a:latin typeface="Calibri" panose="020F0502020204030204" pitchFamily="34" charset="0"/>
                <a:ea typeface="Calibri" panose="020F0502020204030204" pitchFamily="34" charset="0"/>
                <a:cs typeface="Times New Roman" panose="02020603050405020304" pitchFamily="18" charset="0"/>
              </a:rPr>
              <a:t> </a:t>
            </a:r>
            <a:r>
              <a:rPr lang="en-IN" sz="1800" dirty="0" err="1">
                <a:effectLst/>
                <a:latin typeface="Nirmala UI" panose="020B0502040204020203" pitchFamily="34" charset="0"/>
                <a:ea typeface="Calibri" panose="020F0502020204030204" pitchFamily="34" charset="0"/>
                <a:cs typeface="Times New Roman" panose="02020603050405020304" pitchFamily="18" charset="0"/>
              </a:rPr>
              <a:t>भूमी</a:t>
            </a:r>
            <a:r>
              <a:rPr lang="en-IN" sz="1800" dirty="0">
                <a:effectLst/>
                <a:latin typeface="Calibri" panose="020F0502020204030204" pitchFamily="34" charset="0"/>
                <a:ea typeface="Calibri" panose="020F0502020204030204" pitchFamily="34" charset="0"/>
                <a:cs typeface="Times New Roman" panose="02020603050405020304" pitchFamily="18" charset="0"/>
              </a:rPr>
              <a:t> </a:t>
            </a:r>
            <a:r>
              <a:rPr lang="en-IN" sz="1800" dirty="0">
                <a:effectLst/>
                <a:latin typeface="Nirmala UI" panose="020B0502040204020203" pitchFamily="34" charset="0"/>
                <a:ea typeface="Calibri" panose="020F0502020204030204" pitchFamily="34" charset="0"/>
                <a:cs typeface="Times New Roman" panose="02020603050405020304" pitchFamily="18" charset="0"/>
              </a:rPr>
              <a:t>आणि</a:t>
            </a:r>
            <a:r>
              <a:rPr lang="en-IN" sz="1800" dirty="0">
                <a:effectLst/>
                <a:latin typeface="Calibri" panose="020F0502020204030204" pitchFamily="34" charset="0"/>
                <a:ea typeface="Calibri" panose="020F0502020204030204" pitchFamily="34" charset="0"/>
                <a:cs typeface="Times New Roman" panose="02020603050405020304" pitchFamily="18" charset="0"/>
              </a:rPr>
              <a:t> </a:t>
            </a:r>
            <a:r>
              <a:rPr lang="en-IN" sz="1800" dirty="0" err="1">
                <a:effectLst/>
                <a:latin typeface="Nirmala UI" panose="020B0502040204020203" pitchFamily="34" charset="0"/>
                <a:ea typeface="Calibri" panose="020F0502020204030204" pitchFamily="34" charset="0"/>
                <a:cs typeface="Times New Roman" panose="02020603050405020304" pitchFamily="18" charset="0"/>
              </a:rPr>
              <a:t>यूपीमध्ये</a:t>
            </a:r>
            <a:r>
              <a:rPr lang="en-IN" sz="1800" dirty="0">
                <a:effectLst/>
                <a:latin typeface="Calibri" panose="020F0502020204030204" pitchFamily="34" charset="0"/>
                <a:ea typeface="Calibri" panose="020F0502020204030204" pitchFamily="34" charset="0"/>
                <a:cs typeface="Times New Roman" panose="02020603050405020304" pitchFamily="18" charset="0"/>
              </a:rPr>
              <a:t> </a:t>
            </a:r>
            <a:r>
              <a:rPr lang="en-IN" sz="1800" dirty="0" err="1">
                <a:effectLst/>
                <a:latin typeface="Nirmala UI" panose="020B0502040204020203" pitchFamily="34" charset="0"/>
                <a:ea typeface="Calibri" panose="020F0502020204030204" pitchFamily="34" charset="0"/>
                <a:cs typeface="Times New Roman" panose="02020603050405020304" pitchFamily="18" charset="0"/>
              </a:rPr>
              <a:t>उद्भवली</a:t>
            </a:r>
            <a:r>
              <a:rPr lang="en-IN" sz="1800" dirty="0">
                <a:effectLst/>
                <a:latin typeface="Calibri" panose="020F0502020204030204" pitchFamily="34" charset="0"/>
                <a:ea typeface="Calibri" panose="020F0502020204030204" pitchFamily="34" charset="0"/>
                <a:cs typeface="Times New Roman" panose="02020603050405020304" pitchFamily="18" charset="0"/>
              </a:rPr>
              <a:t> </a:t>
            </a:r>
            <a:r>
              <a:rPr lang="en-IN" sz="1800" dirty="0" err="1">
                <a:effectLst/>
                <a:latin typeface="Nirmala UI" panose="020B0502040204020203" pitchFamily="34" charset="0"/>
                <a:ea typeface="Calibri" panose="020F0502020204030204" pitchFamily="34" charset="0"/>
                <a:cs typeface="Times New Roman" panose="02020603050405020304" pitchFamily="18" charset="0"/>
              </a:rPr>
              <a:t>आहे</a:t>
            </a:r>
            <a:r>
              <a:rPr lang="en-IN" sz="1800" dirty="0">
                <a:effectLst/>
                <a:latin typeface="Calibri" panose="020F0502020204030204" pitchFamily="34" charset="0"/>
                <a:ea typeface="Calibri" panose="020F0502020204030204" pitchFamily="34" charset="0"/>
                <a:cs typeface="Times New Roman" panose="02020603050405020304" pitchFamily="18" charset="0"/>
              </a:rPr>
              <a:t>. </a:t>
            </a:r>
            <a:r>
              <a:rPr lang="en-IN" sz="1800" dirty="0" err="1">
                <a:effectLst/>
                <a:latin typeface="Nirmala UI" panose="020B0502040204020203" pitchFamily="34" charset="0"/>
                <a:ea typeface="Calibri" panose="020F0502020204030204" pitchFamily="34" charset="0"/>
                <a:cs typeface="Times New Roman" panose="02020603050405020304" pitchFamily="18" charset="0"/>
              </a:rPr>
              <a:t>बारबरी</a:t>
            </a:r>
            <a:r>
              <a:rPr lang="en-IN" sz="1800" dirty="0">
                <a:effectLst/>
                <a:latin typeface="Calibri" panose="020F0502020204030204" pitchFamily="34" charset="0"/>
                <a:ea typeface="Calibri" panose="020F0502020204030204" pitchFamily="34" charset="0"/>
                <a:cs typeface="Times New Roman" panose="02020603050405020304" pitchFamily="18" charset="0"/>
              </a:rPr>
              <a:t> </a:t>
            </a:r>
            <a:r>
              <a:rPr lang="en-IN" sz="1800" dirty="0">
                <a:effectLst/>
                <a:latin typeface="Nirmala UI" panose="020B0502040204020203" pitchFamily="34" charset="0"/>
                <a:ea typeface="Calibri" panose="020F0502020204030204" pitchFamily="34" charset="0"/>
                <a:cs typeface="Times New Roman" panose="02020603050405020304" pitchFamily="18" charset="0"/>
              </a:rPr>
              <a:t>ही</a:t>
            </a:r>
            <a:r>
              <a:rPr lang="en-IN" sz="1800" dirty="0">
                <a:effectLst/>
                <a:latin typeface="Calibri" panose="020F0502020204030204" pitchFamily="34" charset="0"/>
                <a:ea typeface="Calibri" panose="020F0502020204030204" pitchFamily="34" charset="0"/>
                <a:cs typeface="Times New Roman" panose="02020603050405020304" pitchFamily="18" charset="0"/>
              </a:rPr>
              <a:t> </a:t>
            </a:r>
            <a:r>
              <a:rPr lang="en-IN" sz="1800" dirty="0" err="1">
                <a:effectLst/>
                <a:latin typeface="Nirmala UI" panose="020B0502040204020203" pitchFamily="34" charset="0"/>
                <a:ea typeface="Calibri" panose="020F0502020204030204" pitchFamily="34" charset="0"/>
                <a:cs typeface="Times New Roman" panose="02020603050405020304" pitchFamily="18" charset="0"/>
              </a:rPr>
              <a:t>भारतातील</a:t>
            </a:r>
            <a:r>
              <a:rPr lang="en-IN" sz="1800" dirty="0">
                <a:effectLst/>
                <a:latin typeface="Calibri" panose="020F0502020204030204" pitchFamily="34" charset="0"/>
                <a:ea typeface="Calibri" panose="020F0502020204030204" pitchFamily="34" charset="0"/>
                <a:cs typeface="Times New Roman" panose="02020603050405020304" pitchFamily="18" charset="0"/>
              </a:rPr>
              <a:t> </a:t>
            </a:r>
            <a:r>
              <a:rPr lang="en-IN" sz="1800" dirty="0" err="1">
                <a:effectLst/>
                <a:latin typeface="Nirmala UI" panose="020B0502040204020203" pitchFamily="34" charset="0"/>
                <a:ea typeface="Calibri" panose="020F0502020204030204" pitchFamily="34" charset="0"/>
                <a:cs typeface="Times New Roman" panose="02020603050405020304" pitchFamily="18" charset="0"/>
              </a:rPr>
              <a:t>सर्वात</a:t>
            </a:r>
            <a:r>
              <a:rPr lang="en-IN" sz="1800" dirty="0">
                <a:effectLst/>
                <a:latin typeface="Calibri" panose="020F0502020204030204" pitchFamily="34" charset="0"/>
                <a:ea typeface="Calibri" panose="020F0502020204030204" pitchFamily="34" charset="0"/>
                <a:cs typeface="Times New Roman" panose="02020603050405020304" pitchFamily="18" charset="0"/>
              </a:rPr>
              <a:t> </a:t>
            </a:r>
            <a:r>
              <a:rPr lang="en-IN" sz="1800" dirty="0">
                <a:effectLst/>
                <a:latin typeface="Nirmala UI" panose="020B0502040204020203" pitchFamily="34" charset="0"/>
                <a:ea typeface="Calibri" panose="020F0502020204030204" pitchFamily="34" charset="0"/>
                <a:cs typeface="Times New Roman" panose="02020603050405020304" pitchFamily="18" charset="0"/>
              </a:rPr>
              <a:t>लहान</a:t>
            </a:r>
            <a:r>
              <a:rPr lang="en-IN" sz="1800" dirty="0">
                <a:effectLst/>
                <a:latin typeface="Calibri" panose="020F0502020204030204" pitchFamily="34" charset="0"/>
                <a:ea typeface="Calibri" panose="020F0502020204030204" pitchFamily="34" charset="0"/>
                <a:cs typeface="Times New Roman" panose="02020603050405020304" pitchFamily="18" charset="0"/>
              </a:rPr>
              <a:t> </a:t>
            </a:r>
            <a:r>
              <a:rPr lang="en-IN" sz="1800" dirty="0" err="1">
                <a:effectLst/>
                <a:latin typeface="Nirmala UI" panose="020B0502040204020203" pitchFamily="34" charset="0"/>
                <a:ea typeface="Calibri" panose="020F0502020204030204" pitchFamily="34" charset="0"/>
                <a:cs typeface="Times New Roman" panose="02020603050405020304" pitchFamily="18" charset="0"/>
              </a:rPr>
              <a:t>शेळीची</a:t>
            </a:r>
            <a:r>
              <a:rPr lang="en-IN" sz="1800" dirty="0">
                <a:effectLst/>
                <a:latin typeface="Calibri" panose="020F0502020204030204" pitchFamily="34" charset="0"/>
                <a:ea typeface="Calibri" panose="020F0502020204030204" pitchFamily="34" charset="0"/>
                <a:cs typeface="Times New Roman" panose="02020603050405020304" pitchFamily="18" charset="0"/>
              </a:rPr>
              <a:t> </a:t>
            </a:r>
            <a:r>
              <a:rPr lang="en-IN" sz="1800" dirty="0" err="1">
                <a:effectLst/>
                <a:latin typeface="Nirmala UI" panose="020B0502040204020203" pitchFamily="34" charset="0"/>
                <a:ea typeface="Calibri" panose="020F0502020204030204" pitchFamily="34" charset="0"/>
                <a:cs typeface="Times New Roman" panose="02020603050405020304" pitchFamily="18" charset="0"/>
              </a:rPr>
              <a:t>जात</a:t>
            </a:r>
            <a:r>
              <a:rPr lang="en-IN" sz="1800" dirty="0">
                <a:effectLst/>
                <a:latin typeface="Calibri" panose="020F0502020204030204" pitchFamily="34" charset="0"/>
                <a:ea typeface="Calibri" panose="020F0502020204030204" pitchFamily="34" charset="0"/>
                <a:cs typeface="Times New Roman" panose="02020603050405020304" pitchFamily="18" charset="0"/>
              </a:rPr>
              <a:t> </a:t>
            </a:r>
            <a:r>
              <a:rPr lang="en-IN" sz="1800" dirty="0" err="1">
                <a:effectLst/>
                <a:latin typeface="Nirmala UI" panose="020B0502040204020203" pitchFamily="34" charset="0"/>
                <a:ea typeface="Calibri" panose="020F0502020204030204" pitchFamily="34" charset="0"/>
                <a:cs typeface="Times New Roman" panose="02020603050405020304" pitchFamily="18" charset="0"/>
              </a:rPr>
              <a:t>आहे</a:t>
            </a:r>
            <a:r>
              <a:rPr lang="en-IN" sz="1800" dirty="0">
                <a:effectLst/>
                <a:latin typeface="Calibri" panose="020F0502020204030204" pitchFamily="34" charset="0"/>
                <a:ea typeface="Calibri" panose="020F0502020204030204" pitchFamily="34" charset="0"/>
                <a:cs typeface="Times New Roman" panose="02020603050405020304" pitchFamily="18" charset="0"/>
              </a:rPr>
              <a:t>. </a:t>
            </a:r>
          </a:p>
          <a:p>
            <a:pPr marL="285750" indent="-285750">
              <a:lnSpc>
                <a:spcPct val="107000"/>
              </a:lnSpc>
              <a:spcAft>
                <a:spcPts val="800"/>
              </a:spcAft>
              <a:buFont typeface="Arial" panose="020B0604020202020204" pitchFamily="34" charset="0"/>
              <a:buChar char="•"/>
            </a:pPr>
            <a:r>
              <a:rPr lang="en-IN" sz="1800" dirty="0">
                <a:effectLst/>
                <a:latin typeface="Nirmala UI" panose="020B0502040204020203" pitchFamily="34" charset="0"/>
                <a:ea typeface="Calibri" panose="020F0502020204030204" pitchFamily="34" charset="0"/>
                <a:cs typeface="Times New Roman" panose="02020603050405020304" pitchFamily="18" charset="0"/>
              </a:rPr>
              <a:t>या</a:t>
            </a:r>
            <a:r>
              <a:rPr lang="en-IN" sz="1800" dirty="0">
                <a:effectLst/>
                <a:latin typeface="Calibri" panose="020F0502020204030204" pitchFamily="34" charset="0"/>
                <a:ea typeface="Calibri" panose="020F0502020204030204" pitchFamily="34" charset="0"/>
                <a:cs typeface="Times New Roman" panose="02020603050405020304" pitchFamily="18" charset="0"/>
              </a:rPr>
              <a:t> </a:t>
            </a:r>
            <a:r>
              <a:rPr lang="en-IN" sz="1800" dirty="0">
                <a:effectLst/>
                <a:latin typeface="Nirmala UI" panose="020B0502040204020203" pitchFamily="34" charset="0"/>
                <a:ea typeface="Calibri" panose="020F0502020204030204" pitchFamily="34" charset="0"/>
                <a:cs typeface="Times New Roman" panose="02020603050405020304" pitchFamily="18" charset="0"/>
              </a:rPr>
              <a:t>शेळ्या</a:t>
            </a:r>
            <a:r>
              <a:rPr lang="en-IN" sz="1800" dirty="0">
                <a:effectLst/>
                <a:latin typeface="Calibri" panose="020F0502020204030204" pitchFamily="34" charset="0"/>
                <a:ea typeface="Calibri" panose="020F0502020204030204" pitchFamily="34" charset="0"/>
                <a:cs typeface="Times New Roman" panose="02020603050405020304" pitchFamily="18" charset="0"/>
              </a:rPr>
              <a:t> </a:t>
            </a:r>
            <a:r>
              <a:rPr lang="en-IN" sz="1800" dirty="0" err="1">
                <a:effectLst/>
                <a:latin typeface="Nirmala UI" panose="020B0502040204020203" pitchFamily="34" charset="0"/>
                <a:ea typeface="Calibri" panose="020F0502020204030204" pitchFamily="34" charset="0"/>
                <a:cs typeface="Times New Roman" panose="02020603050405020304" pitchFamily="18" charset="0"/>
              </a:rPr>
              <a:t>रंगात</a:t>
            </a:r>
            <a:r>
              <a:rPr lang="en-IN" sz="1800" dirty="0">
                <a:effectLst/>
                <a:latin typeface="Calibri" panose="020F0502020204030204" pitchFamily="34" charset="0"/>
                <a:ea typeface="Calibri" panose="020F0502020204030204" pitchFamily="34" charset="0"/>
                <a:cs typeface="Times New Roman" panose="02020603050405020304" pitchFamily="18" charset="0"/>
              </a:rPr>
              <a:t> </a:t>
            </a:r>
            <a:r>
              <a:rPr lang="en-IN" sz="1800" dirty="0" err="1">
                <a:effectLst/>
                <a:latin typeface="Nirmala UI" panose="020B0502040204020203" pitchFamily="34" charset="0"/>
                <a:ea typeface="Calibri" panose="020F0502020204030204" pitchFamily="34" charset="0"/>
                <a:cs typeface="Times New Roman" panose="02020603050405020304" pitchFamily="18" charset="0"/>
              </a:rPr>
              <a:t>मोठ्या</a:t>
            </a:r>
            <a:r>
              <a:rPr lang="en-IN" sz="1800" dirty="0">
                <a:effectLst/>
                <a:latin typeface="Calibri" panose="020F0502020204030204" pitchFamily="34" charset="0"/>
                <a:ea typeface="Calibri" panose="020F0502020204030204" pitchFamily="34" charset="0"/>
                <a:cs typeface="Times New Roman" panose="02020603050405020304" pitchFamily="18" charset="0"/>
              </a:rPr>
              <a:t> </a:t>
            </a:r>
            <a:r>
              <a:rPr lang="en-IN" sz="1800" dirty="0">
                <a:effectLst/>
                <a:latin typeface="Nirmala UI" panose="020B0502040204020203" pitchFamily="34" charset="0"/>
                <a:ea typeface="Calibri" panose="020F0502020204030204" pitchFamily="34" charset="0"/>
                <a:cs typeface="Times New Roman" panose="02020603050405020304" pitchFamily="18" charset="0"/>
              </a:rPr>
              <a:t>प्रमाणात</a:t>
            </a:r>
            <a:r>
              <a:rPr lang="en-IN" sz="1800" dirty="0">
                <a:effectLst/>
                <a:latin typeface="Calibri" panose="020F0502020204030204" pitchFamily="34" charset="0"/>
                <a:ea typeface="Calibri" panose="020F0502020204030204" pitchFamily="34" charset="0"/>
                <a:cs typeface="Times New Roman" panose="02020603050405020304" pitchFamily="18" charset="0"/>
              </a:rPr>
              <a:t> </a:t>
            </a:r>
            <a:r>
              <a:rPr lang="en-IN" sz="1800" dirty="0" err="1">
                <a:effectLst/>
                <a:latin typeface="Nirmala UI" panose="020B0502040204020203" pitchFamily="34" charset="0"/>
                <a:ea typeface="Calibri" panose="020F0502020204030204" pitchFamily="34" charset="0"/>
                <a:cs typeface="Times New Roman" panose="02020603050405020304" pitchFamily="18" charset="0"/>
              </a:rPr>
              <a:t>भिन्न</a:t>
            </a:r>
            <a:r>
              <a:rPr lang="en-IN" sz="1800" dirty="0">
                <a:effectLst/>
                <a:latin typeface="Calibri" panose="020F0502020204030204" pitchFamily="34" charset="0"/>
                <a:ea typeface="Calibri" panose="020F0502020204030204" pitchFamily="34" charset="0"/>
                <a:cs typeface="Times New Roman" panose="02020603050405020304" pitchFamily="18" charset="0"/>
              </a:rPr>
              <a:t> </a:t>
            </a:r>
            <a:r>
              <a:rPr lang="en-IN" sz="1800" dirty="0">
                <a:effectLst/>
                <a:latin typeface="Nirmala UI" panose="020B0502040204020203" pitchFamily="34" charset="0"/>
                <a:ea typeface="Calibri" panose="020F0502020204030204" pitchFamily="34" charset="0"/>
                <a:cs typeface="Times New Roman" panose="02020603050405020304" pitchFamily="18" charset="0"/>
              </a:rPr>
              <a:t>असतात</a:t>
            </a:r>
            <a:r>
              <a:rPr lang="en-IN" sz="1800" dirty="0">
                <a:effectLst/>
                <a:latin typeface="Calibri" panose="020F0502020204030204" pitchFamily="34" charset="0"/>
                <a:ea typeface="Calibri" panose="020F0502020204030204" pitchFamily="34" charset="0"/>
                <a:cs typeface="Times New Roman" panose="02020603050405020304" pitchFamily="18" charset="0"/>
              </a:rPr>
              <a:t>, </a:t>
            </a:r>
            <a:r>
              <a:rPr lang="en-IN" sz="1800" dirty="0" err="1">
                <a:effectLst/>
                <a:latin typeface="Nirmala UI" panose="020B0502040204020203" pitchFamily="34" charset="0"/>
                <a:ea typeface="Calibri" panose="020F0502020204030204" pitchFamily="34" charset="0"/>
                <a:cs typeface="Times New Roman" panose="02020603050405020304" pitchFamily="18" charset="0"/>
              </a:rPr>
              <a:t>पांढरे</a:t>
            </a:r>
            <a:r>
              <a:rPr lang="en-IN" sz="1800" dirty="0">
                <a:effectLst/>
                <a:latin typeface="Calibri" panose="020F0502020204030204" pitchFamily="34" charset="0"/>
                <a:ea typeface="Calibri" panose="020F0502020204030204" pitchFamily="34" charset="0"/>
                <a:cs typeface="Times New Roman" panose="02020603050405020304" pitchFamily="18" charset="0"/>
              </a:rPr>
              <a:t> </a:t>
            </a:r>
            <a:r>
              <a:rPr lang="en-IN" sz="1800" dirty="0">
                <a:effectLst/>
                <a:latin typeface="Nirmala UI" panose="020B0502040204020203" pitchFamily="34" charset="0"/>
                <a:ea typeface="Calibri" panose="020F0502020204030204" pitchFamily="34" charset="0"/>
                <a:cs typeface="Times New Roman" panose="02020603050405020304" pitchFamily="18" charset="0"/>
              </a:rPr>
              <a:t>आणि</a:t>
            </a:r>
            <a:r>
              <a:rPr lang="en-IN" sz="1800" dirty="0">
                <a:effectLst/>
                <a:latin typeface="Calibri" panose="020F0502020204030204" pitchFamily="34" charset="0"/>
                <a:ea typeface="Calibri" panose="020F0502020204030204" pitchFamily="34" charset="0"/>
                <a:cs typeface="Times New Roman" panose="02020603050405020304" pitchFamily="18" charset="0"/>
              </a:rPr>
              <a:t> </a:t>
            </a:r>
            <a:r>
              <a:rPr lang="en-IN" sz="1800" dirty="0" err="1">
                <a:effectLst/>
                <a:latin typeface="Nirmala UI" panose="020B0502040204020203" pitchFamily="34" charset="0"/>
                <a:ea typeface="Calibri" panose="020F0502020204030204" pitchFamily="34" charset="0"/>
                <a:cs typeface="Times New Roman" panose="02020603050405020304" pitchFamily="18" charset="0"/>
              </a:rPr>
              <a:t>लाल</a:t>
            </a:r>
            <a:r>
              <a:rPr lang="en-IN" sz="1800" dirty="0">
                <a:effectLst/>
                <a:latin typeface="Calibri" panose="020F0502020204030204" pitchFamily="34" charset="0"/>
                <a:ea typeface="Calibri" panose="020F0502020204030204" pitchFamily="34" charset="0"/>
                <a:cs typeface="Times New Roman" panose="02020603050405020304" pitchFamily="18" charset="0"/>
              </a:rPr>
              <a:t> </a:t>
            </a:r>
            <a:r>
              <a:rPr lang="en-IN" sz="1800" dirty="0">
                <a:effectLst/>
                <a:latin typeface="Nirmala UI" panose="020B0502040204020203" pitchFamily="34" charset="0"/>
                <a:ea typeface="Calibri" panose="020F0502020204030204" pitchFamily="34" charset="0"/>
                <a:cs typeface="Times New Roman" panose="02020603050405020304" pitchFamily="18" charset="0"/>
              </a:rPr>
              <a:t>आणि</a:t>
            </a:r>
            <a:r>
              <a:rPr lang="en-IN" sz="1800" dirty="0">
                <a:effectLst/>
                <a:latin typeface="Calibri" panose="020F0502020204030204" pitchFamily="34" charset="0"/>
                <a:ea typeface="Calibri" panose="020F0502020204030204" pitchFamily="34" charset="0"/>
                <a:cs typeface="Times New Roman" panose="02020603050405020304" pitchFamily="18" charset="0"/>
              </a:rPr>
              <a:t> </a:t>
            </a:r>
            <a:r>
              <a:rPr lang="en-IN" sz="1800" dirty="0" err="1">
                <a:effectLst/>
                <a:latin typeface="Nirmala UI" panose="020B0502040204020203" pitchFamily="34" charset="0"/>
                <a:ea typeface="Calibri" panose="020F0502020204030204" pitchFamily="34" charset="0"/>
                <a:cs typeface="Times New Roman" panose="02020603050405020304" pitchFamily="18" charset="0"/>
              </a:rPr>
              <a:t>टॅन</a:t>
            </a:r>
            <a:r>
              <a:rPr lang="en-IN" sz="1800" dirty="0">
                <a:effectLst/>
                <a:latin typeface="Calibri" panose="020F0502020204030204" pitchFamily="34" charset="0"/>
                <a:ea typeface="Calibri" panose="020F0502020204030204" pitchFamily="34" charset="0"/>
                <a:cs typeface="Times New Roman" panose="02020603050405020304" pitchFamily="18" charset="0"/>
              </a:rPr>
              <a:t> </a:t>
            </a:r>
            <a:r>
              <a:rPr lang="en-IN" sz="1800" dirty="0" err="1">
                <a:effectLst/>
                <a:latin typeface="Nirmala UI" panose="020B0502040204020203" pitchFamily="34" charset="0"/>
                <a:ea typeface="Calibri" panose="020F0502020204030204" pitchFamily="34" charset="0"/>
                <a:cs typeface="Times New Roman" panose="02020603050405020304" pitchFamily="18" charset="0"/>
              </a:rPr>
              <a:t>स्पॉट्स</a:t>
            </a:r>
            <a:r>
              <a:rPr lang="en-IN" sz="1800" dirty="0">
                <a:effectLst/>
                <a:latin typeface="Calibri" panose="020F0502020204030204" pitchFamily="34" charset="0"/>
                <a:ea typeface="Calibri" panose="020F0502020204030204" pitchFamily="34" charset="0"/>
                <a:cs typeface="Times New Roman" panose="02020603050405020304" pitchFamily="18" charset="0"/>
              </a:rPr>
              <a:t> </a:t>
            </a:r>
            <a:r>
              <a:rPr lang="en-IN" sz="1800" dirty="0" err="1">
                <a:effectLst/>
                <a:latin typeface="Nirmala UI" panose="020B0502040204020203" pitchFamily="34" charset="0"/>
                <a:ea typeface="Calibri" panose="020F0502020204030204" pitchFamily="34" charset="0"/>
                <a:cs typeface="Times New Roman" panose="02020603050405020304" pitchFamily="18" charset="0"/>
              </a:rPr>
              <a:t>सामान्य</a:t>
            </a:r>
            <a:r>
              <a:rPr lang="en-IN" sz="1800" dirty="0">
                <a:effectLst/>
                <a:latin typeface="Calibri" panose="020F0502020204030204" pitchFamily="34" charset="0"/>
                <a:ea typeface="Calibri" panose="020F0502020204030204" pitchFamily="34" charset="0"/>
                <a:cs typeface="Times New Roman" panose="02020603050405020304" pitchFamily="18" charset="0"/>
              </a:rPr>
              <a:t> </a:t>
            </a:r>
            <a:r>
              <a:rPr lang="en-IN" sz="1800" dirty="0">
                <a:effectLst/>
                <a:latin typeface="Nirmala UI" panose="020B0502040204020203" pitchFamily="34" charset="0"/>
                <a:ea typeface="Calibri" panose="020F0502020204030204" pitchFamily="34" charset="0"/>
                <a:cs typeface="Times New Roman" panose="02020603050405020304" pitchFamily="18" charset="0"/>
              </a:rPr>
              <a:t>असतात</a:t>
            </a:r>
            <a:r>
              <a:rPr lang="en-IN" sz="1800" dirty="0">
                <a:effectLst/>
                <a:latin typeface="Calibri" panose="020F0502020204030204" pitchFamily="34" charset="0"/>
                <a:ea typeface="Calibri" panose="020F0502020204030204" pitchFamily="34" charset="0"/>
                <a:cs typeface="Times New Roman" panose="02020603050405020304" pitchFamily="18" charset="0"/>
              </a:rPr>
              <a:t>. </a:t>
            </a:r>
            <a:r>
              <a:rPr lang="en-IN" sz="1800" dirty="0" err="1">
                <a:effectLst/>
                <a:latin typeface="Nirmala UI" panose="020B0502040204020203" pitchFamily="34" charset="0"/>
                <a:ea typeface="Calibri" panose="020F0502020204030204" pitchFamily="34" charset="0"/>
                <a:cs typeface="Times New Roman" panose="02020603050405020304" pitchFamily="18" charset="0"/>
              </a:rPr>
              <a:t>शिंगे</a:t>
            </a:r>
            <a:r>
              <a:rPr lang="en-IN" sz="1800" dirty="0">
                <a:effectLst/>
                <a:latin typeface="Calibri" panose="020F0502020204030204" pitchFamily="34" charset="0"/>
                <a:ea typeface="Calibri" panose="020F0502020204030204" pitchFamily="34" charset="0"/>
                <a:cs typeface="Times New Roman" panose="02020603050405020304" pitchFamily="18" charset="0"/>
              </a:rPr>
              <a:t> </a:t>
            </a:r>
            <a:r>
              <a:rPr lang="en-IN" sz="1800" dirty="0" err="1">
                <a:effectLst/>
                <a:latin typeface="Nirmala UI" panose="020B0502040204020203" pitchFamily="34" charset="0"/>
                <a:ea typeface="Calibri" panose="020F0502020204030204" pitchFamily="34" charset="0"/>
                <a:cs typeface="Times New Roman" panose="02020603050405020304" pitchFamily="18" charset="0"/>
              </a:rPr>
              <a:t>वळलेली</a:t>
            </a:r>
            <a:r>
              <a:rPr lang="en-IN" sz="1800" dirty="0">
                <a:effectLst/>
                <a:latin typeface="Calibri" panose="020F0502020204030204" pitchFamily="34" charset="0"/>
                <a:ea typeface="Calibri" panose="020F0502020204030204" pitchFamily="34" charset="0"/>
                <a:cs typeface="Times New Roman" panose="02020603050405020304" pitchFamily="18" charset="0"/>
              </a:rPr>
              <a:t> </a:t>
            </a:r>
            <a:r>
              <a:rPr lang="en-IN" sz="1800" dirty="0">
                <a:effectLst/>
                <a:latin typeface="Nirmala UI" panose="020B0502040204020203" pitchFamily="34" charset="0"/>
                <a:ea typeface="Calibri" panose="020F0502020204030204" pitchFamily="34" charset="0"/>
                <a:cs typeface="Times New Roman" panose="02020603050405020304" pitchFamily="18" charset="0"/>
              </a:rPr>
              <a:t>आहेत</a:t>
            </a:r>
            <a:r>
              <a:rPr lang="en-IN" sz="1800" dirty="0">
                <a:effectLst/>
                <a:latin typeface="Calibri" panose="020F0502020204030204" pitchFamily="34" charset="0"/>
                <a:ea typeface="Calibri" panose="020F0502020204030204" pitchFamily="34" charset="0"/>
                <a:cs typeface="Times New Roman" panose="02020603050405020304" pitchFamily="18" charset="0"/>
              </a:rPr>
              <a:t>. </a:t>
            </a:r>
            <a:r>
              <a:rPr lang="en-IN" sz="1800" dirty="0" err="1">
                <a:effectLst/>
                <a:latin typeface="Nirmala UI" panose="020B0502040204020203" pitchFamily="34" charset="0"/>
                <a:ea typeface="Calibri" panose="020F0502020204030204" pitchFamily="34" charset="0"/>
                <a:cs typeface="Times New Roman" panose="02020603050405020304" pitchFamily="18" charset="0"/>
              </a:rPr>
              <a:t>बोकडाचे</a:t>
            </a:r>
            <a:r>
              <a:rPr lang="en-IN" sz="1800" dirty="0">
                <a:effectLst/>
                <a:latin typeface="Calibri" panose="020F0502020204030204" pitchFamily="34" charset="0"/>
                <a:ea typeface="Calibri" panose="020F0502020204030204" pitchFamily="34" charset="0"/>
                <a:cs typeface="Times New Roman" panose="02020603050405020304" pitchFamily="18" charset="0"/>
              </a:rPr>
              <a:t> </a:t>
            </a:r>
            <a:r>
              <a:rPr lang="en-IN" sz="1800" dirty="0">
                <a:effectLst/>
                <a:latin typeface="Nirmala UI" panose="020B0502040204020203" pitchFamily="34" charset="0"/>
                <a:ea typeface="Calibri" panose="020F0502020204030204" pitchFamily="34" charset="0"/>
                <a:cs typeface="Times New Roman" panose="02020603050405020304" pitchFamily="18" charset="0"/>
              </a:rPr>
              <a:t>वजन</a:t>
            </a:r>
            <a:r>
              <a:rPr lang="en-IN" sz="1800" dirty="0">
                <a:effectLst/>
                <a:latin typeface="Calibri" panose="020F0502020204030204" pitchFamily="34" charset="0"/>
                <a:ea typeface="Calibri" panose="020F0502020204030204" pitchFamily="34" charset="0"/>
                <a:cs typeface="Times New Roman" panose="02020603050405020304" pitchFamily="18" charset="0"/>
              </a:rPr>
              <a:t> 35 </a:t>
            </a:r>
            <a:r>
              <a:rPr lang="en-IN" sz="1800" dirty="0">
                <a:effectLst/>
                <a:latin typeface="Nirmala UI" panose="020B0502040204020203" pitchFamily="34" charset="0"/>
                <a:ea typeface="Calibri" panose="020F0502020204030204" pitchFamily="34" charset="0"/>
                <a:cs typeface="Times New Roman" panose="02020603050405020304" pitchFamily="18" charset="0"/>
              </a:rPr>
              <a:t>ते</a:t>
            </a:r>
            <a:r>
              <a:rPr lang="en-IN" sz="1800" dirty="0">
                <a:effectLst/>
                <a:latin typeface="Calibri" panose="020F0502020204030204" pitchFamily="34" charset="0"/>
                <a:ea typeface="Calibri" panose="020F0502020204030204" pitchFamily="34" charset="0"/>
                <a:cs typeface="Times New Roman" panose="02020603050405020304" pitchFamily="18" charset="0"/>
              </a:rPr>
              <a:t> 45 </a:t>
            </a:r>
            <a:r>
              <a:rPr lang="en-IN" sz="1800" dirty="0" err="1">
                <a:effectLst/>
                <a:latin typeface="Nirmala UI" panose="020B0502040204020203" pitchFamily="34" charset="0"/>
                <a:ea typeface="Calibri" panose="020F0502020204030204" pitchFamily="34" charset="0"/>
                <a:cs typeface="Times New Roman" panose="02020603050405020304" pitchFamily="18" charset="0"/>
              </a:rPr>
              <a:t>किलो</a:t>
            </a:r>
            <a:r>
              <a:rPr lang="en-IN" sz="1800" dirty="0">
                <a:effectLst/>
                <a:latin typeface="Calibri" panose="020F0502020204030204" pitchFamily="34" charset="0"/>
                <a:ea typeface="Calibri" panose="020F0502020204030204" pitchFamily="34" charset="0"/>
                <a:cs typeface="Times New Roman" panose="02020603050405020304" pitchFamily="18" charset="0"/>
              </a:rPr>
              <a:t> </a:t>
            </a:r>
            <a:r>
              <a:rPr lang="en-IN" sz="1800" dirty="0" err="1">
                <a:effectLst/>
                <a:latin typeface="Nirmala UI" panose="020B0502040204020203" pitchFamily="34" charset="0"/>
                <a:ea typeface="Calibri" panose="020F0502020204030204" pitchFamily="34" charset="0"/>
                <a:cs typeface="Times New Roman" panose="02020603050405020304" pitchFamily="18" charset="0"/>
              </a:rPr>
              <a:t>असते</a:t>
            </a:r>
            <a:r>
              <a:rPr lang="en-IN" sz="1800" dirty="0">
                <a:effectLst/>
                <a:latin typeface="Calibri" panose="020F0502020204030204" pitchFamily="34" charset="0"/>
                <a:ea typeface="Calibri" panose="020F0502020204030204" pitchFamily="34" charset="0"/>
                <a:cs typeface="Times New Roman" panose="02020603050405020304" pitchFamily="18" charset="0"/>
              </a:rPr>
              <a:t> </a:t>
            </a:r>
            <a:r>
              <a:rPr lang="en-IN" sz="1800" dirty="0">
                <a:effectLst/>
                <a:latin typeface="Nirmala UI" panose="020B0502040204020203" pitchFamily="34" charset="0"/>
                <a:ea typeface="Calibri" panose="020F0502020204030204" pitchFamily="34" charset="0"/>
                <a:cs typeface="Times New Roman" panose="02020603050405020304" pitchFamily="18" charset="0"/>
              </a:rPr>
              <a:t>आणि</a:t>
            </a:r>
            <a:r>
              <a:rPr lang="en-IN" sz="1800" dirty="0">
                <a:effectLst/>
                <a:latin typeface="Calibri" panose="020F0502020204030204" pitchFamily="34" charset="0"/>
                <a:ea typeface="Calibri" panose="020F0502020204030204" pitchFamily="34" charset="0"/>
                <a:cs typeface="Times New Roman" panose="02020603050405020304" pitchFamily="18" charset="0"/>
              </a:rPr>
              <a:t> </a:t>
            </a:r>
            <a:r>
              <a:rPr lang="en-IN" sz="1800" dirty="0" err="1">
                <a:effectLst/>
                <a:latin typeface="Nirmala UI" panose="020B0502040204020203" pitchFamily="34" charset="0"/>
                <a:ea typeface="Calibri" panose="020F0502020204030204" pitchFamily="34" charset="0"/>
                <a:cs typeface="Times New Roman" panose="02020603050405020304" pitchFamily="18" charset="0"/>
              </a:rPr>
              <a:t>डूजचे</a:t>
            </a:r>
            <a:r>
              <a:rPr lang="en-IN" sz="1800" dirty="0">
                <a:effectLst/>
                <a:latin typeface="Calibri" panose="020F0502020204030204" pitchFamily="34" charset="0"/>
                <a:ea typeface="Calibri" panose="020F0502020204030204" pitchFamily="34" charset="0"/>
                <a:cs typeface="Times New Roman" panose="02020603050405020304" pitchFamily="18" charset="0"/>
              </a:rPr>
              <a:t> </a:t>
            </a:r>
            <a:r>
              <a:rPr lang="en-IN" sz="1800" dirty="0">
                <a:effectLst/>
                <a:latin typeface="Nirmala UI" panose="020B0502040204020203" pitchFamily="34" charset="0"/>
                <a:ea typeface="Calibri" panose="020F0502020204030204" pitchFamily="34" charset="0"/>
                <a:cs typeface="Times New Roman" panose="02020603050405020304" pitchFamily="18" charset="0"/>
              </a:rPr>
              <a:t>वजन</a:t>
            </a:r>
            <a:r>
              <a:rPr lang="en-IN" sz="1800" dirty="0">
                <a:effectLst/>
                <a:latin typeface="Calibri" panose="020F0502020204030204" pitchFamily="34" charset="0"/>
                <a:ea typeface="Calibri" panose="020F0502020204030204" pitchFamily="34" charset="0"/>
                <a:cs typeface="Times New Roman" panose="02020603050405020304" pitchFamily="18" charset="0"/>
              </a:rPr>
              <a:t> 25 </a:t>
            </a:r>
            <a:r>
              <a:rPr lang="en-IN" sz="1800" dirty="0">
                <a:effectLst/>
                <a:latin typeface="Nirmala UI" panose="020B0502040204020203" pitchFamily="34" charset="0"/>
                <a:ea typeface="Calibri" panose="020F0502020204030204" pitchFamily="34" charset="0"/>
                <a:cs typeface="Times New Roman" panose="02020603050405020304" pitchFamily="18" charset="0"/>
              </a:rPr>
              <a:t>ते</a:t>
            </a:r>
            <a:r>
              <a:rPr lang="en-IN" sz="1800" dirty="0">
                <a:effectLst/>
                <a:latin typeface="Calibri" panose="020F0502020204030204" pitchFamily="34" charset="0"/>
                <a:ea typeface="Calibri" panose="020F0502020204030204" pitchFamily="34" charset="0"/>
                <a:cs typeface="Times New Roman" panose="02020603050405020304" pitchFamily="18" charset="0"/>
              </a:rPr>
              <a:t> 35 </a:t>
            </a:r>
            <a:r>
              <a:rPr lang="en-IN" sz="1800" dirty="0" err="1">
                <a:effectLst/>
                <a:latin typeface="Nirmala UI" panose="020B0502040204020203" pitchFamily="34" charset="0"/>
                <a:ea typeface="Calibri" panose="020F0502020204030204" pitchFamily="34" charset="0"/>
                <a:cs typeface="Times New Roman" panose="02020603050405020304" pitchFamily="18" charset="0"/>
              </a:rPr>
              <a:t>किलो</a:t>
            </a:r>
            <a:r>
              <a:rPr lang="en-IN" sz="1800" dirty="0">
                <a:effectLst/>
                <a:latin typeface="Calibri" panose="020F0502020204030204" pitchFamily="34" charset="0"/>
                <a:ea typeface="Calibri" panose="020F0502020204030204" pitchFamily="34" charset="0"/>
                <a:cs typeface="Times New Roman" panose="02020603050405020304" pitchFamily="18" charset="0"/>
              </a:rPr>
              <a:t> </a:t>
            </a:r>
            <a:r>
              <a:rPr lang="en-IN" sz="1800" dirty="0" err="1">
                <a:effectLst/>
                <a:latin typeface="Nirmala UI" panose="020B0502040204020203" pitchFamily="34" charset="0"/>
                <a:ea typeface="Calibri" panose="020F0502020204030204" pitchFamily="34" charset="0"/>
                <a:cs typeface="Times New Roman" panose="02020603050405020304" pitchFamily="18" charset="0"/>
              </a:rPr>
              <a:t>असते</a:t>
            </a:r>
            <a:r>
              <a:rPr lang="en-IN" sz="1800" dirty="0">
                <a:effectLst/>
                <a:latin typeface="Calibri" panose="020F0502020204030204" pitchFamily="34" charset="0"/>
                <a:ea typeface="Calibri" panose="020F0502020204030204" pitchFamily="34" charset="0"/>
                <a:cs typeface="Times New Roman" panose="02020603050405020304" pitchFamily="18" charset="0"/>
              </a:rPr>
              <a:t>. </a:t>
            </a:r>
          </a:p>
          <a:p>
            <a:pPr marL="285750" indent="-285750">
              <a:lnSpc>
                <a:spcPct val="107000"/>
              </a:lnSpc>
              <a:spcAft>
                <a:spcPts val="800"/>
              </a:spcAft>
              <a:buFont typeface="Arial" panose="020B0604020202020204" pitchFamily="34" charset="0"/>
              <a:buChar char="•"/>
            </a:pPr>
            <a:r>
              <a:rPr lang="en-IN" sz="1800" dirty="0" err="1">
                <a:effectLst/>
                <a:latin typeface="Nirmala UI" panose="020B0502040204020203" pitchFamily="34" charset="0"/>
                <a:ea typeface="Calibri" panose="020F0502020204030204" pitchFamily="34" charset="0"/>
                <a:cs typeface="Times New Roman" panose="02020603050405020304" pitchFamily="18" charset="0"/>
              </a:rPr>
              <a:t>भारतातील</a:t>
            </a:r>
            <a:r>
              <a:rPr lang="en-IN" sz="1800" dirty="0">
                <a:effectLst/>
                <a:latin typeface="Calibri" panose="020F0502020204030204" pitchFamily="34" charset="0"/>
                <a:ea typeface="Calibri" panose="020F0502020204030204" pitchFamily="34" charset="0"/>
                <a:cs typeface="Times New Roman" panose="02020603050405020304" pitchFamily="18" charset="0"/>
              </a:rPr>
              <a:t> </a:t>
            </a:r>
            <a:r>
              <a:rPr lang="en-IN" sz="1800" dirty="0" err="1">
                <a:effectLst/>
                <a:latin typeface="Nirmala UI" panose="020B0502040204020203" pitchFamily="34" charset="0"/>
                <a:ea typeface="Calibri" panose="020F0502020204030204" pitchFamily="34" charset="0"/>
                <a:cs typeface="Times New Roman" panose="02020603050405020304" pitchFamily="18" charset="0"/>
              </a:rPr>
              <a:t>सर्वोत्कृष्ट</a:t>
            </a:r>
            <a:r>
              <a:rPr lang="en-IN" sz="1800" dirty="0">
                <a:effectLst/>
                <a:latin typeface="Calibri" panose="020F0502020204030204" pitchFamily="34" charset="0"/>
                <a:ea typeface="Calibri" panose="020F0502020204030204" pitchFamily="34" charset="0"/>
                <a:cs typeface="Times New Roman" panose="02020603050405020304" pitchFamily="18" charset="0"/>
              </a:rPr>
              <a:t> </a:t>
            </a:r>
            <a:r>
              <a:rPr lang="en-IN" sz="1800" dirty="0" err="1">
                <a:effectLst/>
                <a:latin typeface="Nirmala UI" panose="020B0502040204020203" pitchFamily="34" charset="0"/>
                <a:ea typeface="Calibri" panose="020F0502020204030204" pitchFamily="34" charset="0"/>
                <a:cs typeface="Times New Roman" panose="02020603050405020304" pitchFamily="18" charset="0"/>
              </a:rPr>
              <a:t>संकरित</a:t>
            </a:r>
            <a:r>
              <a:rPr lang="en-IN" sz="1800" dirty="0">
                <a:effectLst/>
                <a:latin typeface="Calibri" panose="020F0502020204030204" pitchFamily="34" charset="0"/>
                <a:ea typeface="Calibri" panose="020F0502020204030204" pitchFamily="34" charset="0"/>
                <a:cs typeface="Times New Roman" panose="02020603050405020304" pitchFamily="18" charset="0"/>
              </a:rPr>
              <a:t> </a:t>
            </a:r>
            <a:r>
              <a:rPr lang="en-IN" sz="1800" dirty="0" err="1">
                <a:effectLst/>
                <a:latin typeface="Nirmala UI" panose="020B0502040204020203" pitchFamily="34" charset="0"/>
                <a:ea typeface="Calibri" panose="020F0502020204030204" pitchFamily="34" charset="0"/>
                <a:cs typeface="Times New Roman" panose="02020603050405020304" pitchFamily="18" charset="0"/>
              </a:rPr>
              <a:t>शेळ्यांचे</a:t>
            </a:r>
            <a:r>
              <a:rPr lang="en-IN" sz="1800" dirty="0">
                <a:effectLst/>
                <a:latin typeface="Calibri" panose="020F0502020204030204" pitchFamily="34" charset="0"/>
                <a:ea typeface="Calibri" panose="020F0502020204030204" pitchFamily="34" charset="0"/>
                <a:cs typeface="Times New Roman" panose="02020603050405020304" pitchFamily="18" charset="0"/>
              </a:rPr>
              <a:t> </a:t>
            </a:r>
            <a:r>
              <a:rPr lang="en-IN" sz="1800" dirty="0">
                <a:effectLst/>
                <a:latin typeface="Nirmala UI" panose="020B0502040204020203" pitchFamily="34" charset="0"/>
                <a:ea typeface="Calibri" panose="020F0502020204030204" pitchFamily="34" charset="0"/>
                <a:cs typeface="Times New Roman" panose="02020603050405020304" pitchFamily="18" charset="0"/>
              </a:rPr>
              <a:t>उत्पादन</a:t>
            </a:r>
            <a:r>
              <a:rPr lang="en-IN" sz="1800" dirty="0">
                <a:effectLst/>
                <a:latin typeface="Calibri" panose="020F0502020204030204" pitchFamily="34" charset="0"/>
                <a:ea typeface="Calibri" panose="020F0502020204030204" pitchFamily="34" charset="0"/>
                <a:cs typeface="Times New Roman" panose="02020603050405020304" pitchFamily="18" charset="0"/>
              </a:rPr>
              <a:t> </a:t>
            </a:r>
            <a:r>
              <a:rPr lang="en-IN" sz="1800" dirty="0">
                <a:effectLst/>
                <a:latin typeface="Nirmala UI" panose="020B0502040204020203" pitchFamily="34" charset="0"/>
                <a:ea typeface="Calibri" panose="020F0502020204030204" pitchFamily="34" charset="0"/>
                <a:cs typeface="Times New Roman" panose="02020603050405020304" pitchFamily="18" charset="0"/>
              </a:rPr>
              <a:t>करण्यासाठी</a:t>
            </a:r>
            <a:r>
              <a:rPr lang="en-IN" sz="1800" dirty="0">
                <a:effectLst/>
                <a:latin typeface="Calibri" panose="020F0502020204030204" pitchFamily="34" charset="0"/>
                <a:ea typeface="Calibri" panose="020F0502020204030204" pitchFamily="34" charset="0"/>
                <a:cs typeface="Times New Roman" panose="02020603050405020304" pitchFamily="18" charset="0"/>
              </a:rPr>
              <a:t> </a:t>
            </a:r>
            <a:r>
              <a:rPr lang="en-IN" sz="1800" dirty="0">
                <a:effectLst/>
                <a:latin typeface="Nirmala UI" panose="020B0502040204020203" pitchFamily="34" charset="0"/>
                <a:ea typeface="Calibri" panose="020F0502020204030204" pitchFamily="34" charset="0"/>
                <a:cs typeface="Times New Roman" panose="02020603050405020304" pitchFamily="18" charset="0"/>
              </a:rPr>
              <a:t>शेळी</a:t>
            </a:r>
            <a:r>
              <a:rPr lang="en-IN" sz="1800" dirty="0">
                <a:effectLst/>
                <a:latin typeface="Calibri" panose="020F0502020204030204" pitchFamily="34" charset="0"/>
                <a:ea typeface="Calibri" panose="020F0502020204030204" pitchFamily="34" charset="0"/>
                <a:cs typeface="Times New Roman" panose="02020603050405020304" pitchFamily="18" charset="0"/>
              </a:rPr>
              <a:t> </a:t>
            </a:r>
            <a:r>
              <a:rPr lang="en-IN" sz="1800" dirty="0" err="1">
                <a:effectLst/>
                <a:latin typeface="Nirmala UI" panose="020B0502040204020203" pitchFamily="34" charset="0"/>
                <a:ea typeface="Calibri" panose="020F0502020204030204" pitchFamily="34" charset="0"/>
                <a:cs typeface="Times New Roman" panose="02020603050405020304" pitchFamily="18" charset="0"/>
              </a:rPr>
              <a:t>प्रजनन</a:t>
            </a:r>
            <a:r>
              <a:rPr lang="en-IN" sz="1800" dirty="0">
                <a:effectLst/>
                <a:latin typeface="Calibri" panose="020F0502020204030204" pitchFamily="34" charset="0"/>
                <a:ea typeface="Calibri" panose="020F0502020204030204" pitchFamily="34" charset="0"/>
                <a:cs typeface="Times New Roman" panose="02020603050405020304" pitchFamily="18" charset="0"/>
              </a:rPr>
              <a:t> </a:t>
            </a:r>
            <a:r>
              <a:rPr lang="en-IN" sz="1800" dirty="0" err="1">
                <a:effectLst/>
                <a:latin typeface="Nirmala UI" panose="020B0502040204020203" pitchFamily="34" charset="0"/>
                <a:ea typeface="Calibri" panose="020F0502020204030204" pitchFamily="34" charset="0"/>
                <a:cs typeface="Times New Roman" panose="02020603050405020304" pitchFamily="18" charset="0"/>
              </a:rPr>
              <a:t>कार्यक्रमासाठी</a:t>
            </a:r>
            <a:r>
              <a:rPr lang="en-IN" sz="1800" dirty="0">
                <a:effectLst/>
                <a:latin typeface="Calibri" panose="020F0502020204030204" pitchFamily="34" charset="0"/>
                <a:ea typeface="Calibri" panose="020F0502020204030204" pitchFamily="34" charset="0"/>
                <a:cs typeface="Times New Roman" panose="02020603050405020304" pitchFamily="18" charset="0"/>
              </a:rPr>
              <a:t> </a:t>
            </a:r>
            <a:r>
              <a:rPr lang="en-IN" sz="1800" dirty="0">
                <a:effectLst/>
                <a:latin typeface="Nirmala UI" panose="020B0502040204020203" pitchFamily="34" charset="0"/>
                <a:ea typeface="Calibri" panose="020F0502020204030204" pitchFamily="34" charset="0"/>
                <a:cs typeface="Times New Roman" panose="02020603050405020304" pitchFamily="18" charset="0"/>
              </a:rPr>
              <a:t>याचा</a:t>
            </a:r>
            <a:r>
              <a:rPr lang="en-IN" sz="1800" dirty="0">
                <a:effectLst/>
                <a:latin typeface="Calibri" panose="020F0502020204030204" pitchFamily="34" charset="0"/>
                <a:ea typeface="Calibri" panose="020F0502020204030204" pitchFamily="34" charset="0"/>
                <a:cs typeface="Times New Roman" panose="02020603050405020304" pitchFamily="18" charset="0"/>
              </a:rPr>
              <a:t> </a:t>
            </a:r>
            <a:r>
              <a:rPr lang="en-IN" sz="1800" dirty="0">
                <a:effectLst/>
                <a:latin typeface="Nirmala UI" panose="020B0502040204020203" pitchFamily="34" charset="0"/>
                <a:ea typeface="Calibri" panose="020F0502020204030204" pitchFamily="34" charset="0"/>
                <a:cs typeface="Times New Roman" panose="02020603050405020304" pitchFamily="18" charset="0"/>
              </a:rPr>
              <a:t>वापर</a:t>
            </a:r>
            <a:r>
              <a:rPr lang="en-IN" sz="1800" dirty="0">
                <a:effectLst/>
                <a:latin typeface="Calibri" panose="020F0502020204030204" pitchFamily="34" charset="0"/>
                <a:ea typeface="Calibri" panose="020F0502020204030204" pitchFamily="34" charset="0"/>
                <a:cs typeface="Times New Roman" panose="02020603050405020304" pitchFamily="18" charset="0"/>
              </a:rPr>
              <a:t> </a:t>
            </a:r>
            <a:r>
              <a:rPr lang="en-IN" sz="1800" dirty="0">
                <a:effectLst/>
                <a:latin typeface="Nirmala UI" panose="020B0502040204020203" pitchFamily="34" charset="0"/>
                <a:ea typeface="Calibri" panose="020F0502020204030204" pitchFamily="34" charset="0"/>
                <a:cs typeface="Times New Roman" panose="02020603050405020304" pitchFamily="18" charset="0"/>
              </a:rPr>
              <a:t>केला</a:t>
            </a:r>
            <a:r>
              <a:rPr lang="en-IN" sz="1800" dirty="0">
                <a:effectLst/>
                <a:latin typeface="Calibri" panose="020F0502020204030204" pitchFamily="34" charset="0"/>
                <a:ea typeface="Calibri" panose="020F0502020204030204" pitchFamily="34" charset="0"/>
                <a:cs typeface="Times New Roman" panose="02020603050405020304" pitchFamily="18" charset="0"/>
              </a:rPr>
              <a:t> </a:t>
            </a:r>
            <a:r>
              <a:rPr lang="en-IN" sz="1800" dirty="0" err="1">
                <a:effectLst/>
                <a:latin typeface="Nirmala UI" panose="020B0502040204020203" pitchFamily="34" charset="0"/>
                <a:ea typeface="Calibri" panose="020F0502020204030204" pitchFamily="34" charset="0"/>
                <a:cs typeface="Times New Roman" panose="02020603050405020304" pitchFamily="18" charset="0"/>
              </a:rPr>
              <a:t>जातो</a:t>
            </a:r>
            <a:r>
              <a:rPr lang="en-IN" sz="1800" dirty="0">
                <a:effectLst/>
                <a:latin typeface="Calibri" panose="020F0502020204030204" pitchFamily="34" charset="0"/>
                <a:ea typeface="Calibri" panose="020F0502020204030204" pitchFamily="34" charset="0"/>
                <a:cs typeface="Times New Roman" panose="02020603050405020304" pitchFamily="18" charset="0"/>
              </a:rPr>
              <a:t>. </a:t>
            </a:r>
            <a:r>
              <a:rPr lang="en-IN" sz="1800" dirty="0">
                <a:effectLst/>
                <a:latin typeface="Nirmala UI" panose="020B0502040204020203" pitchFamily="34" charset="0"/>
                <a:ea typeface="Calibri" panose="020F0502020204030204" pitchFamily="34" charset="0"/>
                <a:cs typeface="Times New Roman" panose="02020603050405020304" pitchFamily="18" charset="0"/>
              </a:rPr>
              <a:t>ते</a:t>
            </a:r>
            <a:r>
              <a:rPr lang="en-IN" sz="1800" dirty="0">
                <a:effectLst/>
                <a:latin typeface="Calibri" panose="020F0502020204030204" pitchFamily="34" charset="0"/>
                <a:ea typeface="Calibri" panose="020F0502020204030204" pitchFamily="34" charset="0"/>
                <a:cs typeface="Times New Roman" panose="02020603050405020304" pitchFamily="18" charset="0"/>
              </a:rPr>
              <a:t> </a:t>
            </a:r>
            <a:r>
              <a:rPr lang="en-IN" sz="1800" dirty="0" err="1">
                <a:effectLst/>
                <a:latin typeface="Nirmala UI" panose="020B0502040204020203" pitchFamily="34" charset="0"/>
                <a:ea typeface="Calibri" panose="020F0502020204030204" pitchFamily="34" charset="0"/>
                <a:cs typeface="Times New Roman" panose="02020603050405020304" pitchFamily="18" charset="0"/>
              </a:rPr>
              <a:t>खूप</a:t>
            </a:r>
            <a:r>
              <a:rPr lang="en-IN" sz="1800" dirty="0">
                <a:effectLst/>
                <a:latin typeface="Calibri" panose="020F0502020204030204" pitchFamily="34" charset="0"/>
                <a:ea typeface="Calibri" panose="020F0502020204030204" pitchFamily="34" charset="0"/>
                <a:cs typeface="Times New Roman" panose="02020603050405020304" pitchFamily="18" charset="0"/>
              </a:rPr>
              <a:t> </a:t>
            </a:r>
            <a:r>
              <a:rPr lang="en-IN" sz="1800" dirty="0" err="1">
                <a:effectLst/>
                <a:latin typeface="Nirmala UI" panose="020B0502040204020203" pitchFamily="34" charset="0"/>
                <a:ea typeface="Calibri" panose="020F0502020204030204" pitchFamily="34" charset="0"/>
                <a:cs typeface="Times New Roman" panose="02020603050405020304" pitchFamily="18" charset="0"/>
              </a:rPr>
              <a:t>चांगले</a:t>
            </a:r>
            <a:r>
              <a:rPr lang="en-IN" sz="1800" dirty="0">
                <a:effectLst/>
                <a:latin typeface="Calibri" panose="020F0502020204030204" pitchFamily="34" charset="0"/>
                <a:ea typeface="Calibri" panose="020F0502020204030204" pitchFamily="34" charset="0"/>
                <a:cs typeface="Times New Roman" panose="02020603050405020304" pitchFamily="18" charset="0"/>
              </a:rPr>
              <a:t> </a:t>
            </a:r>
            <a:r>
              <a:rPr lang="en-IN" sz="1800" dirty="0" err="1">
                <a:effectLst/>
                <a:latin typeface="Nirmala UI" panose="020B0502040204020203" pitchFamily="34" charset="0"/>
                <a:ea typeface="Calibri" panose="020F0502020204030204" pitchFamily="34" charset="0"/>
                <a:cs typeface="Times New Roman" panose="02020603050405020304" pitchFamily="18" charset="0"/>
              </a:rPr>
              <a:t>दूध</a:t>
            </a:r>
            <a:r>
              <a:rPr lang="en-IN" sz="1800" dirty="0">
                <a:effectLst/>
                <a:latin typeface="Calibri" panose="020F0502020204030204" pitchFamily="34" charset="0"/>
                <a:ea typeface="Calibri" panose="020F0502020204030204" pitchFamily="34" charset="0"/>
                <a:cs typeface="Times New Roman" panose="02020603050405020304" pitchFamily="18" charset="0"/>
              </a:rPr>
              <a:t> </a:t>
            </a:r>
            <a:r>
              <a:rPr lang="en-IN" sz="1800" dirty="0">
                <a:effectLst/>
                <a:latin typeface="Nirmala UI" panose="020B0502040204020203" pitchFamily="34" charset="0"/>
                <a:ea typeface="Calibri" panose="020F0502020204030204" pitchFamily="34" charset="0"/>
                <a:cs typeface="Times New Roman" panose="02020603050405020304" pitchFamily="18" charset="0"/>
              </a:rPr>
              <a:t>उत्पादक</a:t>
            </a:r>
            <a:r>
              <a:rPr lang="en-IN" sz="1800" dirty="0">
                <a:effectLst/>
                <a:latin typeface="Calibri" panose="020F0502020204030204" pitchFamily="34" charset="0"/>
                <a:ea typeface="Calibri" panose="020F0502020204030204" pitchFamily="34" charset="0"/>
                <a:cs typeface="Times New Roman" panose="02020603050405020304" pitchFamily="18" charset="0"/>
              </a:rPr>
              <a:t> </a:t>
            </a:r>
            <a:r>
              <a:rPr lang="en-IN" sz="1800" dirty="0" err="1">
                <a:effectLst/>
                <a:latin typeface="Nirmala UI" panose="020B0502040204020203" pitchFamily="34" charset="0"/>
                <a:ea typeface="Calibri" panose="020F0502020204030204" pitchFamily="34" charset="0"/>
                <a:cs typeface="Times New Roman" panose="02020603050405020304" pitchFamily="18" charset="0"/>
              </a:rPr>
              <a:t>देखील</a:t>
            </a:r>
            <a:r>
              <a:rPr lang="en-IN" sz="1800" dirty="0">
                <a:effectLst/>
                <a:latin typeface="Calibri" panose="020F0502020204030204" pitchFamily="34" charset="0"/>
                <a:ea typeface="Calibri" panose="020F0502020204030204" pitchFamily="34" charset="0"/>
                <a:cs typeface="Times New Roman" panose="02020603050405020304" pitchFamily="18" charset="0"/>
              </a:rPr>
              <a:t> </a:t>
            </a:r>
            <a:r>
              <a:rPr lang="en-IN" sz="1800" dirty="0">
                <a:effectLst/>
                <a:latin typeface="Nirmala UI" panose="020B0502040204020203" pitchFamily="34" charset="0"/>
                <a:ea typeface="Calibri" panose="020F0502020204030204" pitchFamily="34" charset="0"/>
                <a:cs typeface="Times New Roman" panose="02020603050405020304" pitchFamily="18" charset="0"/>
              </a:rPr>
              <a:t>आहेत</a:t>
            </a:r>
            <a:r>
              <a:rPr lang="en-IN" sz="1800" dirty="0">
                <a:effectLst/>
                <a:latin typeface="Calibri" panose="020F0502020204030204" pitchFamily="34" charset="0"/>
                <a:ea typeface="Calibri" panose="020F0502020204030204" pitchFamily="34" charset="0"/>
                <a:cs typeface="Times New Roman" panose="02020603050405020304" pitchFamily="18" charset="0"/>
              </a:rPr>
              <a:t>. </a:t>
            </a:r>
          </a:p>
          <a:p>
            <a:pPr marL="285750" indent="-285750">
              <a:lnSpc>
                <a:spcPct val="107000"/>
              </a:lnSpc>
              <a:spcAft>
                <a:spcPts val="800"/>
              </a:spcAft>
              <a:buFont typeface="Arial" panose="020B0604020202020204" pitchFamily="34" charset="0"/>
              <a:buChar char="•"/>
            </a:pPr>
            <a:r>
              <a:rPr lang="en-IN" sz="1800" dirty="0" err="1">
                <a:effectLst/>
                <a:latin typeface="Nirmala UI" panose="020B0502040204020203" pitchFamily="34" charset="0"/>
                <a:ea typeface="Calibri" panose="020F0502020204030204" pitchFamily="34" charset="0"/>
                <a:cs typeface="Times New Roman" panose="02020603050405020304" pitchFamily="18" charset="0"/>
              </a:rPr>
              <a:t>दररोज</a:t>
            </a:r>
            <a:r>
              <a:rPr lang="en-IN" sz="1800" dirty="0">
                <a:effectLst/>
                <a:latin typeface="Calibri" panose="020F0502020204030204" pitchFamily="34" charset="0"/>
                <a:ea typeface="Calibri" panose="020F0502020204030204" pitchFamily="34" charset="0"/>
                <a:cs typeface="Times New Roman" panose="02020603050405020304" pitchFamily="18" charset="0"/>
              </a:rPr>
              <a:t> </a:t>
            </a:r>
            <a:r>
              <a:rPr lang="en-IN" sz="1800" dirty="0" err="1">
                <a:effectLst/>
                <a:latin typeface="Nirmala UI" panose="020B0502040204020203" pitchFamily="34" charset="0"/>
                <a:ea typeface="Calibri" panose="020F0502020204030204" pitchFamily="34" charset="0"/>
                <a:cs typeface="Times New Roman" panose="02020603050405020304" pitchFamily="18" charset="0"/>
              </a:rPr>
              <a:t>सरासरी</a:t>
            </a:r>
            <a:r>
              <a:rPr lang="en-IN" sz="1800" dirty="0">
                <a:effectLst/>
                <a:latin typeface="Calibri" panose="020F0502020204030204" pitchFamily="34" charset="0"/>
                <a:ea typeface="Calibri" panose="020F0502020204030204" pitchFamily="34" charset="0"/>
                <a:cs typeface="Times New Roman" panose="02020603050405020304" pitchFamily="18" charset="0"/>
              </a:rPr>
              <a:t> 1.5 </a:t>
            </a:r>
            <a:r>
              <a:rPr lang="en-IN" sz="1800" dirty="0" err="1">
                <a:effectLst/>
                <a:latin typeface="Nirmala UI" panose="020B0502040204020203" pitchFamily="34" charset="0"/>
                <a:ea typeface="Calibri" panose="020F0502020204030204" pitchFamily="34" charset="0"/>
                <a:cs typeface="Times New Roman" panose="02020603050405020304" pitchFamily="18" charset="0"/>
              </a:rPr>
              <a:t>किलो</a:t>
            </a:r>
            <a:r>
              <a:rPr lang="en-IN" sz="1800" dirty="0">
                <a:effectLst/>
                <a:latin typeface="Calibri" panose="020F0502020204030204" pitchFamily="34" charset="0"/>
                <a:ea typeface="Calibri" panose="020F0502020204030204" pitchFamily="34" charset="0"/>
                <a:cs typeface="Times New Roman" panose="02020603050405020304" pitchFamily="18" charset="0"/>
              </a:rPr>
              <a:t> </a:t>
            </a:r>
            <a:r>
              <a:rPr lang="en-IN" sz="1800" dirty="0" err="1">
                <a:effectLst/>
                <a:latin typeface="Nirmala UI" panose="020B0502040204020203" pitchFamily="34" charset="0"/>
                <a:ea typeface="Calibri" panose="020F0502020204030204" pitchFamily="34" charset="0"/>
                <a:cs typeface="Times New Roman" panose="02020603050405020304" pitchFamily="18" charset="0"/>
              </a:rPr>
              <a:t>दूध</a:t>
            </a:r>
            <a:r>
              <a:rPr lang="en-IN" sz="1800" dirty="0">
                <a:effectLst/>
                <a:latin typeface="Calibri" panose="020F0502020204030204" pitchFamily="34" charset="0"/>
                <a:ea typeface="Calibri" panose="020F0502020204030204" pitchFamily="34" charset="0"/>
                <a:cs typeface="Times New Roman" panose="02020603050405020304" pitchFamily="18" charset="0"/>
              </a:rPr>
              <a:t> </a:t>
            </a:r>
            <a:r>
              <a:rPr lang="en-IN" sz="1800" dirty="0" err="1">
                <a:effectLst/>
                <a:latin typeface="Nirmala UI" panose="020B0502040204020203" pitchFamily="34" charset="0"/>
                <a:ea typeface="Calibri" panose="020F0502020204030204" pitchFamily="34" charset="0"/>
                <a:cs typeface="Times New Roman" panose="02020603050405020304" pitchFamily="18" charset="0"/>
              </a:rPr>
              <a:t>मिळते</a:t>
            </a:r>
            <a:r>
              <a:rPr lang="en-IN" sz="1800" dirty="0">
                <a:effectLst/>
                <a:latin typeface="Calibri" panose="020F0502020204030204" pitchFamily="34" charset="0"/>
                <a:ea typeface="Calibri" panose="020F0502020204030204" pitchFamily="34" charset="0"/>
                <a:cs typeface="Times New Roman" panose="02020603050405020304" pitchFamily="18" charset="0"/>
              </a:rPr>
              <a:t>.</a:t>
            </a:r>
          </a:p>
          <a:p>
            <a:pPr marL="228600" indent="228600">
              <a:lnSpc>
                <a:spcPct val="107000"/>
              </a:lnSpc>
              <a:spcAft>
                <a:spcPts val="800"/>
              </a:spcAft>
            </a:pPr>
            <a:endParaRPr lang="en-IN" sz="1400" dirty="0">
              <a:effectLst/>
              <a:latin typeface="Calibri" panose="020F0502020204030204" pitchFamily="34" charset="0"/>
              <a:ea typeface="Calibri" panose="020F0502020204030204" pitchFamily="34" charset="0"/>
              <a:cs typeface="Times New Roman" panose="02020603050405020304" pitchFamily="18" charset="0"/>
            </a:endParaRPr>
          </a:p>
        </p:txBody>
      </p:sp>
    </p:spTree>
    <p:extLst>
      <p:ext uri="{BB962C8B-B14F-4D97-AF65-F5344CB8AC3E}">
        <p14:creationId xmlns:p14="http://schemas.microsoft.com/office/powerpoint/2010/main" val="3473672742"/>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BC7A8FD-4C9F-4EF9-B4D7-5B7D50E14CF4}"/>
              </a:ext>
            </a:extLst>
          </p:cNvPr>
          <p:cNvSpPr>
            <a:spLocks noGrp="1"/>
          </p:cNvSpPr>
          <p:nvPr>
            <p:ph type="title"/>
          </p:nvPr>
        </p:nvSpPr>
        <p:spPr>
          <a:xfrm>
            <a:off x="839788" y="457200"/>
            <a:ext cx="3932237" cy="530225"/>
          </a:xfrm>
        </p:spPr>
        <p:txBody>
          <a:bodyPr>
            <a:normAutofit/>
          </a:bodyPr>
          <a:lstStyle/>
          <a:p>
            <a:pPr algn="ctr"/>
            <a:r>
              <a:rPr lang="en-IN" sz="2800" dirty="0" err="1">
                <a:solidFill>
                  <a:srgbClr val="FF0000"/>
                </a:solidFill>
                <a:effectLst/>
                <a:latin typeface="Nirmala UI" panose="020B0502040204020203" pitchFamily="34" charset="0"/>
                <a:ea typeface="Calibri" panose="020F0502020204030204" pitchFamily="34" charset="0"/>
                <a:cs typeface="Times New Roman" panose="02020603050405020304" pitchFamily="18" charset="0"/>
              </a:rPr>
              <a:t>बीटल</a:t>
            </a:r>
            <a:endParaRPr lang="en-IN" dirty="0">
              <a:solidFill>
                <a:srgbClr val="FF0000"/>
              </a:solidFill>
            </a:endParaRPr>
          </a:p>
        </p:txBody>
      </p:sp>
      <p:pic>
        <p:nvPicPr>
          <p:cNvPr id="6" name="Content Placeholder 5">
            <a:extLst>
              <a:ext uri="{FF2B5EF4-FFF2-40B4-BE49-F238E27FC236}">
                <a16:creationId xmlns:a16="http://schemas.microsoft.com/office/drawing/2014/main" id="{E0143C07-2826-4446-B9C8-2B291DD68B8A}"/>
              </a:ext>
            </a:extLst>
          </p:cNvPr>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5183188" y="1688306"/>
            <a:ext cx="6172200" cy="3471862"/>
          </a:xfrm>
        </p:spPr>
      </p:pic>
      <p:sp>
        <p:nvSpPr>
          <p:cNvPr id="4" name="Text Placeholder 3">
            <a:extLst>
              <a:ext uri="{FF2B5EF4-FFF2-40B4-BE49-F238E27FC236}">
                <a16:creationId xmlns:a16="http://schemas.microsoft.com/office/drawing/2014/main" id="{4D1C61A6-E465-41F5-9115-17169572804C}"/>
              </a:ext>
            </a:extLst>
          </p:cNvPr>
          <p:cNvSpPr>
            <a:spLocks noGrp="1"/>
          </p:cNvSpPr>
          <p:nvPr>
            <p:ph type="body" sz="half" idx="2"/>
          </p:nvPr>
        </p:nvSpPr>
        <p:spPr>
          <a:xfrm>
            <a:off x="839788" y="995363"/>
            <a:ext cx="3932237" cy="4873625"/>
          </a:xfrm>
        </p:spPr>
        <p:txBody>
          <a:bodyPr>
            <a:normAutofit fontScale="92500" lnSpcReduction="20000"/>
          </a:bodyPr>
          <a:lstStyle/>
          <a:p>
            <a:pPr marL="285750" indent="-285750">
              <a:lnSpc>
                <a:spcPct val="107000"/>
              </a:lnSpc>
              <a:spcAft>
                <a:spcPts val="800"/>
              </a:spcAft>
              <a:buFont typeface="Arial" panose="020B0604020202020204" pitchFamily="34" charset="0"/>
              <a:buChar char="•"/>
            </a:pPr>
            <a:r>
              <a:rPr lang="en-IN" sz="1800" dirty="0" err="1">
                <a:effectLst/>
                <a:latin typeface="Nirmala UI" panose="020B0502040204020203" pitchFamily="34" charset="0"/>
                <a:ea typeface="Calibri" panose="020F0502020204030204" pitchFamily="34" charset="0"/>
                <a:cs typeface="Times New Roman" panose="02020603050405020304" pitchFamily="18" charset="0"/>
              </a:rPr>
              <a:t>भारतातील</a:t>
            </a:r>
            <a:r>
              <a:rPr lang="en-IN" sz="1800" dirty="0">
                <a:effectLst/>
                <a:latin typeface="Calibri" panose="020F0502020204030204" pitchFamily="34" charset="0"/>
                <a:ea typeface="Calibri" panose="020F0502020204030204" pitchFamily="34" charset="0"/>
                <a:cs typeface="Times New Roman" panose="02020603050405020304" pitchFamily="18" charset="0"/>
              </a:rPr>
              <a:t> </a:t>
            </a:r>
            <a:r>
              <a:rPr lang="en-IN" sz="1800" dirty="0" err="1">
                <a:effectLst/>
                <a:latin typeface="Nirmala UI" panose="020B0502040204020203" pitchFamily="34" charset="0"/>
                <a:ea typeface="Calibri" panose="020F0502020204030204" pitchFamily="34" charset="0"/>
                <a:cs typeface="Times New Roman" panose="02020603050405020304" pitchFamily="18" charset="0"/>
              </a:rPr>
              <a:t>सर्वोत्तम</a:t>
            </a:r>
            <a:r>
              <a:rPr lang="en-IN" sz="1800" dirty="0">
                <a:effectLst/>
                <a:latin typeface="Calibri" panose="020F0502020204030204" pitchFamily="34" charset="0"/>
                <a:ea typeface="Calibri" panose="020F0502020204030204" pitchFamily="34" charset="0"/>
                <a:cs typeface="Times New Roman" panose="02020603050405020304" pitchFamily="18" charset="0"/>
              </a:rPr>
              <a:t> </a:t>
            </a:r>
            <a:r>
              <a:rPr lang="en-IN" sz="1800" dirty="0" err="1">
                <a:effectLst/>
                <a:latin typeface="Nirmala UI" panose="020B0502040204020203" pitchFamily="34" charset="0"/>
                <a:ea typeface="Calibri" panose="020F0502020204030204" pitchFamily="34" charset="0"/>
                <a:cs typeface="Times New Roman" panose="02020603050405020304" pitchFamily="18" charset="0"/>
              </a:rPr>
              <a:t>डेअरी</a:t>
            </a:r>
            <a:r>
              <a:rPr lang="en-IN" sz="1800" dirty="0">
                <a:effectLst/>
                <a:latin typeface="Calibri" panose="020F0502020204030204" pitchFamily="34" charset="0"/>
                <a:ea typeface="Calibri" panose="020F0502020204030204" pitchFamily="34" charset="0"/>
                <a:cs typeface="Times New Roman" panose="02020603050405020304" pitchFamily="18" charset="0"/>
              </a:rPr>
              <a:t> </a:t>
            </a:r>
            <a:r>
              <a:rPr lang="en-IN" sz="1800" dirty="0">
                <a:effectLst/>
                <a:latin typeface="Nirmala UI" panose="020B0502040204020203" pitchFamily="34" charset="0"/>
                <a:ea typeface="Calibri" panose="020F0502020204030204" pitchFamily="34" charset="0"/>
                <a:cs typeface="Times New Roman" panose="02020603050405020304" pitchFamily="18" charset="0"/>
              </a:rPr>
              <a:t>शेळी</a:t>
            </a:r>
            <a:r>
              <a:rPr lang="en-IN" sz="1800" dirty="0">
                <a:effectLst/>
                <a:latin typeface="Calibri" panose="020F0502020204030204" pitchFamily="34" charset="0"/>
                <a:ea typeface="Calibri" panose="020F0502020204030204" pitchFamily="34" charset="0"/>
                <a:cs typeface="Times New Roman" panose="02020603050405020304" pitchFamily="18" charset="0"/>
              </a:rPr>
              <a:t> </a:t>
            </a:r>
            <a:r>
              <a:rPr lang="en-IN" sz="1800" dirty="0" err="1">
                <a:effectLst/>
                <a:latin typeface="Nirmala UI" panose="020B0502040204020203" pitchFamily="34" charset="0"/>
                <a:ea typeface="Calibri" panose="020F0502020204030204" pitchFamily="34" charset="0"/>
                <a:cs typeface="Times New Roman" panose="02020603050405020304" pitchFamily="18" charset="0"/>
              </a:rPr>
              <a:t>जातींपैकी</a:t>
            </a:r>
            <a:r>
              <a:rPr lang="en-IN" sz="1800" dirty="0">
                <a:effectLst/>
                <a:latin typeface="Calibri" panose="020F0502020204030204" pitchFamily="34" charset="0"/>
                <a:ea typeface="Calibri" panose="020F0502020204030204" pitchFamily="34" charset="0"/>
                <a:cs typeface="Times New Roman" panose="02020603050405020304" pitchFamily="18" charset="0"/>
              </a:rPr>
              <a:t> </a:t>
            </a:r>
            <a:r>
              <a:rPr lang="en-IN" sz="1800" dirty="0" err="1">
                <a:effectLst/>
                <a:latin typeface="Nirmala UI" panose="020B0502040204020203" pitchFamily="34" charset="0"/>
                <a:ea typeface="Calibri" panose="020F0502020204030204" pitchFamily="34" charset="0"/>
                <a:cs typeface="Times New Roman" panose="02020603050405020304" pitchFamily="18" charset="0"/>
              </a:rPr>
              <a:t>एक</a:t>
            </a:r>
            <a:r>
              <a:rPr lang="en-IN" sz="1800" dirty="0">
                <a:effectLst/>
                <a:latin typeface="Calibri" panose="020F0502020204030204" pitchFamily="34" charset="0"/>
                <a:ea typeface="Calibri" panose="020F0502020204030204" pitchFamily="34" charset="0"/>
                <a:cs typeface="Times New Roman" panose="02020603050405020304" pitchFamily="18" charset="0"/>
              </a:rPr>
              <a:t> </a:t>
            </a:r>
            <a:r>
              <a:rPr lang="en-IN" sz="1800" dirty="0" err="1">
                <a:effectLst/>
                <a:latin typeface="Nirmala UI" panose="020B0502040204020203" pitchFamily="34" charset="0"/>
                <a:ea typeface="Calibri" panose="020F0502020204030204" pitchFamily="34" charset="0"/>
                <a:cs typeface="Times New Roman" panose="02020603050405020304" pitchFamily="18" charset="0"/>
              </a:rPr>
              <a:t>बीटल</a:t>
            </a:r>
            <a:r>
              <a:rPr lang="en-IN" sz="1800" dirty="0">
                <a:effectLst/>
                <a:latin typeface="Calibri" panose="020F0502020204030204" pitchFamily="34" charset="0"/>
                <a:ea typeface="Calibri" panose="020F0502020204030204" pitchFamily="34" charset="0"/>
                <a:cs typeface="Times New Roman" panose="02020603050405020304" pitchFamily="18" charset="0"/>
              </a:rPr>
              <a:t> </a:t>
            </a:r>
            <a:r>
              <a:rPr lang="en-IN" sz="1800" dirty="0" err="1">
                <a:effectLst/>
                <a:latin typeface="Nirmala UI" panose="020B0502040204020203" pitchFamily="34" charset="0"/>
                <a:ea typeface="Calibri" panose="020F0502020204030204" pitchFamily="34" charset="0"/>
                <a:cs typeface="Times New Roman" panose="02020603050405020304" pitchFamily="18" charset="0"/>
              </a:rPr>
              <a:t>जाती</a:t>
            </a:r>
            <a:r>
              <a:rPr lang="en-IN" sz="1800" dirty="0">
                <a:effectLst/>
                <a:latin typeface="Calibri" panose="020F0502020204030204" pitchFamily="34" charset="0"/>
                <a:ea typeface="Calibri" panose="020F0502020204030204" pitchFamily="34" charset="0"/>
                <a:cs typeface="Times New Roman" panose="02020603050405020304" pitchFamily="18" charset="0"/>
              </a:rPr>
              <a:t> </a:t>
            </a:r>
            <a:r>
              <a:rPr lang="en-IN" sz="1800" dirty="0" err="1">
                <a:effectLst/>
                <a:latin typeface="Nirmala UI" panose="020B0502040204020203" pitchFamily="34" charset="0"/>
                <a:ea typeface="Calibri" panose="020F0502020204030204" pitchFamily="34" charset="0"/>
                <a:cs typeface="Times New Roman" panose="02020603050405020304" pitchFamily="18" charset="0"/>
              </a:rPr>
              <a:t>पंजाब</a:t>
            </a:r>
            <a:r>
              <a:rPr lang="en-IN" sz="1800" dirty="0">
                <a:effectLst/>
                <a:latin typeface="Calibri" panose="020F0502020204030204" pitchFamily="34" charset="0"/>
                <a:ea typeface="Calibri" panose="020F0502020204030204" pitchFamily="34" charset="0"/>
                <a:cs typeface="Times New Roman" panose="02020603050405020304" pitchFamily="18" charset="0"/>
              </a:rPr>
              <a:t> </a:t>
            </a:r>
            <a:r>
              <a:rPr lang="en-IN" sz="1800" dirty="0">
                <a:effectLst/>
                <a:latin typeface="Nirmala UI" panose="020B0502040204020203" pitchFamily="34" charset="0"/>
                <a:ea typeface="Calibri" panose="020F0502020204030204" pitchFamily="34" charset="0"/>
                <a:cs typeface="Times New Roman" panose="02020603050405020304" pitchFamily="18" charset="0"/>
              </a:rPr>
              <a:t>आणि</a:t>
            </a:r>
            <a:r>
              <a:rPr lang="en-IN" sz="1800" dirty="0">
                <a:effectLst/>
                <a:latin typeface="Calibri" panose="020F0502020204030204" pitchFamily="34" charset="0"/>
                <a:ea typeface="Calibri" panose="020F0502020204030204" pitchFamily="34" charset="0"/>
                <a:cs typeface="Times New Roman" panose="02020603050405020304" pitchFamily="18" charset="0"/>
              </a:rPr>
              <a:t> </a:t>
            </a:r>
            <a:r>
              <a:rPr lang="en-IN" sz="1800" dirty="0" err="1">
                <a:effectLst/>
                <a:latin typeface="Nirmala UI" panose="020B0502040204020203" pitchFamily="34" charset="0"/>
                <a:ea typeface="Calibri" panose="020F0502020204030204" pitchFamily="34" charset="0"/>
                <a:cs typeface="Times New Roman" panose="02020603050405020304" pitchFamily="18" charset="0"/>
              </a:rPr>
              <a:t>हरियाणामध्ये</a:t>
            </a:r>
            <a:r>
              <a:rPr lang="en-IN" sz="1800" dirty="0">
                <a:effectLst/>
                <a:latin typeface="Calibri" panose="020F0502020204030204" pitchFamily="34" charset="0"/>
                <a:ea typeface="Calibri" panose="020F0502020204030204" pitchFamily="34" charset="0"/>
                <a:cs typeface="Times New Roman" panose="02020603050405020304" pitchFamily="18" charset="0"/>
              </a:rPr>
              <a:t> </a:t>
            </a:r>
            <a:r>
              <a:rPr lang="en-IN" sz="1800" dirty="0" err="1">
                <a:effectLst/>
                <a:latin typeface="Nirmala UI" panose="020B0502040204020203" pitchFamily="34" charset="0"/>
                <a:ea typeface="Calibri" panose="020F0502020204030204" pitchFamily="34" charset="0"/>
                <a:cs typeface="Times New Roman" panose="02020603050405020304" pitchFamily="18" charset="0"/>
              </a:rPr>
              <a:t>आढळते</a:t>
            </a:r>
            <a:r>
              <a:rPr lang="en-IN" sz="1800" dirty="0">
                <a:effectLst/>
                <a:latin typeface="Calibri" panose="020F0502020204030204" pitchFamily="34" charset="0"/>
                <a:ea typeface="Calibri" panose="020F0502020204030204" pitchFamily="34" charset="0"/>
                <a:cs typeface="Times New Roman" panose="02020603050405020304" pitchFamily="18" charset="0"/>
              </a:rPr>
              <a:t>. </a:t>
            </a:r>
            <a:r>
              <a:rPr lang="en-IN" sz="1800" dirty="0" err="1">
                <a:effectLst/>
                <a:latin typeface="Nirmala UI" panose="020B0502040204020203" pitchFamily="34" charset="0"/>
                <a:ea typeface="Calibri" panose="020F0502020204030204" pitchFamily="34" charset="0"/>
                <a:cs typeface="Times New Roman" panose="02020603050405020304" pitchFamily="18" charset="0"/>
              </a:rPr>
              <a:t>आकाराने</a:t>
            </a:r>
            <a:r>
              <a:rPr lang="en-IN" sz="1800" dirty="0">
                <a:effectLst/>
                <a:latin typeface="Calibri" panose="020F0502020204030204" pitchFamily="34" charset="0"/>
                <a:ea typeface="Calibri" panose="020F0502020204030204" pitchFamily="34" charset="0"/>
                <a:cs typeface="Times New Roman" panose="02020603050405020304" pitchFamily="18" charset="0"/>
              </a:rPr>
              <a:t> </a:t>
            </a:r>
            <a:r>
              <a:rPr lang="en-IN" sz="1800" dirty="0">
                <a:effectLst/>
                <a:latin typeface="Nirmala UI" panose="020B0502040204020203" pitchFamily="34" charset="0"/>
                <a:ea typeface="Calibri" panose="020F0502020204030204" pitchFamily="34" charset="0"/>
                <a:cs typeface="Times New Roman" panose="02020603050405020304" pitchFamily="18" charset="0"/>
              </a:rPr>
              <a:t>लहान</a:t>
            </a:r>
            <a:r>
              <a:rPr lang="en-IN" sz="1800" dirty="0">
                <a:effectLst/>
                <a:latin typeface="Calibri" panose="020F0502020204030204" pitchFamily="34" charset="0"/>
                <a:ea typeface="Calibri" panose="020F0502020204030204" pitchFamily="34" charset="0"/>
                <a:cs typeface="Times New Roman" panose="02020603050405020304" pitchFamily="18" charset="0"/>
              </a:rPr>
              <a:t> </a:t>
            </a:r>
            <a:r>
              <a:rPr lang="en-IN" sz="1800" dirty="0" err="1">
                <a:effectLst/>
                <a:latin typeface="Nirmala UI" panose="020B0502040204020203" pitchFamily="34" charset="0"/>
                <a:ea typeface="Calibri" panose="020F0502020204030204" pitchFamily="34" charset="0"/>
                <a:cs typeface="Times New Roman" panose="02020603050405020304" pitchFamily="18" charset="0"/>
              </a:rPr>
              <a:t>असली</a:t>
            </a:r>
            <a:r>
              <a:rPr lang="en-IN" sz="1800" dirty="0">
                <a:effectLst/>
                <a:latin typeface="Calibri" panose="020F0502020204030204" pitchFamily="34" charset="0"/>
                <a:ea typeface="Calibri" panose="020F0502020204030204" pitchFamily="34" charset="0"/>
                <a:cs typeface="Times New Roman" panose="02020603050405020304" pitchFamily="18" charset="0"/>
              </a:rPr>
              <a:t> </a:t>
            </a:r>
            <a:r>
              <a:rPr lang="en-IN" sz="1800" dirty="0" err="1">
                <a:effectLst/>
                <a:latin typeface="Nirmala UI" panose="020B0502040204020203" pitchFamily="34" charset="0"/>
                <a:ea typeface="Calibri" panose="020F0502020204030204" pitchFamily="34" charset="0"/>
                <a:cs typeface="Times New Roman" panose="02020603050405020304" pitchFamily="18" charset="0"/>
              </a:rPr>
              <a:t>तरी</a:t>
            </a:r>
            <a:r>
              <a:rPr lang="en-IN" sz="1800" dirty="0">
                <a:effectLst/>
                <a:latin typeface="Calibri" panose="020F0502020204030204" pitchFamily="34" charset="0"/>
                <a:ea typeface="Calibri" panose="020F0502020204030204" pitchFamily="34" charset="0"/>
                <a:cs typeface="Times New Roman" panose="02020603050405020304" pitchFamily="18" charset="0"/>
              </a:rPr>
              <a:t> </a:t>
            </a:r>
            <a:r>
              <a:rPr lang="en-IN" sz="1800" dirty="0">
                <a:effectLst/>
                <a:latin typeface="Nirmala UI" panose="020B0502040204020203" pitchFamily="34" charset="0"/>
                <a:ea typeface="Calibri" panose="020F0502020204030204" pitchFamily="34" charset="0"/>
                <a:cs typeface="Times New Roman" panose="02020603050405020304" pitchFamily="18" charset="0"/>
              </a:rPr>
              <a:t>ही</a:t>
            </a:r>
            <a:r>
              <a:rPr lang="en-IN" sz="1800" dirty="0">
                <a:effectLst/>
                <a:latin typeface="Calibri" panose="020F0502020204030204" pitchFamily="34" charset="0"/>
                <a:ea typeface="Calibri" panose="020F0502020204030204" pitchFamily="34" charset="0"/>
                <a:cs typeface="Times New Roman" panose="02020603050405020304" pitchFamily="18" charset="0"/>
              </a:rPr>
              <a:t> </a:t>
            </a:r>
            <a:r>
              <a:rPr lang="en-IN" sz="1800" dirty="0" err="1">
                <a:effectLst/>
                <a:latin typeface="Nirmala UI" panose="020B0502040204020203" pitchFamily="34" charset="0"/>
                <a:ea typeface="Calibri" panose="020F0502020204030204" pitchFamily="34" charset="0"/>
                <a:cs typeface="Times New Roman" panose="02020603050405020304" pitchFamily="18" charset="0"/>
              </a:rPr>
              <a:t>जात</a:t>
            </a:r>
            <a:r>
              <a:rPr lang="en-IN" sz="1800" dirty="0">
                <a:effectLst/>
                <a:latin typeface="Calibri" panose="020F0502020204030204" pitchFamily="34" charset="0"/>
                <a:ea typeface="Calibri" panose="020F0502020204030204" pitchFamily="34" charset="0"/>
                <a:cs typeface="Times New Roman" panose="02020603050405020304" pitchFamily="18" charset="0"/>
              </a:rPr>
              <a:t> </a:t>
            </a:r>
            <a:r>
              <a:rPr lang="en-IN" sz="1800" dirty="0" err="1">
                <a:effectLst/>
                <a:latin typeface="Nirmala UI" panose="020B0502040204020203" pitchFamily="34" charset="0"/>
                <a:ea typeface="Calibri" panose="020F0502020204030204" pitchFamily="34" charset="0"/>
                <a:cs typeface="Times New Roman" panose="02020603050405020304" pitchFamily="18" charset="0"/>
              </a:rPr>
              <a:t>भारतातील</a:t>
            </a:r>
            <a:r>
              <a:rPr lang="en-IN" sz="1800" dirty="0">
                <a:effectLst/>
                <a:latin typeface="Calibri" panose="020F0502020204030204" pitchFamily="34" charset="0"/>
                <a:ea typeface="Calibri" panose="020F0502020204030204" pitchFamily="34" charset="0"/>
                <a:cs typeface="Times New Roman" panose="02020603050405020304" pitchFamily="18" charset="0"/>
              </a:rPr>
              <a:t> </a:t>
            </a:r>
            <a:r>
              <a:rPr lang="en-IN" sz="1800" dirty="0">
                <a:effectLst/>
                <a:latin typeface="Nirmala UI" panose="020B0502040204020203" pitchFamily="34" charset="0"/>
                <a:ea typeface="Calibri" panose="020F0502020204030204" pitchFamily="34" charset="0"/>
                <a:cs typeface="Times New Roman" panose="02020603050405020304" pitchFamily="18" charset="0"/>
              </a:rPr>
              <a:t>विविध</a:t>
            </a:r>
            <a:r>
              <a:rPr lang="en-IN" sz="1800" dirty="0">
                <a:effectLst/>
                <a:latin typeface="Calibri" panose="020F0502020204030204" pitchFamily="34" charset="0"/>
                <a:ea typeface="Calibri" panose="020F0502020204030204" pitchFamily="34" charset="0"/>
                <a:cs typeface="Times New Roman" panose="02020603050405020304" pitchFamily="18" charset="0"/>
              </a:rPr>
              <a:t> </a:t>
            </a:r>
            <a:r>
              <a:rPr lang="en-IN" sz="1800" dirty="0">
                <a:effectLst/>
                <a:latin typeface="Nirmala UI" panose="020B0502040204020203" pitchFamily="34" charset="0"/>
                <a:ea typeface="Calibri" panose="020F0502020204030204" pitchFamily="34" charset="0"/>
                <a:cs typeface="Times New Roman" panose="02020603050405020304" pitchFamily="18" charset="0"/>
              </a:rPr>
              <a:t>कृषी</a:t>
            </a:r>
            <a:r>
              <a:rPr lang="en-IN" sz="1800" dirty="0">
                <a:effectLst/>
                <a:latin typeface="Calibri" panose="020F0502020204030204" pitchFamily="34" charset="0"/>
                <a:ea typeface="Calibri" panose="020F0502020204030204" pitchFamily="34" charset="0"/>
                <a:cs typeface="Times New Roman" panose="02020603050405020304" pitchFamily="18" charset="0"/>
              </a:rPr>
              <a:t> </a:t>
            </a:r>
            <a:r>
              <a:rPr lang="en-IN" sz="1800" dirty="0" err="1">
                <a:effectLst/>
                <a:latin typeface="Nirmala UI" panose="020B0502040204020203" pitchFamily="34" charset="0"/>
                <a:ea typeface="Calibri" panose="020F0502020204030204" pitchFamily="34" charset="0"/>
                <a:cs typeface="Times New Roman" panose="02020603050405020304" pitchFamily="18" charset="0"/>
              </a:rPr>
              <a:t>हवामानाशी</a:t>
            </a:r>
            <a:r>
              <a:rPr lang="en-IN" sz="1800" dirty="0">
                <a:effectLst/>
                <a:latin typeface="Calibri" panose="020F0502020204030204" pitchFamily="34" charset="0"/>
                <a:ea typeface="Calibri" panose="020F0502020204030204" pitchFamily="34" charset="0"/>
                <a:cs typeface="Times New Roman" panose="02020603050405020304" pitchFamily="18" charset="0"/>
              </a:rPr>
              <a:t> </a:t>
            </a:r>
            <a:r>
              <a:rPr lang="en-IN" sz="1800" dirty="0" err="1">
                <a:effectLst/>
                <a:latin typeface="Nirmala UI" panose="020B0502040204020203" pitchFamily="34" charset="0"/>
                <a:ea typeface="Calibri" panose="020F0502020204030204" pitchFamily="34" charset="0"/>
                <a:cs typeface="Times New Roman" panose="02020603050405020304" pitchFamily="18" charset="0"/>
              </a:rPr>
              <a:t>जुळवून</a:t>
            </a:r>
            <a:r>
              <a:rPr lang="en-IN" sz="1800" dirty="0">
                <a:effectLst/>
                <a:latin typeface="Calibri" panose="020F0502020204030204" pitchFamily="34" charset="0"/>
                <a:ea typeface="Calibri" panose="020F0502020204030204" pitchFamily="34" charset="0"/>
                <a:cs typeface="Times New Roman" panose="02020603050405020304" pitchFamily="18" charset="0"/>
              </a:rPr>
              <a:t> </a:t>
            </a:r>
            <a:r>
              <a:rPr lang="en-IN" sz="1800" dirty="0" err="1">
                <a:effectLst/>
                <a:latin typeface="Nirmala UI" panose="020B0502040204020203" pitchFamily="34" charset="0"/>
                <a:ea typeface="Calibri" panose="020F0502020204030204" pitchFamily="34" charset="0"/>
                <a:cs typeface="Times New Roman" panose="02020603050405020304" pitchFamily="18" charset="0"/>
              </a:rPr>
              <a:t>घेते</a:t>
            </a:r>
            <a:r>
              <a:rPr lang="en-IN" sz="1800" dirty="0">
                <a:effectLst/>
                <a:latin typeface="Calibri" panose="020F0502020204030204" pitchFamily="34" charset="0"/>
                <a:ea typeface="Calibri" panose="020F0502020204030204" pitchFamily="34" charset="0"/>
                <a:cs typeface="Times New Roman" panose="02020603050405020304" pitchFamily="18" charset="0"/>
              </a:rPr>
              <a:t>. </a:t>
            </a:r>
            <a:r>
              <a:rPr lang="en-IN" sz="1800" dirty="0" err="1">
                <a:effectLst/>
                <a:latin typeface="Nirmala UI" panose="020B0502040204020203" pitchFamily="34" charset="0"/>
                <a:ea typeface="Calibri" panose="020F0502020204030204" pitchFamily="34" charset="0"/>
                <a:cs typeface="Times New Roman" panose="02020603050405020304" pitchFamily="18" charset="0"/>
              </a:rPr>
              <a:t>बीटल</a:t>
            </a:r>
            <a:r>
              <a:rPr lang="en-IN" sz="1800" dirty="0">
                <a:effectLst/>
                <a:latin typeface="Calibri" panose="020F0502020204030204" pitchFamily="34" charset="0"/>
                <a:ea typeface="Calibri" panose="020F0502020204030204" pitchFamily="34" charset="0"/>
                <a:cs typeface="Times New Roman" panose="02020603050405020304" pitchFamily="18" charset="0"/>
              </a:rPr>
              <a:t> </a:t>
            </a:r>
            <a:r>
              <a:rPr lang="en-IN" sz="1800" dirty="0">
                <a:effectLst/>
                <a:latin typeface="Nirmala UI" panose="020B0502040204020203" pitchFamily="34" charset="0"/>
                <a:ea typeface="Calibri" panose="020F0502020204030204" pitchFamily="34" charset="0"/>
                <a:cs typeface="Times New Roman" panose="02020603050405020304" pitchFamily="18" charset="0"/>
              </a:rPr>
              <a:t>ही</a:t>
            </a:r>
            <a:r>
              <a:rPr lang="en-IN" sz="1800" dirty="0">
                <a:effectLst/>
                <a:latin typeface="Calibri" panose="020F0502020204030204" pitchFamily="34" charset="0"/>
                <a:ea typeface="Calibri" panose="020F0502020204030204" pitchFamily="34" charset="0"/>
                <a:cs typeface="Times New Roman" panose="02020603050405020304" pitchFamily="18" charset="0"/>
              </a:rPr>
              <a:t> </a:t>
            </a:r>
            <a:r>
              <a:rPr lang="en-IN" sz="1800" dirty="0" err="1">
                <a:effectLst/>
                <a:latin typeface="Nirmala UI" panose="020B0502040204020203" pitchFamily="34" charset="0"/>
                <a:ea typeface="Calibri" panose="020F0502020204030204" pitchFamily="34" charset="0"/>
                <a:cs typeface="Times New Roman" panose="02020603050405020304" pitchFamily="18" charset="0"/>
              </a:rPr>
              <a:t>भारतातील</a:t>
            </a:r>
            <a:r>
              <a:rPr lang="en-IN" sz="1800" dirty="0">
                <a:effectLst/>
                <a:latin typeface="Calibri" panose="020F0502020204030204" pitchFamily="34" charset="0"/>
                <a:ea typeface="Calibri" panose="020F0502020204030204" pitchFamily="34" charset="0"/>
                <a:cs typeface="Times New Roman" panose="02020603050405020304" pitchFamily="18" charset="0"/>
              </a:rPr>
              <a:t> </a:t>
            </a:r>
            <a:r>
              <a:rPr lang="en-IN" sz="1800" dirty="0" err="1">
                <a:effectLst/>
                <a:latin typeface="Nirmala UI" panose="020B0502040204020203" pitchFamily="34" charset="0"/>
                <a:ea typeface="Calibri" panose="020F0502020204030204" pitchFamily="34" charset="0"/>
                <a:cs typeface="Times New Roman" panose="02020603050405020304" pitchFamily="18" charset="0"/>
              </a:rPr>
              <a:t>सर्वात</a:t>
            </a:r>
            <a:r>
              <a:rPr lang="en-IN" sz="1800" dirty="0">
                <a:effectLst/>
                <a:latin typeface="Calibri" panose="020F0502020204030204" pitchFamily="34" charset="0"/>
                <a:ea typeface="Calibri" panose="020F0502020204030204" pitchFamily="34" charset="0"/>
                <a:cs typeface="Times New Roman" panose="02020603050405020304" pitchFamily="18" charset="0"/>
              </a:rPr>
              <a:t> </a:t>
            </a:r>
            <a:r>
              <a:rPr lang="en-IN" sz="1800" dirty="0" err="1">
                <a:effectLst/>
                <a:latin typeface="Nirmala UI" panose="020B0502040204020203" pitchFamily="34" charset="0"/>
                <a:ea typeface="Calibri" panose="020F0502020204030204" pitchFamily="34" charset="0"/>
                <a:cs typeface="Times New Roman" panose="02020603050405020304" pitchFamily="18" charset="0"/>
              </a:rPr>
              <a:t>महाग</a:t>
            </a:r>
            <a:r>
              <a:rPr lang="en-IN" sz="1800" dirty="0">
                <a:effectLst/>
                <a:latin typeface="Calibri" panose="020F0502020204030204" pitchFamily="34" charset="0"/>
                <a:ea typeface="Calibri" panose="020F0502020204030204" pitchFamily="34" charset="0"/>
                <a:cs typeface="Times New Roman" panose="02020603050405020304" pitchFamily="18" charset="0"/>
              </a:rPr>
              <a:t> </a:t>
            </a:r>
            <a:r>
              <a:rPr lang="en-IN" sz="1800" dirty="0" err="1">
                <a:effectLst/>
                <a:latin typeface="Nirmala UI" panose="020B0502040204020203" pitchFamily="34" charset="0"/>
                <a:ea typeface="Calibri" panose="020F0502020204030204" pitchFamily="34" charset="0"/>
                <a:cs typeface="Times New Roman" panose="02020603050405020304" pitchFamily="18" charset="0"/>
              </a:rPr>
              <a:t>शेळीची</a:t>
            </a:r>
            <a:r>
              <a:rPr lang="en-IN" sz="1800" dirty="0">
                <a:effectLst/>
                <a:latin typeface="Calibri" panose="020F0502020204030204" pitchFamily="34" charset="0"/>
                <a:ea typeface="Calibri" panose="020F0502020204030204" pitchFamily="34" charset="0"/>
                <a:cs typeface="Times New Roman" panose="02020603050405020304" pitchFamily="18" charset="0"/>
              </a:rPr>
              <a:t> </a:t>
            </a:r>
            <a:r>
              <a:rPr lang="en-IN" sz="1800" dirty="0" err="1">
                <a:effectLst/>
                <a:latin typeface="Nirmala UI" panose="020B0502040204020203" pitchFamily="34" charset="0"/>
                <a:ea typeface="Calibri" panose="020F0502020204030204" pitchFamily="34" charset="0"/>
                <a:cs typeface="Times New Roman" panose="02020603050405020304" pitchFamily="18" charset="0"/>
              </a:rPr>
              <a:t>जात</a:t>
            </a:r>
            <a:r>
              <a:rPr lang="en-IN" sz="1800" dirty="0">
                <a:effectLst/>
                <a:latin typeface="Calibri" panose="020F0502020204030204" pitchFamily="34" charset="0"/>
                <a:ea typeface="Calibri" panose="020F0502020204030204" pitchFamily="34" charset="0"/>
                <a:cs typeface="Times New Roman" panose="02020603050405020304" pitchFamily="18" charset="0"/>
              </a:rPr>
              <a:t> </a:t>
            </a:r>
            <a:r>
              <a:rPr lang="en-IN" sz="1800" dirty="0" err="1">
                <a:effectLst/>
                <a:latin typeface="Nirmala UI" panose="020B0502040204020203" pitchFamily="34" charset="0"/>
                <a:ea typeface="Calibri" panose="020F0502020204030204" pitchFamily="34" charset="0"/>
                <a:cs typeface="Times New Roman" panose="02020603050405020304" pitchFamily="18" charset="0"/>
              </a:rPr>
              <a:t>आहे</a:t>
            </a:r>
            <a:r>
              <a:rPr lang="en-IN" sz="1800" dirty="0">
                <a:effectLst/>
                <a:latin typeface="Calibri" panose="020F0502020204030204" pitchFamily="34" charset="0"/>
                <a:ea typeface="Calibri" panose="020F0502020204030204" pitchFamily="34" charset="0"/>
                <a:cs typeface="Times New Roman" panose="02020603050405020304" pitchFamily="18" charset="0"/>
              </a:rPr>
              <a:t>.</a:t>
            </a:r>
          </a:p>
          <a:p>
            <a:pPr marL="285750" indent="-285750">
              <a:lnSpc>
                <a:spcPct val="107000"/>
              </a:lnSpc>
              <a:spcAft>
                <a:spcPts val="800"/>
              </a:spcAft>
              <a:buFont typeface="Arial" panose="020B0604020202020204" pitchFamily="34" charset="0"/>
              <a:buChar char="•"/>
            </a:pPr>
            <a:r>
              <a:rPr lang="en-IN" sz="1800" dirty="0">
                <a:effectLst/>
                <a:latin typeface="Nirmala UI" panose="020B0502040204020203" pitchFamily="34" charset="0"/>
                <a:ea typeface="Calibri" panose="020F0502020204030204" pitchFamily="34" charset="0"/>
                <a:cs typeface="Times New Roman" panose="02020603050405020304" pitchFamily="18" charset="0"/>
              </a:rPr>
              <a:t>ही</a:t>
            </a:r>
            <a:r>
              <a:rPr lang="en-IN" sz="1800" dirty="0">
                <a:effectLst/>
                <a:latin typeface="Calibri" panose="020F0502020204030204" pitchFamily="34" charset="0"/>
                <a:ea typeface="Calibri" panose="020F0502020204030204" pitchFamily="34" charset="0"/>
                <a:cs typeface="Times New Roman" panose="02020603050405020304" pitchFamily="18" charset="0"/>
              </a:rPr>
              <a:t> </a:t>
            </a:r>
            <a:r>
              <a:rPr lang="en-IN" sz="1800" dirty="0" err="1">
                <a:effectLst/>
                <a:latin typeface="Nirmala UI" panose="020B0502040204020203" pitchFamily="34" charset="0"/>
                <a:ea typeface="Calibri" panose="020F0502020204030204" pitchFamily="34" charset="0"/>
                <a:cs typeface="Times New Roman" panose="02020603050405020304" pitchFamily="18" charset="0"/>
              </a:rPr>
              <a:t>जात</a:t>
            </a:r>
            <a:r>
              <a:rPr lang="en-IN" sz="1800" dirty="0">
                <a:effectLst/>
                <a:latin typeface="Calibri" panose="020F0502020204030204" pitchFamily="34" charset="0"/>
                <a:ea typeface="Calibri" panose="020F0502020204030204" pitchFamily="34" charset="0"/>
                <a:cs typeface="Times New Roman" panose="02020603050405020304" pitchFamily="18" charset="0"/>
              </a:rPr>
              <a:t> </a:t>
            </a:r>
            <a:r>
              <a:rPr lang="en-IN" sz="1800" dirty="0" err="1">
                <a:effectLst/>
                <a:latin typeface="Nirmala UI" panose="020B0502040204020203" pitchFamily="34" charset="0"/>
                <a:ea typeface="Calibri" panose="020F0502020204030204" pitchFamily="34" charset="0"/>
                <a:cs typeface="Times New Roman" panose="02020603050405020304" pitchFamily="18" charset="0"/>
              </a:rPr>
              <a:t>जमुनापारी</a:t>
            </a:r>
            <a:r>
              <a:rPr lang="en-IN" sz="1800" dirty="0">
                <a:effectLst/>
                <a:latin typeface="Calibri" panose="020F0502020204030204" pitchFamily="34" charset="0"/>
                <a:ea typeface="Calibri" panose="020F0502020204030204" pitchFamily="34" charset="0"/>
                <a:cs typeface="Times New Roman" panose="02020603050405020304" pitchFamily="18" charset="0"/>
              </a:rPr>
              <a:t> </a:t>
            </a:r>
            <a:r>
              <a:rPr lang="en-IN" sz="1800" dirty="0" err="1">
                <a:effectLst/>
                <a:latin typeface="Nirmala UI" panose="020B0502040204020203" pitchFamily="34" charset="0"/>
                <a:ea typeface="Calibri" panose="020F0502020204030204" pitchFamily="34" charset="0"/>
                <a:cs typeface="Times New Roman" panose="02020603050405020304" pitchFamily="18" charset="0"/>
              </a:rPr>
              <a:t>जातीपासून</a:t>
            </a:r>
            <a:r>
              <a:rPr lang="en-IN" sz="1800" dirty="0">
                <a:effectLst/>
                <a:latin typeface="Calibri" panose="020F0502020204030204" pitchFamily="34" charset="0"/>
                <a:ea typeface="Calibri" panose="020F0502020204030204" pitchFamily="34" charset="0"/>
                <a:cs typeface="Times New Roman" panose="02020603050405020304" pitchFamily="18" charset="0"/>
              </a:rPr>
              <a:t> </a:t>
            </a:r>
            <a:r>
              <a:rPr lang="en-IN" sz="1800" dirty="0" err="1">
                <a:effectLst/>
                <a:latin typeface="Nirmala UI" panose="020B0502040204020203" pitchFamily="34" charset="0"/>
                <a:ea typeface="Calibri" panose="020F0502020204030204" pitchFamily="34" charset="0"/>
                <a:cs typeface="Times New Roman" panose="02020603050405020304" pitchFamily="18" charset="0"/>
              </a:rPr>
              <a:t>उत्क्रांत</a:t>
            </a:r>
            <a:r>
              <a:rPr lang="en-IN" sz="1800" dirty="0">
                <a:effectLst/>
                <a:latin typeface="Calibri" panose="020F0502020204030204" pitchFamily="34" charset="0"/>
                <a:ea typeface="Calibri" panose="020F0502020204030204" pitchFamily="34" charset="0"/>
                <a:cs typeface="Times New Roman" panose="02020603050405020304" pitchFamily="18" charset="0"/>
              </a:rPr>
              <a:t> </a:t>
            </a:r>
            <a:r>
              <a:rPr lang="en-IN" sz="1800" dirty="0">
                <a:effectLst/>
                <a:latin typeface="Nirmala UI" panose="020B0502040204020203" pitchFamily="34" charset="0"/>
                <a:ea typeface="Calibri" panose="020F0502020204030204" pitchFamily="34" charset="0"/>
                <a:cs typeface="Times New Roman" panose="02020603050405020304" pitchFamily="18" charset="0"/>
              </a:rPr>
              <a:t>झाली</a:t>
            </a:r>
            <a:r>
              <a:rPr lang="en-IN" sz="1800" dirty="0">
                <a:effectLst/>
                <a:latin typeface="Calibri" panose="020F0502020204030204" pitchFamily="34" charset="0"/>
                <a:ea typeface="Calibri" panose="020F0502020204030204" pitchFamily="34" charset="0"/>
                <a:cs typeface="Times New Roman" panose="02020603050405020304" pitchFamily="18" charset="0"/>
              </a:rPr>
              <a:t>, </a:t>
            </a:r>
            <a:r>
              <a:rPr lang="en-IN" sz="1800" dirty="0" err="1">
                <a:effectLst/>
                <a:latin typeface="Nirmala UI" panose="020B0502040204020203" pitchFamily="34" charset="0"/>
                <a:ea typeface="Calibri" panose="020F0502020204030204" pitchFamily="34" charset="0"/>
                <a:cs typeface="Times New Roman" panose="02020603050405020304" pitchFamily="18" charset="0"/>
              </a:rPr>
              <a:t>त्यामुळे</a:t>
            </a:r>
            <a:r>
              <a:rPr lang="en-IN" sz="1800" dirty="0">
                <a:effectLst/>
                <a:latin typeface="Calibri" panose="020F0502020204030204" pitchFamily="34" charset="0"/>
                <a:ea typeface="Calibri" panose="020F0502020204030204" pitchFamily="34" charset="0"/>
                <a:cs typeface="Times New Roman" panose="02020603050405020304" pitchFamily="18" charset="0"/>
              </a:rPr>
              <a:t> </a:t>
            </a:r>
            <a:r>
              <a:rPr lang="en-IN" sz="1800" dirty="0" err="1">
                <a:effectLst/>
                <a:latin typeface="Nirmala UI" panose="020B0502040204020203" pitchFamily="34" charset="0"/>
                <a:ea typeface="Calibri" panose="020F0502020204030204" pitchFamily="34" charset="0"/>
                <a:cs typeface="Times New Roman" panose="02020603050405020304" pitchFamily="18" charset="0"/>
              </a:rPr>
              <a:t>आकार</a:t>
            </a:r>
            <a:r>
              <a:rPr lang="en-IN" sz="1800" dirty="0">
                <a:effectLst/>
                <a:latin typeface="Calibri" panose="020F0502020204030204" pitchFamily="34" charset="0"/>
                <a:ea typeface="Calibri" panose="020F0502020204030204" pitchFamily="34" charset="0"/>
                <a:cs typeface="Times New Roman" panose="02020603050405020304" pitchFamily="18" charset="0"/>
              </a:rPr>
              <a:t> </a:t>
            </a:r>
            <a:r>
              <a:rPr lang="en-IN" sz="1800" dirty="0" err="1">
                <a:effectLst/>
                <a:latin typeface="Nirmala UI" panose="020B0502040204020203" pitchFamily="34" charset="0"/>
                <a:ea typeface="Calibri" panose="020F0502020204030204" pitchFamily="34" charset="0"/>
                <a:cs typeface="Times New Roman" panose="02020603050405020304" pitchFamily="18" charset="0"/>
              </a:rPr>
              <a:t>वगळता</a:t>
            </a:r>
            <a:r>
              <a:rPr lang="en-IN" sz="1800" dirty="0">
                <a:effectLst/>
                <a:latin typeface="Calibri" panose="020F0502020204030204" pitchFamily="34" charset="0"/>
                <a:ea typeface="Calibri" panose="020F0502020204030204" pitchFamily="34" charset="0"/>
                <a:cs typeface="Times New Roman" panose="02020603050405020304" pitchFamily="18" charset="0"/>
              </a:rPr>
              <a:t> </a:t>
            </a:r>
            <a:r>
              <a:rPr lang="en-IN" sz="1800" dirty="0" err="1">
                <a:effectLst/>
                <a:latin typeface="Nirmala UI" panose="020B0502040204020203" pitchFamily="34" charset="0"/>
                <a:ea typeface="Calibri" panose="020F0502020204030204" pitchFamily="34" charset="0"/>
                <a:cs typeface="Times New Roman" panose="02020603050405020304" pitchFamily="18" charset="0"/>
              </a:rPr>
              <a:t>शारीरिक</a:t>
            </a:r>
            <a:r>
              <a:rPr lang="en-IN" sz="1800" dirty="0">
                <a:effectLst/>
                <a:latin typeface="Calibri" panose="020F0502020204030204" pitchFamily="34" charset="0"/>
                <a:ea typeface="Calibri" panose="020F0502020204030204" pitchFamily="34" charset="0"/>
                <a:cs typeface="Times New Roman" panose="02020603050405020304" pitchFamily="18" charset="0"/>
              </a:rPr>
              <a:t> </a:t>
            </a:r>
            <a:r>
              <a:rPr lang="en-IN" sz="1800" dirty="0" err="1">
                <a:effectLst/>
                <a:latin typeface="Nirmala UI" panose="020B0502040204020203" pitchFamily="34" charset="0"/>
                <a:ea typeface="Calibri" panose="020F0502020204030204" pitchFamily="34" charset="0"/>
                <a:cs typeface="Times New Roman" panose="02020603050405020304" pitchFamily="18" charset="0"/>
              </a:rPr>
              <a:t>वैशिष्ट्ये</a:t>
            </a:r>
            <a:r>
              <a:rPr lang="en-IN" sz="1800" dirty="0">
                <a:effectLst/>
                <a:latin typeface="Calibri" panose="020F0502020204030204" pitchFamily="34" charset="0"/>
                <a:ea typeface="Calibri" panose="020F0502020204030204" pitchFamily="34" charset="0"/>
                <a:cs typeface="Times New Roman" panose="02020603050405020304" pitchFamily="18" charset="0"/>
              </a:rPr>
              <a:t> </a:t>
            </a:r>
            <a:r>
              <a:rPr lang="en-IN" sz="1800" dirty="0" err="1">
                <a:effectLst/>
                <a:latin typeface="Nirmala UI" panose="020B0502040204020203" pitchFamily="34" charset="0"/>
                <a:ea typeface="Calibri" panose="020F0502020204030204" pitchFamily="34" charset="0"/>
                <a:cs typeface="Times New Roman" panose="02020603050405020304" pitchFamily="18" charset="0"/>
              </a:rPr>
              <a:t>जवळजवळ</a:t>
            </a:r>
            <a:r>
              <a:rPr lang="en-IN" sz="1800" dirty="0">
                <a:effectLst/>
                <a:latin typeface="Calibri" panose="020F0502020204030204" pitchFamily="34" charset="0"/>
                <a:ea typeface="Calibri" panose="020F0502020204030204" pitchFamily="34" charset="0"/>
                <a:cs typeface="Times New Roman" panose="02020603050405020304" pitchFamily="18" charset="0"/>
              </a:rPr>
              <a:t> </a:t>
            </a:r>
            <a:r>
              <a:rPr lang="en-IN" sz="1800" dirty="0" err="1">
                <a:effectLst/>
                <a:latin typeface="Nirmala UI" panose="020B0502040204020203" pitchFamily="34" charset="0"/>
                <a:ea typeface="Calibri" panose="020F0502020204030204" pitchFamily="34" charset="0"/>
                <a:cs typeface="Times New Roman" panose="02020603050405020304" pitchFamily="18" charset="0"/>
              </a:rPr>
              <a:t>सारखीच</a:t>
            </a:r>
            <a:r>
              <a:rPr lang="en-IN" sz="1800" dirty="0">
                <a:effectLst/>
                <a:latin typeface="Calibri" panose="020F0502020204030204" pitchFamily="34" charset="0"/>
                <a:ea typeface="Calibri" panose="020F0502020204030204" pitchFamily="34" charset="0"/>
                <a:cs typeface="Times New Roman" panose="02020603050405020304" pitchFamily="18" charset="0"/>
              </a:rPr>
              <a:t> </a:t>
            </a:r>
            <a:r>
              <a:rPr lang="en-IN" sz="1800" dirty="0">
                <a:effectLst/>
                <a:latin typeface="Nirmala UI" panose="020B0502040204020203" pitchFamily="34" charset="0"/>
                <a:ea typeface="Calibri" panose="020F0502020204030204" pitchFamily="34" charset="0"/>
                <a:cs typeface="Times New Roman" panose="02020603050405020304" pitchFamily="18" charset="0"/>
              </a:rPr>
              <a:t>आहेत</a:t>
            </a:r>
            <a:r>
              <a:rPr lang="en-IN" sz="1800" dirty="0">
                <a:effectLst/>
                <a:latin typeface="Calibri" panose="020F0502020204030204" pitchFamily="34" charset="0"/>
                <a:ea typeface="Calibri" panose="020F0502020204030204" pitchFamily="34" charset="0"/>
                <a:cs typeface="Times New Roman" panose="02020603050405020304" pitchFamily="18" charset="0"/>
              </a:rPr>
              <a:t>. </a:t>
            </a:r>
            <a:r>
              <a:rPr lang="en-IN" sz="1800" dirty="0" err="1">
                <a:effectLst/>
                <a:latin typeface="Nirmala UI" panose="020B0502040204020203" pitchFamily="34" charset="0"/>
                <a:ea typeface="Calibri" panose="020F0502020204030204" pitchFamily="34" charset="0"/>
                <a:cs typeface="Times New Roman" panose="02020603050405020304" pitchFamily="18" charset="0"/>
              </a:rPr>
              <a:t>बीटल</a:t>
            </a:r>
            <a:r>
              <a:rPr lang="en-IN" sz="1800" dirty="0">
                <a:effectLst/>
                <a:latin typeface="Calibri" panose="020F0502020204030204" pitchFamily="34" charset="0"/>
                <a:ea typeface="Calibri" panose="020F0502020204030204" pitchFamily="34" charset="0"/>
                <a:cs typeface="Times New Roman" panose="02020603050405020304" pitchFamily="18" charset="0"/>
              </a:rPr>
              <a:t> </a:t>
            </a:r>
            <a:r>
              <a:rPr lang="en-IN" sz="1800" dirty="0" err="1">
                <a:effectLst/>
                <a:latin typeface="Nirmala UI" panose="020B0502040204020203" pitchFamily="34" charset="0"/>
                <a:ea typeface="Calibri" panose="020F0502020204030204" pitchFamily="34" charset="0"/>
                <a:cs typeface="Times New Roman" panose="02020603050405020304" pitchFamily="18" charset="0"/>
              </a:rPr>
              <a:t>जात</a:t>
            </a:r>
            <a:r>
              <a:rPr lang="en-IN" sz="1800" dirty="0">
                <a:effectLst/>
                <a:latin typeface="Calibri" panose="020F0502020204030204" pitchFamily="34" charset="0"/>
                <a:ea typeface="Calibri" panose="020F0502020204030204" pitchFamily="34" charset="0"/>
                <a:cs typeface="Times New Roman" panose="02020603050405020304" pitchFamily="18" charset="0"/>
              </a:rPr>
              <a:t> </a:t>
            </a:r>
            <a:r>
              <a:rPr lang="en-IN" sz="1800" dirty="0" err="1">
                <a:effectLst/>
                <a:latin typeface="Nirmala UI" panose="020B0502040204020203" pitchFamily="34" charset="0"/>
                <a:ea typeface="Calibri" panose="020F0502020204030204" pitchFamily="34" charset="0"/>
                <a:cs typeface="Times New Roman" panose="02020603050405020304" pitchFamily="18" charset="0"/>
              </a:rPr>
              <a:t>आकाराने</a:t>
            </a:r>
            <a:r>
              <a:rPr lang="en-IN" sz="1800" dirty="0">
                <a:effectLst/>
                <a:latin typeface="Calibri" panose="020F0502020204030204" pitchFamily="34" charset="0"/>
                <a:ea typeface="Calibri" panose="020F0502020204030204" pitchFamily="34" charset="0"/>
                <a:cs typeface="Times New Roman" panose="02020603050405020304" pitchFamily="18" charset="0"/>
              </a:rPr>
              <a:t> </a:t>
            </a:r>
            <a:r>
              <a:rPr lang="en-IN" sz="1800" dirty="0">
                <a:effectLst/>
                <a:latin typeface="Nirmala UI" panose="020B0502040204020203" pitchFamily="34" charset="0"/>
                <a:ea typeface="Calibri" panose="020F0502020204030204" pitchFamily="34" charset="0"/>
                <a:cs typeface="Times New Roman" panose="02020603050405020304" pitchFamily="18" charset="0"/>
              </a:rPr>
              <a:t>लहान</a:t>
            </a:r>
            <a:r>
              <a:rPr lang="en-IN" sz="1800" dirty="0">
                <a:effectLst/>
                <a:latin typeface="Calibri" panose="020F0502020204030204" pitchFamily="34" charset="0"/>
                <a:ea typeface="Calibri" panose="020F0502020204030204" pitchFamily="34" charset="0"/>
                <a:cs typeface="Times New Roman" panose="02020603050405020304" pitchFamily="18" charset="0"/>
              </a:rPr>
              <a:t> </a:t>
            </a:r>
            <a:r>
              <a:rPr lang="en-IN" sz="1800" dirty="0" err="1">
                <a:effectLst/>
                <a:latin typeface="Nirmala UI" panose="020B0502040204020203" pitchFamily="34" charset="0"/>
                <a:ea typeface="Calibri" panose="020F0502020204030204" pitchFamily="34" charset="0"/>
                <a:cs typeface="Times New Roman" panose="02020603050405020304" pitchFamily="18" charset="0"/>
              </a:rPr>
              <a:t>असते</a:t>
            </a:r>
            <a:r>
              <a:rPr lang="en-IN" sz="1800" dirty="0">
                <a:effectLst/>
                <a:latin typeface="Calibri" panose="020F0502020204030204" pitchFamily="34" charset="0"/>
                <a:ea typeface="Calibri" panose="020F0502020204030204" pitchFamily="34" charset="0"/>
                <a:cs typeface="Times New Roman" panose="02020603050405020304" pitchFamily="18" charset="0"/>
              </a:rPr>
              <a:t>. </a:t>
            </a:r>
            <a:r>
              <a:rPr lang="en-IN" sz="1800" dirty="0" err="1">
                <a:effectLst/>
                <a:latin typeface="Nirmala UI" panose="020B0502040204020203" pitchFamily="34" charset="0"/>
                <a:ea typeface="Calibri" panose="020F0502020204030204" pitchFamily="34" charset="0"/>
                <a:cs typeface="Times New Roman" panose="02020603050405020304" pitchFamily="18" charset="0"/>
              </a:rPr>
              <a:t>प्राण्याचा</a:t>
            </a:r>
            <a:r>
              <a:rPr lang="en-IN" sz="1800" dirty="0">
                <a:effectLst/>
                <a:latin typeface="Calibri" panose="020F0502020204030204" pitchFamily="34" charset="0"/>
                <a:ea typeface="Calibri" panose="020F0502020204030204" pitchFamily="34" charset="0"/>
                <a:cs typeface="Times New Roman" panose="02020603050405020304" pitchFamily="18" charset="0"/>
              </a:rPr>
              <a:t> </a:t>
            </a:r>
            <a:r>
              <a:rPr lang="en-IN" sz="1800" dirty="0" err="1">
                <a:effectLst/>
                <a:latin typeface="Nirmala UI" panose="020B0502040204020203" pitchFamily="34" charset="0"/>
                <a:ea typeface="Calibri" panose="020F0502020204030204" pitchFamily="34" charset="0"/>
                <a:cs typeface="Times New Roman" panose="02020603050405020304" pitchFamily="18" charset="0"/>
              </a:rPr>
              <a:t>रंग</a:t>
            </a:r>
            <a:r>
              <a:rPr lang="en-IN" sz="1800" dirty="0">
                <a:effectLst/>
                <a:latin typeface="Calibri" panose="020F0502020204030204" pitchFamily="34" charset="0"/>
                <a:ea typeface="Calibri" panose="020F0502020204030204" pitchFamily="34" charset="0"/>
                <a:cs typeface="Times New Roman" panose="02020603050405020304" pitchFamily="18" charset="0"/>
              </a:rPr>
              <a:t> </a:t>
            </a:r>
            <a:r>
              <a:rPr lang="en-IN" sz="1800" dirty="0" err="1">
                <a:effectLst/>
                <a:latin typeface="Nirmala UI" panose="020B0502040204020203" pitchFamily="34" charset="0"/>
                <a:ea typeface="Calibri" panose="020F0502020204030204" pitchFamily="34" charset="0"/>
                <a:cs typeface="Times New Roman" panose="02020603050405020304" pitchFamily="18" charset="0"/>
              </a:rPr>
              <a:t>लाल</a:t>
            </a:r>
            <a:r>
              <a:rPr lang="en-IN" sz="1800" dirty="0">
                <a:effectLst/>
                <a:latin typeface="Calibri" panose="020F0502020204030204" pitchFamily="34" charset="0"/>
                <a:ea typeface="Calibri" panose="020F0502020204030204" pitchFamily="34" charset="0"/>
                <a:cs typeface="Times New Roman" panose="02020603050405020304" pitchFamily="18" charset="0"/>
              </a:rPr>
              <a:t> </a:t>
            </a:r>
            <a:r>
              <a:rPr lang="en-IN" sz="1800" dirty="0">
                <a:effectLst/>
                <a:latin typeface="Nirmala UI" panose="020B0502040204020203" pitchFamily="34" charset="0"/>
                <a:ea typeface="Calibri" panose="020F0502020204030204" pitchFamily="34" charset="0"/>
                <a:cs typeface="Times New Roman" panose="02020603050405020304" pitchFamily="18" charset="0"/>
              </a:rPr>
              <a:t>आणि</a:t>
            </a:r>
            <a:r>
              <a:rPr lang="en-IN" sz="1800" dirty="0">
                <a:effectLst/>
                <a:latin typeface="Calibri" panose="020F0502020204030204" pitchFamily="34" charset="0"/>
                <a:ea typeface="Calibri" panose="020F0502020204030204" pitchFamily="34" charset="0"/>
                <a:cs typeface="Times New Roman" panose="02020603050405020304" pitchFamily="18" charset="0"/>
              </a:rPr>
              <a:t> </a:t>
            </a:r>
            <a:r>
              <a:rPr lang="en-IN" sz="1800" dirty="0" err="1">
                <a:effectLst/>
                <a:latin typeface="Nirmala UI" panose="020B0502040204020203" pitchFamily="34" charset="0"/>
                <a:ea typeface="Calibri" panose="020F0502020204030204" pitchFamily="34" charset="0"/>
                <a:cs typeface="Times New Roman" panose="02020603050405020304" pitchFamily="18" charset="0"/>
              </a:rPr>
              <a:t>टॅन</a:t>
            </a:r>
            <a:r>
              <a:rPr lang="en-IN" sz="1800" dirty="0">
                <a:effectLst/>
                <a:latin typeface="Calibri" panose="020F0502020204030204" pitchFamily="34" charset="0"/>
                <a:ea typeface="Calibri" panose="020F0502020204030204" pitchFamily="34" charset="0"/>
                <a:cs typeface="Times New Roman" panose="02020603050405020304" pitchFamily="18" charset="0"/>
              </a:rPr>
              <a:t> </a:t>
            </a:r>
            <a:r>
              <a:rPr lang="en-IN" sz="1800" dirty="0">
                <a:effectLst/>
                <a:latin typeface="Nirmala UI" panose="020B0502040204020203" pitchFamily="34" charset="0"/>
                <a:ea typeface="Calibri" panose="020F0502020204030204" pitchFamily="34" charset="0"/>
                <a:cs typeface="Times New Roman" panose="02020603050405020304" pitchFamily="18" charset="0"/>
              </a:rPr>
              <a:t>असतो</a:t>
            </a:r>
            <a:r>
              <a:rPr lang="en-IN" sz="1800" dirty="0">
                <a:effectLst/>
                <a:latin typeface="Calibri" panose="020F0502020204030204" pitchFamily="34" charset="0"/>
                <a:ea typeface="Calibri" panose="020F0502020204030204" pitchFamily="34" charset="0"/>
                <a:cs typeface="Times New Roman" panose="02020603050405020304" pitchFamily="18" charset="0"/>
              </a:rPr>
              <a:t>, </a:t>
            </a:r>
            <a:r>
              <a:rPr lang="en-IN" sz="1800" dirty="0" err="1">
                <a:effectLst/>
                <a:latin typeface="Nirmala UI" panose="020B0502040204020203" pitchFamily="34" charset="0"/>
                <a:ea typeface="Calibri" panose="020F0502020204030204" pitchFamily="34" charset="0"/>
                <a:cs typeface="Times New Roman" panose="02020603050405020304" pitchFamily="18" charset="0"/>
              </a:rPr>
              <a:t>पांढऱ्यावर</a:t>
            </a:r>
            <a:r>
              <a:rPr lang="en-IN" sz="1800" dirty="0">
                <a:effectLst/>
                <a:latin typeface="Calibri" panose="020F0502020204030204" pitchFamily="34" charset="0"/>
                <a:ea typeface="Calibri" panose="020F0502020204030204" pitchFamily="34" charset="0"/>
                <a:cs typeface="Times New Roman" panose="02020603050405020304" pitchFamily="18" charset="0"/>
              </a:rPr>
              <a:t> </a:t>
            </a:r>
            <a:r>
              <a:rPr lang="en-IN" sz="1800" dirty="0" err="1">
                <a:effectLst/>
                <a:latin typeface="Nirmala UI" panose="020B0502040204020203" pitchFamily="34" charset="0"/>
                <a:ea typeface="Calibri" panose="020F0502020204030204" pitchFamily="34" charset="0"/>
                <a:cs typeface="Times New Roman" panose="02020603050405020304" pitchFamily="18" charset="0"/>
              </a:rPr>
              <a:t>जोरदारपणे</a:t>
            </a:r>
            <a:r>
              <a:rPr lang="en-IN" sz="1800" dirty="0">
                <a:effectLst/>
                <a:latin typeface="Calibri" panose="020F0502020204030204" pitchFamily="34" charset="0"/>
                <a:ea typeface="Calibri" panose="020F0502020204030204" pitchFamily="34" charset="0"/>
                <a:cs typeface="Times New Roman" panose="02020603050405020304" pitchFamily="18" charset="0"/>
              </a:rPr>
              <a:t> </a:t>
            </a:r>
            <a:r>
              <a:rPr lang="en-IN" sz="1800" dirty="0" err="1">
                <a:effectLst/>
                <a:latin typeface="Nirmala UI" panose="020B0502040204020203" pitchFamily="34" charset="0"/>
                <a:ea typeface="Calibri" panose="020F0502020204030204" pitchFamily="34" charset="0"/>
                <a:cs typeface="Times New Roman" panose="02020603050405020304" pitchFamily="18" charset="0"/>
              </a:rPr>
              <a:t>ठिपका</a:t>
            </a:r>
            <a:r>
              <a:rPr lang="en-IN" sz="1800" dirty="0">
                <a:effectLst/>
                <a:latin typeface="Calibri" panose="020F0502020204030204" pitchFamily="34" charset="0"/>
                <a:ea typeface="Calibri" panose="020F0502020204030204" pitchFamily="34" charset="0"/>
                <a:cs typeface="Times New Roman" panose="02020603050405020304" pitchFamily="18" charset="0"/>
              </a:rPr>
              <a:t> </a:t>
            </a:r>
            <a:r>
              <a:rPr lang="en-IN" sz="1800" dirty="0">
                <a:effectLst/>
                <a:latin typeface="Nirmala UI" panose="020B0502040204020203" pitchFamily="34" charset="0"/>
                <a:ea typeface="Calibri" panose="020F0502020204030204" pitchFamily="34" charset="0"/>
                <a:cs typeface="Times New Roman" panose="02020603050405020304" pitchFamily="18" charset="0"/>
              </a:rPr>
              <a:t>असतो</a:t>
            </a:r>
            <a:r>
              <a:rPr lang="en-IN" sz="1800" dirty="0">
                <a:effectLst/>
                <a:latin typeface="Calibri" panose="020F0502020204030204" pitchFamily="34" charset="0"/>
                <a:ea typeface="Calibri" panose="020F0502020204030204" pitchFamily="34" charset="0"/>
                <a:cs typeface="Times New Roman" panose="02020603050405020304" pitchFamily="18" charset="0"/>
              </a:rPr>
              <a:t>.</a:t>
            </a:r>
          </a:p>
          <a:p>
            <a:pPr marL="285750" indent="-285750">
              <a:lnSpc>
                <a:spcPct val="107000"/>
              </a:lnSpc>
              <a:spcAft>
                <a:spcPts val="800"/>
              </a:spcAft>
              <a:buFont typeface="Arial" panose="020B0604020202020204" pitchFamily="34" charset="0"/>
              <a:buChar char="•"/>
            </a:pPr>
            <a:r>
              <a:rPr lang="en-IN" sz="1800" dirty="0">
                <a:effectLst/>
                <a:latin typeface="Calibri" panose="020F0502020204030204" pitchFamily="34" charset="0"/>
                <a:ea typeface="Calibri" panose="020F0502020204030204" pitchFamily="34" charset="0"/>
                <a:cs typeface="Times New Roman" panose="02020603050405020304" pitchFamily="18" charset="0"/>
              </a:rPr>
              <a:t> </a:t>
            </a:r>
            <a:r>
              <a:rPr lang="en-IN" sz="1800" dirty="0" err="1">
                <a:effectLst/>
                <a:latin typeface="Nirmala UI" panose="020B0502040204020203" pitchFamily="34" charset="0"/>
                <a:ea typeface="Calibri" panose="020F0502020204030204" pitchFamily="34" charset="0"/>
                <a:cs typeface="Times New Roman" panose="02020603050405020304" pitchFamily="18" charset="0"/>
              </a:rPr>
              <a:t>बोकडाचे</a:t>
            </a:r>
            <a:r>
              <a:rPr lang="en-IN" sz="1800" dirty="0">
                <a:effectLst/>
                <a:latin typeface="Calibri" panose="020F0502020204030204" pitchFamily="34" charset="0"/>
                <a:ea typeface="Calibri" panose="020F0502020204030204" pitchFamily="34" charset="0"/>
                <a:cs typeface="Times New Roman" panose="02020603050405020304" pitchFamily="18" charset="0"/>
              </a:rPr>
              <a:t> </a:t>
            </a:r>
            <a:r>
              <a:rPr lang="en-IN" sz="1800" dirty="0">
                <a:effectLst/>
                <a:latin typeface="Nirmala UI" panose="020B0502040204020203" pitchFamily="34" charset="0"/>
                <a:ea typeface="Calibri" panose="020F0502020204030204" pitchFamily="34" charset="0"/>
                <a:cs typeface="Times New Roman" panose="02020603050405020304" pitchFamily="18" charset="0"/>
              </a:rPr>
              <a:t>वजन</a:t>
            </a:r>
            <a:r>
              <a:rPr lang="en-IN" sz="1800" dirty="0">
                <a:effectLst/>
                <a:latin typeface="Calibri" panose="020F0502020204030204" pitchFamily="34" charset="0"/>
                <a:ea typeface="Calibri" panose="020F0502020204030204" pitchFamily="34" charset="0"/>
                <a:cs typeface="Times New Roman" panose="02020603050405020304" pitchFamily="18" charset="0"/>
              </a:rPr>
              <a:t> 50 </a:t>
            </a:r>
            <a:r>
              <a:rPr lang="en-IN" sz="1800" dirty="0">
                <a:effectLst/>
                <a:latin typeface="Nirmala UI" panose="020B0502040204020203" pitchFamily="34" charset="0"/>
                <a:ea typeface="Calibri" panose="020F0502020204030204" pitchFamily="34" charset="0"/>
                <a:cs typeface="Times New Roman" panose="02020603050405020304" pitchFamily="18" charset="0"/>
              </a:rPr>
              <a:t>ते</a:t>
            </a:r>
            <a:r>
              <a:rPr lang="en-IN" sz="1800" dirty="0">
                <a:effectLst/>
                <a:latin typeface="Calibri" panose="020F0502020204030204" pitchFamily="34" charset="0"/>
                <a:ea typeface="Calibri" panose="020F0502020204030204" pitchFamily="34" charset="0"/>
                <a:cs typeface="Times New Roman" panose="02020603050405020304" pitchFamily="18" charset="0"/>
              </a:rPr>
              <a:t> 70 </a:t>
            </a:r>
            <a:r>
              <a:rPr lang="en-IN" sz="1800" dirty="0" err="1">
                <a:effectLst/>
                <a:latin typeface="Nirmala UI" panose="020B0502040204020203" pitchFamily="34" charset="0"/>
                <a:ea typeface="Calibri" panose="020F0502020204030204" pitchFamily="34" charset="0"/>
                <a:cs typeface="Times New Roman" panose="02020603050405020304" pitchFamily="18" charset="0"/>
              </a:rPr>
              <a:t>किलो</a:t>
            </a:r>
            <a:r>
              <a:rPr lang="en-IN" sz="1800" dirty="0">
                <a:effectLst/>
                <a:latin typeface="Calibri" panose="020F0502020204030204" pitchFamily="34" charset="0"/>
                <a:ea typeface="Calibri" panose="020F0502020204030204" pitchFamily="34" charset="0"/>
                <a:cs typeface="Times New Roman" panose="02020603050405020304" pitchFamily="18" charset="0"/>
              </a:rPr>
              <a:t> </a:t>
            </a:r>
            <a:r>
              <a:rPr lang="en-IN" sz="1800" dirty="0" err="1">
                <a:effectLst/>
                <a:latin typeface="Nirmala UI" panose="020B0502040204020203" pitchFamily="34" charset="0"/>
                <a:ea typeface="Calibri" panose="020F0502020204030204" pitchFamily="34" charset="0"/>
                <a:cs typeface="Times New Roman" panose="02020603050405020304" pitchFamily="18" charset="0"/>
              </a:rPr>
              <a:t>असते</a:t>
            </a:r>
            <a:r>
              <a:rPr lang="en-IN" sz="1800" dirty="0">
                <a:effectLst/>
                <a:latin typeface="Calibri" panose="020F0502020204030204" pitchFamily="34" charset="0"/>
                <a:ea typeface="Calibri" panose="020F0502020204030204" pitchFamily="34" charset="0"/>
                <a:cs typeface="Times New Roman" panose="02020603050405020304" pitchFamily="18" charset="0"/>
              </a:rPr>
              <a:t> </a:t>
            </a:r>
            <a:r>
              <a:rPr lang="en-IN" sz="1800" dirty="0">
                <a:effectLst/>
                <a:latin typeface="Nirmala UI" panose="020B0502040204020203" pitchFamily="34" charset="0"/>
                <a:ea typeface="Calibri" panose="020F0502020204030204" pitchFamily="34" charset="0"/>
                <a:cs typeface="Times New Roman" panose="02020603050405020304" pitchFamily="18" charset="0"/>
              </a:rPr>
              <a:t>आणि</a:t>
            </a:r>
            <a:r>
              <a:rPr lang="en-IN" sz="1800" dirty="0">
                <a:effectLst/>
                <a:latin typeface="Calibri" panose="020F0502020204030204" pitchFamily="34" charset="0"/>
                <a:ea typeface="Calibri" panose="020F0502020204030204" pitchFamily="34" charset="0"/>
                <a:cs typeface="Times New Roman" panose="02020603050405020304" pitchFamily="18" charset="0"/>
              </a:rPr>
              <a:t> </a:t>
            </a:r>
            <a:r>
              <a:rPr lang="en-IN" sz="1800" dirty="0" err="1">
                <a:effectLst/>
                <a:latin typeface="Nirmala UI" panose="020B0502040204020203" pitchFamily="34" charset="0"/>
                <a:ea typeface="Calibri" panose="020F0502020204030204" pitchFamily="34" charset="0"/>
                <a:cs typeface="Times New Roman" panose="02020603050405020304" pitchFamily="18" charset="0"/>
              </a:rPr>
              <a:t>डूजचे</a:t>
            </a:r>
            <a:r>
              <a:rPr lang="en-IN" sz="1800" dirty="0">
                <a:effectLst/>
                <a:latin typeface="Calibri" panose="020F0502020204030204" pitchFamily="34" charset="0"/>
                <a:ea typeface="Calibri" panose="020F0502020204030204" pitchFamily="34" charset="0"/>
                <a:cs typeface="Times New Roman" panose="02020603050405020304" pitchFamily="18" charset="0"/>
              </a:rPr>
              <a:t> </a:t>
            </a:r>
            <a:r>
              <a:rPr lang="en-IN" sz="1800" dirty="0">
                <a:effectLst/>
                <a:latin typeface="Nirmala UI" panose="020B0502040204020203" pitchFamily="34" charset="0"/>
                <a:ea typeface="Calibri" panose="020F0502020204030204" pitchFamily="34" charset="0"/>
                <a:cs typeface="Times New Roman" panose="02020603050405020304" pitchFamily="18" charset="0"/>
              </a:rPr>
              <a:t>वजन</a:t>
            </a:r>
            <a:r>
              <a:rPr lang="en-IN" sz="1800" dirty="0">
                <a:effectLst/>
                <a:latin typeface="Calibri" panose="020F0502020204030204" pitchFamily="34" charset="0"/>
                <a:ea typeface="Calibri" panose="020F0502020204030204" pitchFamily="34" charset="0"/>
                <a:cs typeface="Times New Roman" panose="02020603050405020304" pitchFamily="18" charset="0"/>
              </a:rPr>
              <a:t> 40 </a:t>
            </a:r>
            <a:r>
              <a:rPr lang="en-IN" sz="1800" dirty="0">
                <a:effectLst/>
                <a:latin typeface="Nirmala UI" panose="020B0502040204020203" pitchFamily="34" charset="0"/>
                <a:ea typeface="Calibri" panose="020F0502020204030204" pitchFamily="34" charset="0"/>
                <a:cs typeface="Times New Roman" panose="02020603050405020304" pitchFamily="18" charset="0"/>
              </a:rPr>
              <a:t>ते</a:t>
            </a:r>
            <a:r>
              <a:rPr lang="en-IN" sz="1800" dirty="0">
                <a:effectLst/>
                <a:latin typeface="Calibri" panose="020F0502020204030204" pitchFamily="34" charset="0"/>
                <a:ea typeface="Calibri" panose="020F0502020204030204" pitchFamily="34" charset="0"/>
                <a:cs typeface="Times New Roman" panose="02020603050405020304" pitchFamily="18" charset="0"/>
              </a:rPr>
              <a:t> 50 </a:t>
            </a:r>
            <a:r>
              <a:rPr lang="en-IN" sz="1800" dirty="0" err="1">
                <a:effectLst/>
                <a:latin typeface="Nirmala UI" panose="020B0502040204020203" pitchFamily="34" charset="0"/>
                <a:ea typeface="Calibri" panose="020F0502020204030204" pitchFamily="34" charset="0"/>
                <a:cs typeface="Times New Roman" panose="02020603050405020304" pitchFamily="18" charset="0"/>
              </a:rPr>
              <a:t>किलो</a:t>
            </a:r>
            <a:r>
              <a:rPr lang="en-IN" sz="1800" dirty="0">
                <a:effectLst/>
                <a:latin typeface="Calibri" panose="020F0502020204030204" pitchFamily="34" charset="0"/>
                <a:ea typeface="Calibri" panose="020F0502020204030204" pitchFamily="34" charset="0"/>
                <a:cs typeface="Times New Roman" panose="02020603050405020304" pitchFamily="18" charset="0"/>
              </a:rPr>
              <a:t> </a:t>
            </a:r>
            <a:r>
              <a:rPr lang="en-IN" sz="1800" dirty="0" err="1">
                <a:effectLst/>
                <a:latin typeface="Nirmala UI" panose="020B0502040204020203" pitchFamily="34" charset="0"/>
                <a:ea typeface="Calibri" panose="020F0502020204030204" pitchFamily="34" charset="0"/>
                <a:cs typeface="Times New Roman" panose="02020603050405020304" pitchFamily="18" charset="0"/>
              </a:rPr>
              <a:t>असते</a:t>
            </a:r>
            <a:r>
              <a:rPr lang="en-IN" sz="1800" dirty="0">
                <a:effectLst/>
                <a:latin typeface="Calibri" panose="020F0502020204030204" pitchFamily="34" charset="0"/>
                <a:ea typeface="Calibri" panose="020F0502020204030204" pitchFamily="34" charset="0"/>
                <a:cs typeface="Times New Roman" panose="02020603050405020304" pitchFamily="18" charset="0"/>
              </a:rPr>
              <a:t>.</a:t>
            </a:r>
          </a:p>
          <a:p>
            <a:pPr marL="285750" indent="-285750">
              <a:lnSpc>
                <a:spcPct val="107000"/>
              </a:lnSpc>
              <a:spcAft>
                <a:spcPts val="800"/>
              </a:spcAft>
              <a:buFont typeface="Arial" panose="020B0604020202020204" pitchFamily="34" charset="0"/>
              <a:buChar char="•"/>
            </a:pPr>
            <a:r>
              <a:rPr lang="en-IN" sz="1800" dirty="0" err="1">
                <a:effectLst/>
                <a:latin typeface="Nirmala UI" panose="020B0502040204020203" pitchFamily="34" charset="0"/>
                <a:ea typeface="Calibri" panose="020F0502020204030204" pitchFamily="34" charset="0"/>
              </a:rPr>
              <a:t>पहिल्या</a:t>
            </a:r>
            <a:r>
              <a:rPr lang="en-IN" sz="1800" dirty="0">
                <a:effectLst/>
                <a:latin typeface="Calibri" panose="020F0502020204030204" pitchFamily="34" charset="0"/>
                <a:ea typeface="Calibri" panose="020F0502020204030204" pitchFamily="34" charset="0"/>
                <a:cs typeface="Times New Roman" panose="02020603050405020304" pitchFamily="18" charset="0"/>
              </a:rPr>
              <a:t> </a:t>
            </a:r>
            <a:r>
              <a:rPr lang="en-IN" sz="1800" dirty="0" err="1">
                <a:effectLst/>
                <a:latin typeface="Nirmala UI" panose="020B0502040204020203" pitchFamily="34" charset="0"/>
                <a:ea typeface="Calibri" panose="020F0502020204030204" pitchFamily="34" charset="0"/>
              </a:rPr>
              <a:t>वासराचे</a:t>
            </a:r>
            <a:r>
              <a:rPr lang="en-IN" sz="1800" dirty="0">
                <a:effectLst/>
                <a:latin typeface="Calibri" panose="020F0502020204030204" pitchFamily="34" charset="0"/>
                <a:ea typeface="Calibri" panose="020F0502020204030204" pitchFamily="34" charset="0"/>
                <a:cs typeface="Times New Roman" panose="02020603050405020304" pitchFamily="18" charset="0"/>
              </a:rPr>
              <a:t> </a:t>
            </a:r>
            <a:r>
              <a:rPr lang="en-IN" sz="1800" dirty="0" err="1">
                <a:effectLst/>
                <a:latin typeface="Nirmala UI" panose="020B0502040204020203" pitchFamily="34" charset="0"/>
                <a:ea typeface="Calibri" panose="020F0502020204030204" pitchFamily="34" charset="0"/>
              </a:rPr>
              <a:t>वय</a:t>
            </a:r>
            <a:r>
              <a:rPr lang="en-IN" sz="1800" dirty="0">
                <a:effectLst/>
                <a:latin typeface="Calibri" panose="020F0502020204030204" pitchFamily="34" charset="0"/>
                <a:ea typeface="Calibri" panose="020F0502020204030204" pitchFamily="34" charset="0"/>
                <a:cs typeface="Times New Roman" panose="02020603050405020304" pitchFamily="18" charset="0"/>
              </a:rPr>
              <a:t> 20-22 </a:t>
            </a:r>
            <a:r>
              <a:rPr lang="en-IN" sz="1800" dirty="0" err="1">
                <a:effectLst/>
                <a:latin typeface="Nirmala UI" panose="020B0502040204020203" pitchFamily="34" charset="0"/>
                <a:ea typeface="Calibri" panose="020F0502020204030204" pitchFamily="34" charset="0"/>
              </a:rPr>
              <a:t>महिने</a:t>
            </a:r>
            <a:r>
              <a:rPr lang="en-IN" sz="1800" dirty="0">
                <a:effectLst/>
                <a:latin typeface="Calibri" panose="020F0502020204030204" pitchFamily="34" charset="0"/>
                <a:ea typeface="Calibri" panose="020F0502020204030204" pitchFamily="34" charset="0"/>
                <a:cs typeface="Times New Roman" panose="02020603050405020304" pitchFamily="18" charset="0"/>
              </a:rPr>
              <a:t> </a:t>
            </a:r>
            <a:r>
              <a:rPr lang="en-IN" sz="1800" dirty="0" err="1">
                <a:effectLst/>
                <a:latin typeface="Nirmala UI" panose="020B0502040204020203" pitchFamily="34" charset="0"/>
                <a:ea typeface="Calibri" panose="020F0502020204030204" pitchFamily="34" charset="0"/>
              </a:rPr>
              <a:t>असते</a:t>
            </a:r>
            <a:r>
              <a:rPr lang="en-IN" sz="1800" dirty="0">
                <a:effectLst/>
                <a:latin typeface="Calibri" panose="020F0502020204030204" pitchFamily="34" charset="0"/>
                <a:ea typeface="Calibri" panose="020F0502020204030204" pitchFamily="34" charset="0"/>
                <a:cs typeface="Times New Roman" panose="02020603050405020304" pitchFamily="18" charset="0"/>
              </a:rPr>
              <a:t> </a:t>
            </a:r>
            <a:r>
              <a:rPr lang="en-IN" sz="1800" dirty="0">
                <a:effectLst/>
                <a:latin typeface="Nirmala UI" panose="020B0502040204020203" pitchFamily="34" charset="0"/>
                <a:ea typeface="Calibri" panose="020F0502020204030204" pitchFamily="34" charset="0"/>
              </a:rPr>
              <a:t>आणि</a:t>
            </a:r>
            <a:r>
              <a:rPr lang="en-IN" sz="1800" dirty="0">
                <a:effectLst/>
                <a:latin typeface="Calibri" panose="020F0502020204030204" pitchFamily="34" charset="0"/>
                <a:ea typeface="Calibri" panose="020F0502020204030204" pitchFamily="34" charset="0"/>
                <a:cs typeface="Times New Roman" panose="02020603050405020304" pitchFamily="18" charset="0"/>
              </a:rPr>
              <a:t> </a:t>
            </a:r>
            <a:r>
              <a:rPr lang="en-IN" sz="1800" dirty="0" err="1">
                <a:effectLst/>
                <a:latin typeface="Nirmala UI" panose="020B0502040204020203" pitchFamily="34" charset="0"/>
                <a:ea typeface="Calibri" panose="020F0502020204030204" pitchFamily="34" charset="0"/>
              </a:rPr>
              <a:t>जन्माचे</a:t>
            </a:r>
            <a:r>
              <a:rPr lang="en-IN" sz="1800" dirty="0">
                <a:effectLst/>
                <a:latin typeface="Calibri" panose="020F0502020204030204" pitchFamily="34" charset="0"/>
                <a:ea typeface="Calibri" panose="020F0502020204030204" pitchFamily="34" charset="0"/>
                <a:cs typeface="Times New Roman" panose="02020603050405020304" pitchFamily="18" charset="0"/>
              </a:rPr>
              <a:t> </a:t>
            </a:r>
            <a:r>
              <a:rPr lang="en-IN" sz="1800" dirty="0" err="1">
                <a:effectLst/>
                <a:latin typeface="Nirmala UI" panose="020B0502040204020203" pitchFamily="34" charset="0"/>
                <a:ea typeface="Calibri" panose="020F0502020204030204" pitchFamily="34" charset="0"/>
              </a:rPr>
              <a:t>सरासरी</a:t>
            </a:r>
            <a:r>
              <a:rPr lang="en-IN" sz="1800" dirty="0">
                <a:effectLst/>
                <a:latin typeface="Calibri" panose="020F0502020204030204" pitchFamily="34" charset="0"/>
                <a:ea typeface="Calibri" panose="020F0502020204030204" pitchFamily="34" charset="0"/>
                <a:cs typeface="Times New Roman" panose="02020603050405020304" pitchFamily="18" charset="0"/>
              </a:rPr>
              <a:t> </a:t>
            </a:r>
            <a:r>
              <a:rPr lang="en-IN" sz="1800" dirty="0">
                <a:effectLst/>
                <a:latin typeface="Nirmala UI" panose="020B0502040204020203" pitchFamily="34" charset="0"/>
                <a:ea typeface="Calibri" panose="020F0502020204030204" pitchFamily="34" charset="0"/>
              </a:rPr>
              <a:t>वजन</a:t>
            </a:r>
            <a:r>
              <a:rPr lang="en-IN" sz="1800" dirty="0">
                <a:effectLst/>
                <a:latin typeface="Calibri" panose="020F0502020204030204" pitchFamily="34" charset="0"/>
                <a:ea typeface="Calibri" panose="020F0502020204030204" pitchFamily="34" charset="0"/>
                <a:cs typeface="Times New Roman" panose="02020603050405020304" pitchFamily="18" charset="0"/>
              </a:rPr>
              <a:t> 3 </a:t>
            </a:r>
            <a:r>
              <a:rPr lang="en-IN" sz="1800" dirty="0" err="1">
                <a:effectLst/>
                <a:latin typeface="Nirmala UI" panose="020B0502040204020203" pitchFamily="34" charset="0"/>
                <a:ea typeface="Calibri" panose="020F0502020204030204" pitchFamily="34" charset="0"/>
              </a:rPr>
              <a:t>किलो</a:t>
            </a:r>
            <a:r>
              <a:rPr lang="en-IN" sz="1800" dirty="0">
                <a:effectLst/>
                <a:latin typeface="Calibri" panose="020F0502020204030204" pitchFamily="34" charset="0"/>
                <a:ea typeface="Calibri" panose="020F0502020204030204" pitchFamily="34" charset="0"/>
                <a:cs typeface="Times New Roman" panose="02020603050405020304" pitchFamily="18" charset="0"/>
              </a:rPr>
              <a:t> </a:t>
            </a:r>
            <a:r>
              <a:rPr lang="en-IN" sz="1800" dirty="0" err="1">
                <a:effectLst/>
                <a:latin typeface="Nirmala UI" panose="020B0502040204020203" pitchFamily="34" charset="0"/>
                <a:ea typeface="Calibri" panose="020F0502020204030204" pitchFamily="34" charset="0"/>
              </a:rPr>
              <a:t>असते</a:t>
            </a:r>
            <a:r>
              <a:rPr lang="en-IN" sz="1800" dirty="0">
                <a:effectLst/>
                <a:latin typeface="Calibri" panose="020F0502020204030204" pitchFamily="34" charset="0"/>
                <a:ea typeface="Calibri" panose="020F0502020204030204" pitchFamily="34" charset="0"/>
                <a:cs typeface="Times New Roman" panose="02020603050405020304" pitchFamily="18" charset="0"/>
              </a:rPr>
              <a:t>. </a:t>
            </a:r>
            <a:r>
              <a:rPr lang="en-IN" sz="1800" dirty="0" err="1">
                <a:effectLst/>
                <a:latin typeface="Nirmala UI" panose="020B0502040204020203" pitchFamily="34" charset="0"/>
                <a:ea typeface="Calibri" panose="020F0502020204030204" pitchFamily="34" charset="0"/>
              </a:rPr>
              <a:t>दररोज</a:t>
            </a:r>
            <a:r>
              <a:rPr lang="en-IN" sz="1800" dirty="0">
                <a:effectLst/>
                <a:latin typeface="Calibri" panose="020F0502020204030204" pitchFamily="34" charset="0"/>
                <a:ea typeface="Calibri" panose="020F0502020204030204" pitchFamily="34" charset="0"/>
                <a:cs typeface="Times New Roman" panose="02020603050405020304" pitchFamily="18" charset="0"/>
              </a:rPr>
              <a:t> </a:t>
            </a:r>
            <a:r>
              <a:rPr lang="en-IN" sz="1800" dirty="0" err="1">
                <a:effectLst/>
                <a:latin typeface="Nirmala UI" panose="020B0502040204020203" pitchFamily="34" charset="0"/>
                <a:ea typeface="Calibri" panose="020F0502020204030204" pitchFamily="34" charset="0"/>
              </a:rPr>
              <a:t>सरासरी</a:t>
            </a:r>
            <a:r>
              <a:rPr lang="en-IN" sz="1800" dirty="0">
                <a:effectLst/>
                <a:latin typeface="Calibri" panose="020F0502020204030204" pitchFamily="34" charset="0"/>
                <a:ea typeface="Calibri" panose="020F0502020204030204" pitchFamily="34" charset="0"/>
                <a:cs typeface="Times New Roman" panose="02020603050405020304" pitchFamily="18" charset="0"/>
              </a:rPr>
              <a:t> 1 </a:t>
            </a:r>
            <a:r>
              <a:rPr lang="en-IN" sz="1800" dirty="0">
                <a:effectLst/>
                <a:latin typeface="Nirmala UI" panose="020B0502040204020203" pitchFamily="34" charset="0"/>
                <a:ea typeface="Calibri" panose="020F0502020204030204" pitchFamily="34" charset="0"/>
              </a:rPr>
              <a:t>ते</a:t>
            </a:r>
            <a:r>
              <a:rPr lang="en-IN" sz="1800" dirty="0">
                <a:effectLst/>
                <a:latin typeface="Calibri" panose="020F0502020204030204" pitchFamily="34" charset="0"/>
                <a:ea typeface="Calibri" panose="020F0502020204030204" pitchFamily="34" charset="0"/>
                <a:cs typeface="Times New Roman" panose="02020603050405020304" pitchFamily="18" charset="0"/>
              </a:rPr>
              <a:t> 2 </a:t>
            </a:r>
            <a:r>
              <a:rPr lang="en-IN" sz="1800" dirty="0" err="1">
                <a:effectLst/>
                <a:latin typeface="Nirmala UI" panose="020B0502040204020203" pitchFamily="34" charset="0"/>
                <a:ea typeface="Calibri" panose="020F0502020204030204" pitchFamily="34" charset="0"/>
              </a:rPr>
              <a:t>किलो</a:t>
            </a:r>
            <a:r>
              <a:rPr lang="en-IN" sz="1800" dirty="0">
                <a:effectLst/>
                <a:latin typeface="Calibri" panose="020F0502020204030204" pitchFamily="34" charset="0"/>
                <a:ea typeface="Calibri" panose="020F0502020204030204" pitchFamily="34" charset="0"/>
                <a:cs typeface="Times New Roman" panose="02020603050405020304" pitchFamily="18" charset="0"/>
              </a:rPr>
              <a:t> </a:t>
            </a:r>
            <a:r>
              <a:rPr lang="en-IN" sz="1800" dirty="0" err="1">
                <a:effectLst/>
                <a:latin typeface="Nirmala UI" panose="020B0502040204020203" pitchFamily="34" charset="0"/>
                <a:ea typeface="Calibri" panose="020F0502020204030204" pitchFamily="34" charset="0"/>
              </a:rPr>
              <a:t>दूध</a:t>
            </a:r>
            <a:r>
              <a:rPr lang="en-IN" sz="1800" dirty="0">
                <a:effectLst/>
                <a:latin typeface="Calibri" panose="020F0502020204030204" pitchFamily="34" charset="0"/>
                <a:ea typeface="Calibri" panose="020F0502020204030204" pitchFamily="34" charset="0"/>
                <a:cs typeface="Times New Roman" panose="02020603050405020304" pitchFamily="18" charset="0"/>
              </a:rPr>
              <a:t> </a:t>
            </a:r>
            <a:r>
              <a:rPr lang="en-IN" sz="1800" dirty="0" err="1">
                <a:effectLst/>
                <a:latin typeface="Nirmala UI" panose="020B0502040204020203" pitchFamily="34" charset="0"/>
                <a:ea typeface="Calibri" panose="020F0502020204030204" pitchFamily="34" charset="0"/>
              </a:rPr>
              <a:t>मिळते</a:t>
            </a:r>
            <a:r>
              <a:rPr lang="en-IN" sz="1800" dirty="0">
                <a:effectLst/>
                <a:latin typeface="Nirmala UI" panose="020B0502040204020203" pitchFamily="34" charset="0"/>
                <a:ea typeface="Calibri" panose="020F0502020204030204" pitchFamily="34" charset="0"/>
              </a:rPr>
              <a:t>.</a:t>
            </a:r>
            <a:endParaRPr lang="en-IN" dirty="0"/>
          </a:p>
        </p:txBody>
      </p:sp>
    </p:spTree>
    <p:extLst>
      <p:ext uri="{BB962C8B-B14F-4D97-AF65-F5344CB8AC3E}">
        <p14:creationId xmlns:p14="http://schemas.microsoft.com/office/powerpoint/2010/main" val="841763947"/>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8CBABA6-4F48-447F-ADE7-4FE1B761F0D6}"/>
              </a:ext>
            </a:extLst>
          </p:cNvPr>
          <p:cNvSpPr>
            <a:spLocks noGrp="1"/>
          </p:cNvSpPr>
          <p:nvPr>
            <p:ph type="title"/>
          </p:nvPr>
        </p:nvSpPr>
        <p:spPr>
          <a:xfrm>
            <a:off x="839788" y="457200"/>
            <a:ext cx="3932237" cy="530225"/>
          </a:xfrm>
        </p:spPr>
        <p:txBody>
          <a:bodyPr>
            <a:normAutofit/>
          </a:bodyPr>
          <a:lstStyle/>
          <a:p>
            <a:pPr algn="ctr"/>
            <a:r>
              <a:rPr lang="en-IN" sz="2800" dirty="0" err="1">
                <a:solidFill>
                  <a:srgbClr val="FF0000"/>
                </a:solidFill>
                <a:effectLst/>
                <a:latin typeface="Nirmala UI" panose="020B0502040204020203" pitchFamily="34" charset="0"/>
                <a:ea typeface="Calibri" panose="020F0502020204030204" pitchFamily="34" charset="0"/>
              </a:rPr>
              <a:t>मलबारी</a:t>
            </a:r>
            <a:endParaRPr lang="en-IN" dirty="0">
              <a:solidFill>
                <a:srgbClr val="FF0000"/>
              </a:solidFill>
            </a:endParaRPr>
          </a:p>
        </p:txBody>
      </p:sp>
      <p:pic>
        <p:nvPicPr>
          <p:cNvPr id="6" name="Content Placeholder 5">
            <a:extLst>
              <a:ext uri="{FF2B5EF4-FFF2-40B4-BE49-F238E27FC236}">
                <a16:creationId xmlns:a16="http://schemas.microsoft.com/office/drawing/2014/main" id="{02FDCE2D-2091-4D74-8A1E-C3AD5BA655B5}"/>
              </a:ext>
            </a:extLst>
          </p:cNvPr>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5183188" y="1688306"/>
            <a:ext cx="6172200" cy="3471862"/>
          </a:xfrm>
        </p:spPr>
      </p:pic>
      <p:sp>
        <p:nvSpPr>
          <p:cNvPr id="4" name="Text Placeholder 3">
            <a:extLst>
              <a:ext uri="{FF2B5EF4-FFF2-40B4-BE49-F238E27FC236}">
                <a16:creationId xmlns:a16="http://schemas.microsoft.com/office/drawing/2014/main" id="{DE83C60C-4E4C-4984-9396-22F4330D46CB}"/>
              </a:ext>
            </a:extLst>
          </p:cNvPr>
          <p:cNvSpPr>
            <a:spLocks noGrp="1"/>
          </p:cNvSpPr>
          <p:nvPr>
            <p:ph type="body" sz="half" idx="2"/>
          </p:nvPr>
        </p:nvSpPr>
        <p:spPr>
          <a:xfrm>
            <a:off x="839788" y="995363"/>
            <a:ext cx="3932237" cy="4873625"/>
          </a:xfrm>
        </p:spPr>
        <p:txBody>
          <a:bodyPr>
            <a:normAutofit fontScale="85000" lnSpcReduction="20000"/>
          </a:bodyPr>
          <a:lstStyle/>
          <a:p>
            <a:pPr marL="285750" indent="-285750">
              <a:lnSpc>
                <a:spcPct val="107000"/>
              </a:lnSpc>
              <a:spcAft>
                <a:spcPts val="800"/>
              </a:spcAft>
              <a:buFont typeface="Arial" panose="020B0604020202020204" pitchFamily="34" charset="0"/>
              <a:buChar char="•"/>
            </a:pPr>
            <a:r>
              <a:rPr lang="en-IN" sz="1900" dirty="0" err="1">
                <a:effectLst/>
                <a:latin typeface="Nirmala UI" panose="020B0502040204020203" pitchFamily="34" charset="0"/>
                <a:ea typeface="Calibri" panose="020F0502020204030204" pitchFamily="34" charset="0"/>
                <a:cs typeface="Times New Roman" panose="02020603050405020304" pitchFamily="18" charset="0"/>
              </a:rPr>
              <a:t>तेल्लीचेरी</a:t>
            </a:r>
            <a:r>
              <a:rPr lang="en-IN" sz="1900" dirty="0">
                <a:effectLst/>
                <a:latin typeface="Calibri" panose="020F0502020204030204" pitchFamily="34" charset="0"/>
                <a:ea typeface="Calibri" panose="020F0502020204030204" pitchFamily="34" charset="0"/>
                <a:cs typeface="Times New Roman" panose="02020603050405020304" pitchFamily="18" charset="0"/>
              </a:rPr>
              <a:t> </a:t>
            </a:r>
            <a:r>
              <a:rPr lang="en-IN" sz="1900" dirty="0" err="1">
                <a:effectLst/>
                <a:latin typeface="Nirmala UI" panose="020B0502040204020203" pitchFamily="34" charset="0"/>
                <a:ea typeface="Calibri" panose="020F0502020204030204" pitchFamily="34" charset="0"/>
                <a:cs typeface="Times New Roman" panose="02020603050405020304" pitchFamily="18" charset="0"/>
              </a:rPr>
              <a:t>म्हणूनही</a:t>
            </a:r>
            <a:r>
              <a:rPr lang="en-IN" sz="1900" dirty="0">
                <a:effectLst/>
                <a:latin typeface="Calibri" panose="020F0502020204030204" pitchFamily="34" charset="0"/>
                <a:ea typeface="Calibri" panose="020F0502020204030204" pitchFamily="34" charset="0"/>
                <a:cs typeface="Times New Roman" panose="02020603050405020304" pitchFamily="18" charset="0"/>
              </a:rPr>
              <a:t> </a:t>
            </a:r>
            <a:r>
              <a:rPr lang="en-IN" sz="1900" dirty="0" err="1">
                <a:effectLst/>
                <a:latin typeface="Nirmala UI" panose="020B0502040204020203" pitchFamily="34" charset="0"/>
                <a:ea typeface="Calibri" panose="020F0502020204030204" pitchFamily="34" charset="0"/>
                <a:cs typeface="Times New Roman" panose="02020603050405020304" pitchFamily="18" charset="0"/>
              </a:rPr>
              <a:t>ओळखले</a:t>
            </a:r>
            <a:r>
              <a:rPr lang="en-IN" sz="1900" dirty="0">
                <a:effectLst/>
                <a:latin typeface="Calibri" panose="020F0502020204030204" pitchFamily="34" charset="0"/>
                <a:ea typeface="Calibri" panose="020F0502020204030204" pitchFamily="34" charset="0"/>
                <a:cs typeface="Times New Roman" panose="02020603050405020304" pitchFamily="18" charset="0"/>
              </a:rPr>
              <a:t> </a:t>
            </a:r>
            <a:r>
              <a:rPr lang="en-IN" sz="1900" dirty="0" err="1">
                <a:effectLst/>
                <a:latin typeface="Nirmala UI" panose="020B0502040204020203" pitchFamily="34" charset="0"/>
                <a:ea typeface="Calibri" panose="020F0502020204030204" pitchFamily="34" charset="0"/>
                <a:cs typeface="Times New Roman" panose="02020603050405020304" pitchFamily="18" charset="0"/>
              </a:rPr>
              <a:t>जाणारे</a:t>
            </a:r>
            <a:r>
              <a:rPr lang="en-IN" sz="1900" dirty="0">
                <a:effectLst/>
                <a:latin typeface="Calibri" panose="020F0502020204030204" pitchFamily="34" charset="0"/>
                <a:ea typeface="Calibri" panose="020F0502020204030204" pitchFamily="34" charset="0"/>
                <a:cs typeface="Times New Roman" panose="02020603050405020304" pitchFamily="18" charset="0"/>
              </a:rPr>
              <a:t>, </a:t>
            </a:r>
            <a:r>
              <a:rPr lang="en-IN" sz="1900" dirty="0" err="1">
                <a:effectLst/>
                <a:latin typeface="Nirmala UI" panose="020B0502040204020203" pitchFamily="34" charset="0"/>
                <a:ea typeface="Calibri" panose="020F0502020204030204" pitchFamily="34" charset="0"/>
                <a:cs typeface="Times New Roman" panose="02020603050405020304" pitchFamily="18" charset="0"/>
              </a:rPr>
              <a:t>केरळचे</a:t>
            </a:r>
            <a:r>
              <a:rPr lang="en-IN" sz="1900" dirty="0">
                <a:effectLst/>
                <a:latin typeface="Calibri" panose="020F0502020204030204" pitchFamily="34" charset="0"/>
                <a:ea typeface="Calibri" panose="020F0502020204030204" pitchFamily="34" charset="0"/>
                <a:cs typeface="Times New Roman" panose="02020603050405020304" pitchFamily="18" charset="0"/>
              </a:rPr>
              <a:t> </a:t>
            </a:r>
            <a:r>
              <a:rPr lang="en-IN" sz="1900" dirty="0" err="1">
                <a:effectLst/>
                <a:latin typeface="Nirmala UI" panose="020B0502040204020203" pitchFamily="34" charset="0"/>
                <a:ea typeface="Calibri" panose="020F0502020204030204" pitchFamily="34" charset="0"/>
                <a:cs typeface="Times New Roman" panose="02020603050405020304" pitchFamily="18" charset="0"/>
              </a:rPr>
              <a:t>मूळ</a:t>
            </a:r>
            <a:r>
              <a:rPr lang="en-IN" sz="1900" dirty="0">
                <a:effectLst/>
                <a:latin typeface="Calibri" panose="020F0502020204030204" pitchFamily="34" charset="0"/>
                <a:ea typeface="Calibri" panose="020F0502020204030204" pitchFamily="34" charset="0"/>
                <a:cs typeface="Times New Roman" panose="02020603050405020304" pitchFamily="18" charset="0"/>
              </a:rPr>
              <a:t> </a:t>
            </a:r>
            <a:r>
              <a:rPr lang="en-IN" sz="1900" dirty="0" err="1">
                <a:effectLst/>
                <a:latin typeface="Nirmala UI" panose="020B0502040204020203" pitchFamily="34" charset="0"/>
                <a:ea typeface="Calibri" panose="020F0502020204030204" pitchFamily="34" charset="0"/>
                <a:cs typeface="Times New Roman" panose="02020603050405020304" pitchFamily="18" charset="0"/>
              </a:rPr>
              <a:t>रहिवासी</a:t>
            </a:r>
            <a:r>
              <a:rPr lang="en-IN" sz="1900" dirty="0">
                <a:effectLst/>
                <a:latin typeface="Calibri" panose="020F0502020204030204" pitchFamily="34" charset="0"/>
                <a:ea typeface="Calibri" panose="020F0502020204030204" pitchFamily="34" charset="0"/>
                <a:cs typeface="Times New Roman" panose="02020603050405020304" pitchFamily="18" charset="0"/>
              </a:rPr>
              <a:t> </a:t>
            </a:r>
            <a:r>
              <a:rPr lang="en-IN" sz="1900" dirty="0">
                <a:effectLst/>
                <a:latin typeface="Nirmala UI" panose="020B0502040204020203" pitchFamily="34" charset="0"/>
                <a:ea typeface="Calibri" panose="020F0502020204030204" pitchFamily="34" charset="0"/>
                <a:cs typeface="Times New Roman" panose="02020603050405020304" pitchFamily="18" charset="0"/>
              </a:rPr>
              <a:t>आहेत</a:t>
            </a:r>
            <a:r>
              <a:rPr lang="en-IN" sz="1900" dirty="0">
                <a:effectLst/>
                <a:latin typeface="Calibri" panose="020F0502020204030204" pitchFamily="34" charset="0"/>
                <a:ea typeface="Calibri" panose="020F0502020204030204" pitchFamily="34" charset="0"/>
                <a:cs typeface="Times New Roman" panose="02020603050405020304" pitchFamily="18" charset="0"/>
              </a:rPr>
              <a:t> </a:t>
            </a:r>
            <a:r>
              <a:rPr lang="en-IN" sz="1900" dirty="0">
                <a:effectLst/>
                <a:latin typeface="Nirmala UI" panose="020B0502040204020203" pitchFamily="34" charset="0"/>
                <a:ea typeface="Calibri" panose="020F0502020204030204" pitchFamily="34" charset="0"/>
                <a:cs typeface="Times New Roman" panose="02020603050405020304" pitchFamily="18" charset="0"/>
              </a:rPr>
              <a:t>आणि</a:t>
            </a:r>
            <a:r>
              <a:rPr lang="en-IN" sz="1900" dirty="0">
                <a:effectLst/>
                <a:latin typeface="Calibri" panose="020F0502020204030204" pitchFamily="34" charset="0"/>
                <a:ea typeface="Calibri" panose="020F0502020204030204" pitchFamily="34" charset="0"/>
                <a:cs typeface="Times New Roman" panose="02020603050405020304" pitchFamily="18" charset="0"/>
              </a:rPr>
              <a:t> </a:t>
            </a:r>
            <a:r>
              <a:rPr lang="en-IN" sz="1900" dirty="0" err="1">
                <a:effectLst/>
                <a:latin typeface="Nirmala UI" panose="020B0502040204020203" pitchFamily="34" charset="0"/>
                <a:ea typeface="Calibri" panose="020F0502020204030204" pitchFamily="34" charset="0"/>
                <a:cs typeface="Times New Roman" panose="02020603050405020304" pitchFamily="18" charset="0"/>
              </a:rPr>
              <a:t>सामान्यतः</a:t>
            </a:r>
            <a:r>
              <a:rPr lang="en-IN" sz="1900" dirty="0">
                <a:effectLst/>
                <a:latin typeface="Calibri" panose="020F0502020204030204" pitchFamily="34" charset="0"/>
                <a:ea typeface="Calibri" panose="020F0502020204030204" pitchFamily="34" charset="0"/>
                <a:cs typeface="Times New Roman" panose="02020603050405020304" pitchFamily="18" charset="0"/>
              </a:rPr>
              <a:t> </a:t>
            </a:r>
            <a:r>
              <a:rPr lang="en-IN" sz="1900" dirty="0" err="1">
                <a:effectLst/>
                <a:latin typeface="Nirmala UI" panose="020B0502040204020203" pitchFamily="34" charset="0"/>
                <a:ea typeface="Calibri" panose="020F0502020204030204" pitchFamily="34" charset="0"/>
                <a:cs typeface="Times New Roman" panose="02020603050405020304" pitchFamily="18" charset="0"/>
              </a:rPr>
              <a:t>कोझिक्कोड</a:t>
            </a:r>
            <a:r>
              <a:rPr lang="en-IN" sz="1900" dirty="0">
                <a:effectLst/>
                <a:latin typeface="Calibri" panose="020F0502020204030204" pitchFamily="34" charset="0"/>
                <a:ea typeface="Calibri" panose="020F0502020204030204" pitchFamily="34" charset="0"/>
                <a:cs typeface="Times New Roman" panose="02020603050405020304" pitchFamily="18" charset="0"/>
              </a:rPr>
              <a:t>, </a:t>
            </a:r>
            <a:r>
              <a:rPr lang="en-IN" sz="1900" dirty="0" err="1">
                <a:effectLst/>
                <a:latin typeface="Nirmala UI" panose="020B0502040204020203" pitchFamily="34" charset="0"/>
                <a:ea typeface="Calibri" panose="020F0502020204030204" pitchFamily="34" charset="0"/>
                <a:cs typeface="Times New Roman" panose="02020603050405020304" pitchFamily="18" charset="0"/>
              </a:rPr>
              <a:t>कन्नूर</a:t>
            </a:r>
            <a:r>
              <a:rPr lang="en-IN" sz="1900" dirty="0">
                <a:effectLst/>
                <a:latin typeface="Calibri" panose="020F0502020204030204" pitchFamily="34" charset="0"/>
                <a:ea typeface="Calibri" panose="020F0502020204030204" pitchFamily="34" charset="0"/>
                <a:cs typeface="Times New Roman" panose="02020603050405020304" pitchFamily="18" charset="0"/>
              </a:rPr>
              <a:t> </a:t>
            </a:r>
            <a:r>
              <a:rPr lang="en-IN" sz="1900" dirty="0">
                <a:effectLst/>
                <a:latin typeface="Nirmala UI" panose="020B0502040204020203" pitchFamily="34" charset="0"/>
                <a:ea typeface="Calibri" panose="020F0502020204030204" pitchFamily="34" charset="0"/>
                <a:cs typeface="Times New Roman" panose="02020603050405020304" pitchFamily="18" charset="0"/>
              </a:rPr>
              <a:t>आणि</a:t>
            </a:r>
            <a:r>
              <a:rPr lang="en-IN" sz="1900" dirty="0">
                <a:effectLst/>
                <a:latin typeface="Calibri" panose="020F0502020204030204" pitchFamily="34" charset="0"/>
                <a:ea typeface="Calibri" panose="020F0502020204030204" pitchFamily="34" charset="0"/>
                <a:cs typeface="Times New Roman" panose="02020603050405020304" pitchFamily="18" charset="0"/>
              </a:rPr>
              <a:t> </a:t>
            </a:r>
            <a:r>
              <a:rPr lang="en-IN" sz="1900" dirty="0" err="1">
                <a:effectLst/>
                <a:latin typeface="Nirmala UI" panose="020B0502040204020203" pitchFamily="34" charset="0"/>
                <a:ea typeface="Calibri" panose="020F0502020204030204" pitchFamily="34" charset="0"/>
                <a:cs typeface="Times New Roman" panose="02020603050405020304" pitchFamily="18" charset="0"/>
              </a:rPr>
              <a:t>मलप्पुरम</a:t>
            </a:r>
            <a:r>
              <a:rPr lang="en-IN" sz="1900" dirty="0">
                <a:effectLst/>
                <a:latin typeface="Calibri" panose="020F0502020204030204" pitchFamily="34" charset="0"/>
                <a:ea typeface="Calibri" panose="020F0502020204030204" pitchFamily="34" charset="0"/>
                <a:cs typeface="Times New Roman" panose="02020603050405020304" pitchFamily="18" charset="0"/>
              </a:rPr>
              <a:t> </a:t>
            </a:r>
            <a:r>
              <a:rPr lang="en-IN" sz="1900" dirty="0" err="1">
                <a:effectLst/>
                <a:latin typeface="Nirmala UI" panose="020B0502040204020203" pitchFamily="34" charset="0"/>
                <a:ea typeface="Calibri" panose="020F0502020204030204" pitchFamily="34" charset="0"/>
                <a:cs typeface="Times New Roman" panose="02020603050405020304" pitchFamily="18" charset="0"/>
              </a:rPr>
              <a:t>जिल्ह्यात</a:t>
            </a:r>
            <a:r>
              <a:rPr lang="en-IN" sz="1900" dirty="0">
                <a:effectLst/>
                <a:latin typeface="Calibri" panose="020F0502020204030204" pitchFamily="34" charset="0"/>
                <a:ea typeface="Calibri" panose="020F0502020204030204" pitchFamily="34" charset="0"/>
                <a:cs typeface="Times New Roman" panose="02020603050405020304" pitchFamily="18" charset="0"/>
              </a:rPr>
              <a:t> </a:t>
            </a:r>
            <a:r>
              <a:rPr lang="en-IN" sz="1900" dirty="0" err="1">
                <a:effectLst/>
                <a:latin typeface="Nirmala UI" panose="020B0502040204020203" pitchFamily="34" charset="0"/>
                <a:ea typeface="Calibri" panose="020F0502020204030204" pitchFamily="34" charset="0"/>
                <a:cs typeface="Times New Roman" panose="02020603050405020304" pitchFamily="18" charset="0"/>
              </a:rPr>
              <a:t>दिसतात</a:t>
            </a:r>
            <a:r>
              <a:rPr lang="en-IN" sz="1900" dirty="0">
                <a:effectLst/>
                <a:latin typeface="Calibri" panose="020F0502020204030204" pitchFamily="34" charset="0"/>
                <a:ea typeface="Calibri" panose="020F0502020204030204" pitchFamily="34" charset="0"/>
                <a:cs typeface="Times New Roman" panose="02020603050405020304" pitchFamily="18" charset="0"/>
              </a:rPr>
              <a:t>. </a:t>
            </a:r>
            <a:r>
              <a:rPr lang="en-IN" sz="1900" dirty="0" err="1">
                <a:effectLst/>
                <a:latin typeface="Nirmala UI" panose="020B0502040204020203" pitchFamily="34" charset="0"/>
                <a:ea typeface="Calibri" panose="020F0502020204030204" pitchFamily="34" charset="0"/>
                <a:cs typeface="Times New Roman" panose="02020603050405020304" pitchFamily="18" charset="0"/>
              </a:rPr>
              <a:t>मलबारी</a:t>
            </a:r>
            <a:r>
              <a:rPr lang="en-IN" sz="1900" dirty="0">
                <a:effectLst/>
                <a:latin typeface="Calibri" panose="020F0502020204030204" pitchFamily="34" charset="0"/>
                <a:ea typeface="Calibri" panose="020F0502020204030204" pitchFamily="34" charset="0"/>
                <a:cs typeface="Times New Roman" panose="02020603050405020304" pitchFamily="18" charset="0"/>
              </a:rPr>
              <a:t> </a:t>
            </a:r>
            <a:r>
              <a:rPr lang="en-IN" sz="1900" dirty="0">
                <a:effectLst/>
                <a:latin typeface="Nirmala UI" panose="020B0502040204020203" pitchFamily="34" charset="0"/>
                <a:ea typeface="Calibri" panose="020F0502020204030204" pitchFamily="34" charset="0"/>
                <a:cs typeface="Times New Roman" panose="02020603050405020304" pitchFamily="18" charset="0"/>
              </a:rPr>
              <a:t>ही</a:t>
            </a:r>
            <a:r>
              <a:rPr lang="en-IN" sz="1900" dirty="0">
                <a:effectLst/>
                <a:latin typeface="Calibri" panose="020F0502020204030204" pitchFamily="34" charset="0"/>
                <a:ea typeface="Calibri" panose="020F0502020204030204" pitchFamily="34" charset="0"/>
                <a:cs typeface="Times New Roman" panose="02020603050405020304" pitchFamily="18" charset="0"/>
              </a:rPr>
              <a:t> </a:t>
            </a:r>
            <a:r>
              <a:rPr lang="en-IN" sz="1900" dirty="0" err="1">
                <a:effectLst/>
                <a:latin typeface="Nirmala UI" panose="020B0502040204020203" pitchFamily="34" charset="0"/>
                <a:ea typeface="Calibri" panose="020F0502020204030204" pitchFamily="34" charset="0"/>
                <a:cs typeface="Times New Roman" panose="02020603050405020304" pitchFamily="18" charset="0"/>
              </a:rPr>
              <a:t>भारतातील</a:t>
            </a:r>
            <a:r>
              <a:rPr lang="en-IN" sz="1900" dirty="0">
                <a:effectLst/>
                <a:latin typeface="Calibri" panose="020F0502020204030204" pitchFamily="34" charset="0"/>
                <a:ea typeface="Calibri" panose="020F0502020204030204" pitchFamily="34" charset="0"/>
                <a:cs typeface="Times New Roman" panose="02020603050405020304" pitchFamily="18" charset="0"/>
              </a:rPr>
              <a:t> </a:t>
            </a:r>
            <a:r>
              <a:rPr lang="en-IN" sz="1900" dirty="0" err="1">
                <a:effectLst/>
                <a:latin typeface="Nirmala UI" panose="020B0502040204020203" pitchFamily="34" charset="0"/>
                <a:ea typeface="Calibri" panose="020F0502020204030204" pitchFamily="34" charset="0"/>
                <a:cs typeface="Times New Roman" panose="02020603050405020304" pitchFamily="18" charset="0"/>
              </a:rPr>
              <a:t>सर्वोत्तम</a:t>
            </a:r>
            <a:r>
              <a:rPr lang="en-IN" sz="1900" dirty="0">
                <a:effectLst/>
                <a:latin typeface="Calibri" panose="020F0502020204030204" pitchFamily="34" charset="0"/>
                <a:ea typeface="Calibri" panose="020F0502020204030204" pitchFamily="34" charset="0"/>
                <a:cs typeface="Times New Roman" panose="02020603050405020304" pitchFamily="18" charset="0"/>
              </a:rPr>
              <a:t> </a:t>
            </a:r>
            <a:r>
              <a:rPr lang="en-IN" sz="1900" dirty="0">
                <a:effectLst/>
                <a:latin typeface="Nirmala UI" panose="020B0502040204020203" pitchFamily="34" charset="0"/>
                <a:ea typeface="Calibri" panose="020F0502020204030204" pitchFamily="34" charset="0"/>
                <a:cs typeface="Times New Roman" panose="02020603050405020304" pitchFamily="18" charset="0"/>
              </a:rPr>
              <a:t>शेळी</a:t>
            </a:r>
            <a:r>
              <a:rPr lang="en-IN" sz="1900" dirty="0">
                <a:effectLst/>
                <a:latin typeface="Calibri" panose="020F0502020204030204" pitchFamily="34" charset="0"/>
                <a:ea typeface="Calibri" panose="020F0502020204030204" pitchFamily="34" charset="0"/>
                <a:cs typeface="Times New Roman" panose="02020603050405020304" pitchFamily="18" charset="0"/>
              </a:rPr>
              <a:t> </a:t>
            </a:r>
            <a:r>
              <a:rPr lang="en-IN" sz="1900" dirty="0" err="1">
                <a:effectLst/>
                <a:latin typeface="Nirmala UI" panose="020B0502040204020203" pitchFamily="34" charset="0"/>
                <a:ea typeface="Calibri" panose="020F0502020204030204" pitchFamily="34" charset="0"/>
                <a:cs typeface="Times New Roman" panose="02020603050405020304" pitchFamily="18" charset="0"/>
              </a:rPr>
              <a:t>जातींपैकी</a:t>
            </a:r>
            <a:r>
              <a:rPr lang="en-IN" sz="1900" dirty="0">
                <a:effectLst/>
                <a:latin typeface="Calibri" panose="020F0502020204030204" pitchFamily="34" charset="0"/>
                <a:ea typeface="Calibri" panose="020F0502020204030204" pitchFamily="34" charset="0"/>
                <a:cs typeface="Times New Roman" panose="02020603050405020304" pitchFamily="18" charset="0"/>
              </a:rPr>
              <a:t> </a:t>
            </a:r>
            <a:r>
              <a:rPr lang="en-IN" sz="1900" dirty="0" err="1">
                <a:effectLst/>
                <a:latin typeface="Nirmala UI" panose="020B0502040204020203" pitchFamily="34" charset="0"/>
                <a:ea typeface="Calibri" panose="020F0502020204030204" pitchFamily="34" charset="0"/>
                <a:cs typeface="Times New Roman" panose="02020603050405020304" pitchFamily="18" charset="0"/>
              </a:rPr>
              <a:t>एक</a:t>
            </a:r>
            <a:r>
              <a:rPr lang="en-IN" sz="1900" dirty="0">
                <a:effectLst/>
                <a:latin typeface="Calibri" panose="020F0502020204030204" pitchFamily="34" charset="0"/>
                <a:ea typeface="Calibri" panose="020F0502020204030204" pitchFamily="34" charset="0"/>
                <a:cs typeface="Times New Roman" panose="02020603050405020304" pitchFamily="18" charset="0"/>
              </a:rPr>
              <a:t> </a:t>
            </a:r>
            <a:r>
              <a:rPr lang="en-IN" sz="1900" dirty="0" err="1">
                <a:effectLst/>
                <a:latin typeface="Nirmala UI" panose="020B0502040204020203" pitchFamily="34" charset="0"/>
                <a:ea typeface="Calibri" panose="020F0502020204030204" pitchFamily="34" charset="0"/>
                <a:cs typeface="Times New Roman" panose="02020603050405020304" pitchFamily="18" charset="0"/>
              </a:rPr>
              <a:t>आहे</a:t>
            </a:r>
            <a:r>
              <a:rPr lang="en-IN" sz="1900" dirty="0">
                <a:effectLst/>
                <a:latin typeface="Calibri" panose="020F0502020204030204" pitchFamily="34" charset="0"/>
                <a:ea typeface="Calibri" panose="020F0502020204030204" pitchFamily="34" charset="0"/>
                <a:cs typeface="Times New Roman" panose="02020603050405020304" pitchFamily="18" charset="0"/>
              </a:rPr>
              <a:t>.</a:t>
            </a:r>
          </a:p>
          <a:p>
            <a:pPr marL="285750" indent="-285750">
              <a:lnSpc>
                <a:spcPct val="107000"/>
              </a:lnSpc>
              <a:spcAft>
                <a:spcPts val="800"/>
              </a:spcAft>
              <a:buFont typeface="Arial" panose="020B0604020202020204" pitchFamily="34" charset="0"/>
              <a:buChar char="•"/>
            </a:pPr>
            <a:r>
              <a:rPr lang="en-IN" sz="1900" dirty="0" err="1">
                <a:effectLst/>
                <a:latin typeface="Nirmala UI" panose="020B0502040204020203" pitchFamily="34" charset="0"/>
                <a:ea typeface="Calibri" panose="020F0502020204030204" pitchFamily="34" charset="0"/>
                <a:cs typeface="Times New Roman" panose="02020603050405020304" pitchFamily="18" charset="0"/>
              </a:rPr>
              <a:t>प्राण्यांचा</a:t>
            </a:r>
            <a:r>
              <a:rPr lang="en-IN" sz="1900" dirty="0">
                <a:effectLst/>
                <a:latin typeface="Calibri" panose="020F0502020204030204" pitchFamily="34" charset="0"/>
                <a:ea typeface="Calibri" panose="020F0502020204030204" pitchFamily="34" charset="0"/>
                <a:cs typeface="Times New Roman" panose="02020603050405020304" pitchFamily="18" charset="0"/>
              </a:rPr>
              <a:t> </a:t>
            </a:r>
            <a:r>
              <a:rPr lang="en-IN" sz="1900" dirty="0" err="1">
                <a:effectLst/>
                <a:latin typeface="Nirmala UI" panose="020B0502040204020203" pitchFamily="34" charset="0"/>
                <a:ea typeface="Calibri" panose="020F0502020204030204" pitchFamily="34" charset="0"/>
                <a:cs typeface="Times New Roman" panose="02020603050405020304" pitchFamily="18" charset="0"/>
              </a:rPr>
              <a:t>रंग</a:t>
            </a:r>
            <a:r>
              <a:rPr lang="en-IN" sz="1900" dirty="0">
                <a:effectLst/>
                <a:latin typeface="Calibri" panose="020F0502020204030204" pitchFamily="34" charset="0"/>
                <a:ea typeface="Calibri" panose="020F0502020204030204" pitchFamily="34" charset="0"/>
                <a:cs typeface="Times New Roman" panose="02020603050405020304" pitchFamily="18" charset="0"/>
              </a:rPr>
              <a:t> </a:t>
            </a:r>
            <a:r>
              <a:rPr lang="en-IN" sz="1900" dirty="0" err="1">
                <a:effectLst/>
                <a:latin typeface="Nirmala UI" panose="020B0502040204020203" pitchFamily="34" charset="0"/>
                <a:ea typeface="Calibri" panose="020F0502020204030204" pitchFamily="34" charset="0"/>
                <a:cs typeface="Times New Roman" panose="02020603050405020304" pitchFamily="18" charset="0"/>
              </a:rPr>
              <a:t>एकसारखा</a:t>
            </a:r>
            <a:r>
              <a:rPr lang="en-IN" sz="1900" dirty="0">
                <a:effectLst/>
                <a:latin typeface="Calibri" panose="020F0502020204030204" pitchFamily="34" charset="0"/>
                <a:ea typeface="Calibri" panose="020F0502020204030204" pitchFamily="34" charset="0"/>
                <a:cs typeface="Times New Roman" panose="02020603050405020304" pitchFamily="18" charset="0"/>
              </a:rPr>
              <a:t> </a:t>
            </a:r>
            <a:r>
              <a:rPr lang="en-IN" sz="1900" dirty="0" err="1">
                <a:effectLst/>
                <a:latin typeface="Nirmala UI" panose="020B0502040204020203" pitchFamily="34" charset="0"/>
                <a:ea typeface="Calibri" panose="020F0502020204030204" pitchFamily="34" charset="0"/>
                <a:cs typeface="Times New Roman" panose="02020603050405020304" pitchFamily="18" charset="0"/>
              </a:rPr>
              <a:t>नसतो</a:t>
            </a:r>
            <a:r>
              <a:rPr lang="en-IN" sz="1900" dirty="0">
                <a:effectLst/>
                <a:latin typeface="Calibri" panose="020F0502020204030204" pitchFamily="34" charset="0"/>
                <a:ea typeface="Calibri" panose="020F0502020204030204" pitchFamily="34" charset="0"/>
                <a:cs typeface="Times New Roman" panose="02020603050405020304" pitchFamily="18" charset="0"/>
              </a:rPr>
              <a:t> </a:t>
            </a:r>
            <a:r>
              <a:rPr lang="en-IN" sz="1900" dirty="0">
                <a:effectLst/>
                <a:latin typeface="Nirmala UI" panose="020B0502040204020203" pitchFamily="34" charset="0"/>
                <a:ea typeface="Calibri" panose="020F0502020204030204" pitchFamily="34" charset="0"/>
                <a:cs typeface="Times New Roman" panose="02020603050405020304" pitchFamily="18" charset="0"/>
              </a:rPr>
              <a:t>आणि</a:t>
            </a:r>
            <a:r>
              <a:rPr lang="en-IN" sz="1900" dirty="0">
                <a:effectLst/>
                <a:latin typeface="Calibri" panose="020F0502020204030204" pitchFamily="34" charset="0"/>
                <a:ea typeface="Calibri" panose="020F0502020204030204" pitchFamily="34" charset="0"/>
                <a:cs typeface="Times New Roman" panose="02020603050405020304" pitchFamily="18" charset="0"/>
              </a:rPr>
              <a:t> </a:t>
            </a:r>
            <a:r>
              <a:rPr lang="en-IN" sz="1900" dirty="0" err="1">
                <a:effectLst/>
                <a:latin typeface="Nirmala UI" panose="020B0502040204020203" pitchFamily="34" charset="0"/>
                <a:ea typeface="Calibri" panose="020F0502020204030204" pitchFamily="34" charset="0"/>
                <a:cs typeface="Times New Roman" panose="02020603050405020304" pitchFamily="18" charset="0"/>
              </a:rPr>
              <a:t>कोटचा</a:t>
            </a:r>
            <a:r>
              <a:rPr lang="en-IN" sz="1900" dirty="0">
                <a:effectLst/>
                <a:latin typeface="Calibri" panose="020F0502020204030204" pitchFamily="34" charset="0"/>
                <a:ea typeface="Calibri" panose="020F0502020204030204" pitchFamily="34" charset="0"/>
                <a:cs typeface="Times New Roman" panose="02020603050405020304" pitchFamily="18" charset="0"/>
              </a:rPr>
              <a:t> </a:t>
            </a:r>
            <a:r>
              <a:rPr lang="en-IN" sz="1900" dirty="0" err="1">
                <a:effectLst/>
                <a:latin typeface="Nirmala UI" panose="020B0502040204020203" pitchFamily="34" charset="0"/>
                <a:ea typeface="Calibri" panose="020F0502020204030204" pitchFamily="34" charset="0"/>
                <a:cs typeface="Times New Roman" panose="02020603050405020304" pitchFamily="18" charset="0"/>
              </a:rPr>
              <a:t>रंग</a:t>
            </a:r>
            <a:r>
              <a:rPr lang="en-IN" sz="1900" dirty="0">
                <a:effectLst/>
                <a:latin typeface="Calibri" panose="020F0502020204030204" pitchFamily="34" charset="0"/>
                <a:ea typeface="Calibri" panose="020F0502020204030204" pitchFamily="34" charset="0"/>
                <a:cs typeface="Times New Roman" panose="02020603050405020304" pitchFamily="18" charset="0"/>
              </a:rPr>
              <a:t> </a:t>
            </a:r>
            <a:r>
              <a:rPr lang="en-IN" sz="1900" dirty="0" err="1">
                <a:effectLst/>
                <a:latin typeface="Nirmala UI" panose="020B0502040204020203" pitchFamily="34" charset="0"/>
                <a:ea typeface="Calibri" panose="020F0502020204030204" pitchFamily="34" charset="0"/>
                <a:cs typeface="Times New Roman" panose="02020603050405020304" pitchFamily="18" charset="0"/>
              </a:rPr>
              <a:t>पांढरा</a:t>
            </a:r>
            <a:r>
              <a:rPr lang="en-IN" sz="1900" dirty="0">
                <a:effectLst/>
                <a:latin typeface="Calibri" panose="020F0502020204030204" pitchFamily="34" charset="0"/>
                <a:ea typeface="Calibri" panose="020F0502020204030204" pitchFamily="34" charset="0"/>
                <a:cs typeface="Times New Roman" panose="02020603050405020304" pitchFamily="18" charset="0"/>
              </a:rPr>
              <a:t> </a:t>
            </a:r>
            <a:r>
              <a:rPr lang="en-IN" sz="1900" dirty="0">
                <a:effectLst/>
                <a:latin typeface="Nirmala UI" panose="020B0502040204020203" pitchFamily="34" charset="0"/>
                <a:ea typeface="Calibri" panose="020F0502020204030204" pitchFamily="34" charset="0"/>
                <a:cs typeface="Times New Roman" panose="02020603050405020304" pitchFamily="18" charset="0"/>
              </a:rPr>
              <a:t>ते</a:t>
            </a:r>
            <a:r>
              <a:rPr lang="en-IN" sz="1900" dirty="0">
                <a:effectLst/>
                <a:latin typeface="Calibri" panose="020F0502020204030204" pitchFamily="34" charset="0"/>
                <a:ea typeface="Calibri" panose="020F0502020204030204" pitchFamily="34" charset="0"/>
                <a:cs typeface="Times New Roman" panose="02020603050405020304" pitchFamily="18" charset="0"/>
              </a:rPr>
              <a:t> </a:t>
            </a:r>
            <a:r>
              <a:rPr lang="en-IN" sz="1900" dirty="0" err="1">
                <a:effectLst/>
                <a:latin typeface="Nirmala UI" panose="020B0502040204020203" pitchFamily="34" charset="0"/>
                <a:ea typeface="Calibri" panose="020F0502020204030204" pitchFamily="34" charset="0"/>
                <a:cs typeface="Times New Roman" panose="02020603050405020304" pitchFamily="18" charset="0"/>
              </a:rPr>
              <a:t>काळा</a:t>
            </a:r>
            <a:r>
              <a:rPr lang="en-IN" sz="1900" dirty="0">
                <a:effectLst/>
                <a:latin typeface="Calibri" panose="020F0502020204030204" pitchFamily="34" charset="0"/>
                <a:ea typeface="Calibri" panose="020F0502020204030204" pitchFamily="34" charset="0"/>
                <a:cs typeface="Times New Roman" panose="02020603050405020304" pitchFamily="18" charset="0"/>
              </a:rPr>
              <a:t> </a:t>
            </a:r>
            <a:r>
              <a:rPr lang="en-IN" sz="1900" dirty="0">
                <a:effectLst/>
                <a:latin typeface="Nirmala UI" panose="020B0502040204020203" pitchFamily="34" charset="0"/>
                <a:ea typeface="Calibri" panose="020F0502020204030204" pitchFamily="34" charset="0"/>
                <a:cs typeface="Times New Roman" panose="02020603050405020304" pitchFamily="18" charset="0"/>
              </a:rPr>
              <a:t>असतो</a:t>
            </a:r>
            <a:r>
              <a:rPr lang="en-IN" sz="1900" dirty="0">
                <a:effectLst/>
                <a:latin typeface="Calibri" panose="020F0502020204030204" pitchFamily="34" charset="0"/>
                <a:ea typeface="Calibri" panose="020F0502020204030204" pitchFamily="34" charset="0"/>
                <a:cs typeface="Times New Roman" panose="02020603050405020304" pitchFamily="18" charset="0"/>
              </a:rPr>
              <a:t>. </a:t>
            </a:r>
            <a:r>
              <a:rPr lang="en-IN" sz="1900" dirty="0">
                <a:effectLst/>
                <a:latin typeface="Nirmala UI" panose="020B0502040204020203" pitchFamily="34" charset="0"/>
                <a:ea typeface="Calibri" panose="020F0502020204030204" pitchFamily="34" charset="0"/>
                <a:cs typeface="Times New Roman" panose="02020603050405020304" pitchFamily="18" charset="0"/>
              </a:rPr>
              <a:t>शेळ्या</a:t>
            </a:r>
            <a:r>
              <a:rPr lang="en-IN" sz="1900" dirty="0">
                <a:effectLst/>
                <a:latin typeface="Calibri" panose="020F0502020204030204" pitchFamily="34" charset="0"/>
                <a:ea typeface="Calibri" panose="020F0502020204030204" pitchFamily="34" charset="0"/>
                <a:cs typeface="Times New Roman" panose="02020603050405020304" pitchFamily="18" charset="0"/>
              </a:rPr>
              <a:t> </a:t>
            </a:r>
            <a:r>
              <a:rPr lang="en-IN" sz="1900" dirty="0" err="1">
                <a:effectLst/>
                <a:latin typeface="Nirmala UI" panose="020B0502040204020203" pitchFamily="34" charset="0"/>
                <a:ea typeface="Calibri" panose="020F0502020204030204" pitchFamily="34" charset="0"/>
                <a:cs typeface="Times New Roman" panose="02020603050405020304" pitchFamily="18" charset="0"/>
              </a:rPr>
              <a:t>लांब</a:t>
            </a:r>
            <a:r>
              <a:rPr lang="en-IN" sz="1900" dirty="0">
                <a:effectLst/>
                <a:latin typeface="Calibri" panose="020F0502020204030204" pitchFamily="34" charset="0"/>
                <a:ea typeface="Calibri" panose="020F0502020204030204" pitchFamily="34" charset="0"/>
                <a:cs typeface="Times New Roman" panose="02020603050405020304" pitchFamily="18" charset="0"/>
              </a:rPr>
              <a:t> </a:t>
            </a:r>
            <a:r>
              <a:rPr lang="en-IN" sz="1900" dirty="0" err="1">
                <a:effectLst/>
                <a:latin typeface="Nirmala UI" panose="020B0502040204020203" pitchFamily="34" charset="0"/>
                <a:ea typeface="Calibri" panose="020F0502020204030204" pitchFamily="34" charset="0"/>
                <a:cs typeface="Times New Roman" panose="02020603050405020304" pitchFamily="18" charset="0"/>
              </a:rPr>
              <a:t>केसांच्या</a:t>
            </a:r>
            <a:r>
              <a:rPr lang="en-IN" sz="1900" dirty="0">
                <a:effectLst/>
                <a:latin typeface="Calibri" panose="020F0502020204030204" pitchFamily="34" charset="0"/>
                <a:ea typeface="Calibri" panose="020F0502020204030204" pitchFamily="34" charset="0"/>
                <a:cs typeface="Times New Roman" panose="02020603050405020304" pitchFamily="18" charset="0"/>
              </a:rPr>
              <a:t> </a:t>
            </a:r>
            <a:r>
              <a:rPr lang="en-IN" sz="1900" dirty="0">
                <a:effectLst/>
                <a:latin typeface="Nirmala UI" panose="020B0502040204020203" pitchFamily="34" charset="0"/>
                <a:ea typeface="Calibri" panose="020F0502020204030204" pitchFamily="34" charset="0"/>
                <a:cs typeface="Times New Roman" panose="02020603050405020304" pitchFamily="18" charset="0"/>
              </a:rPr>
              <a:t>असतात</a:t>
            </a:r>
            <a:r>
              <a:rPr lang="en-IN" sz="1900" dirty="0">
                <a:effectLst/>
                <a:latin typeface="Calibri" panose="020F0502020204030204" pitchFamily="34" charset="0"/>
                <a:ea typeface="Calibri" panose="020F0502020204030204" pitchFamily="34" charset="0"/>
                <a:cs typeface="Times New Roman" panose="02020603050405020304" pitchFamily="18" charset="0"/>
              </a:rPr>
              <a:t>. </a:t>
            </a:r>
            <a:r>
              <a:rPr lang="en-IN" sz="1900" dirty="0" err="1">
                <a:effectLst/>
                <a:latin typeface="Nirmala UI" panose="020B0502040204020203" pitchFamily="34" charset="0"/>
                <a:ea typeface="Calibri" panose="020F0502020204030204" pitchFamily="34" charset="0"/>
                <a:cs typeface="Times New Roman" panose="02020603050405020304" pitchFamily="18" charset="0"/>
              </a:rPr>
              <a:t>प्रौढ</a:t>
            </a:r>
            <a:r>
              <a:rPr lang="en-IN" sz="1900" dirty="0">
                <a:effectLst/>
                <a:latin typeface="Calibri" panose="020F0502020204030204" pitchFamily="34" charset="0"/>
                <a:ea typeface="Calibri" panose="020F0502020204030204" pitchFamily="34" charset="0"/>
                <a:cs typeface="Times New Roman" panose="02020603050405020304" pitchFamily="18" charset="0"/>
              </a:rPr>
              <a:t> </a:t>
            </a:r>
            <a:r>
              <a:rPr lang="en-IN" sz="1900" dirty="0" err="1">
                <a:effectLst/>
                <a:latin typeface="Nirmala UI" panose="020B0502040204020203" pitchFamily="34" charset="0"/>
                <a:ea typeface="Calibri" panose="020F0502020204030204" pitchFamily="34" charset="0"/>
                <a:cs typeface="Times New Roman" panose="02020603050405020304" pitchFamily="18" charset="0"/>
              </a:rPr>
              <a:t>पुरुषांचे</a:t>
            </a:r>
            <a:r>
              <a:rPr lang="en-IN" sz="1900" dirty="0">
                <a:effectLst/>
                <a:latin typeface="Calibri" panose="020F0502020204030204" pitchFamily="34" charset="0"/>
                <a:ea typeface="Calibri" panose="020F0502020204030204" pitchFamily="34" charset="0"/>
                <a:cs typeface="Times New Roman" panose="02020603050405020304" pitchFamily="18" charset="0"/>
              </a:rPr>
              <a:t> </a:t>
            </a:r>
            <a:r>
              <a:rPr lang="en-IN" sz="1900" dirty="0">
                <a:effectLst/>
                <a:latin typeface="Nirmala UI" panose="020B0502040204020203" pitchFamily="34" charset="0"/>
                <a:ea typeface="Calibri" panose="020F0502020204030204" pitchFamily="34" charset="0"/>
                <a:cs typeface="Times New Roman" panose="02020603050405020304" pitchFamily="18" charset="0"/>
              </a:rPr>
              <a:t>वजन</a:t>
            </a:r>
            <a:r>
              <a:rPr lang="en-IN" sz="1900" dirty="0">
                <a:effectLst/>
                <a:latin typeface="Calibri" panose="020F0502020204030204" pitchFamily="34" charset="0"/>
                <a:ea typeface="Calibri" panose="020F0502020204030204" pitchFamily="34" charset="0"/>
                <a:cs typeface="Times New Roman" panose="02020603050405020304" pitchFamily="18" charset="0"/>
              </a:rPr>
              <a:t> 50 </a:t>
            </a:r>
            <a:r>
              <a:rPr lang="en-IN" sz="1900" dirty="0">
                <a:effectLst/>
                <a:latin typeface="Nirmala UI" panose="020B0502040204020203" pitchFamily="34" charset="0"/>
                <a:ea typeface="Calibri" panose="020F0502020204030204" pitchFamily="34" charset="0"/>
                <a:cs typeface="Times New Roman" panose="02020603050405020304" pitchFamily="18" charset="0"/>
              </a:rPr>
              <a:t>ते</a:t>
            </a:r>
            <a:r>
              <a:rPr lang="en-IN" sz="1900" dirty="0">
                <a:effectLst/>
                <a:latin typeface="Calibri" panose="020F0502020204030204" pitchFamily="34" charset="0"/>
                <a:ea typeface="Calibri" panose="020F0502020204030204" pitchFamily="34" charset="0"/>
                <a:cs typeface="Times New Roman" panose="02020603050405020304" pitchFamily="18" charset="0"/>
              </a:rPr>
              <a:t> 60 </a:t>
            </a:r>
            <a:r>
              <a:rPr lang="en-IN" sz="1900" dirty="0" err="1">
                <a:effectLst/>
                <a:latin typeface="Nirmala UI" panose="020B0502040204020203" pitchFamily="34" charset="0"/>
                <a:ea typeface="Calibri" panose="020F0502020204030204" pitchFamily="34" charset="0"/>
                <a:cs typeface="Times New Roman" panose="02020603050405020304" pitchFamily="18" charset="0"/>
              </a:rPr>
              <a:t>किलो</a:t>
            </a:r>
            <a:r>
              <a:rPr lang="en-IN" sz="1900" dirty="0">
                <a:effectLst/>
                <a:latin typeface="Calibri" panose="020F0502020204030204" pitchFamily="34" charset="0"/>
                <a:ea typeface="Calibri" panose="020F0502020204030204" pitchFamily="34" charset="0"/>
                <a:cs typeface="Times New Roman" panose="02020603050405020304" pitchFamily="18" charset="0"/>
              </a:rPr>
              <a:t> </a:t>
            </a:r>
            <a:r>
              <a:rPr lang="en-IN" sz="1900" dirty="0" err="1">
                <a:effectLst/>
                <a:latin typeface="Nirmala UI" panose="020B0502040204020203" pitchFamily="34" charset="0"/>
                <a:ea typeface="Calibri" panose="020F0502020204030204" pitchFamily="34" charset="0"/>
                <a:cs typeface="Times New Roman" panose="02020603050405020304" pitchFamily="18" charset="0"/>
              </a:rPr>
              <a:t>असते</a:t>
            </a:r>
            <a:r>
              <a:rPr lang="en-IN" sz="1900" dirty="0">
                <a:effectLst/>
                <a:latin typeface="Calibri" panose="020F0502020204030204" pitchFamily="34" charset="0"/>
                <a:ea typeface="Calibri" panose="020F0502020204030204" pitchFamily="34" charset="0"/>
                <a:cs typeface="Times New Roman" panose="02020603050405020304" pitchFamily="18" charset="0"/>
              </a:rPr>
              <a:t> </a:t>
            </a:r>
            <a:r>
              <a:rPr lang="en-IN" sz="1900" dirty="0">
                <a:effectLst/>
                <a:latin typeface="Nirmala UI" panose="020B0502040204020203" pitchFamily="34" charset="0"/>
                <a:ea typeface="Calibri" panose="020F0502020204030204" pitchFamily="34" charset="0"/>
                <a:cs typeface="Times New Roman" panose="02020603050405020304" pitchFamily="18" charset="0"/>
              </a:rPr>
              <a:t>तर</a:t>
            </a:r>
            <a:r>
              <a:rPr lang="en-IN" sz="1900" dirty="0">
                <a:effectLst/>
                <a:latin typeface="Calibri" panose="020F0502020204030204" pitchFamily="34" charset="0"/>
                <a:ea typeface="Calibri" panose="020F0502020204030204" pitchFamily="34" charset="0"/>
                <a:cs typeface="Times New Roman" panose="02020603050405020304" pitchFamily="18" charset="0"/>
              </a:rPr>
              <a:t> </a:t>
            </a:r>
            <a:r>
              <a:rPr lang="en-IN" sz="1900" dirty="0" err="1">
                <a:effectLst/>
                <a:latin typeface="Nirmala UI" panose="020B0502040204020203" pitchFamily="34" charset="0"/>
                <a:ea typeface="Calibri" panose="020F0502020204030204" pitchFamily="34" charset="0"/>
                <a:cs typeface="Times New Roman" panose="02020603050405020304" pitchFamily="18" charset="0"/>
              </a:rPr>
              <a:t>महिलांचे</a:t>
            </a:r>
            <a:r>
              <a:rPr lang="en-IN" sz="1900" dirty="0">
                <a:effectLst/>
                <a:latin typeface="Calibri" panose="020F0502020204030204" pitchFamily="34" charset="0"/>
                <a:ea typeface="Calibri" panose="020F0502020204030204" pitchFamily="34" charset="0"/>
                <a:cs typeface="Times New Roman" panose="02020603050405020304" pitchFamily="18" charset="0"/>
              </a:rPr>
              <a:t> </a:t>
            </a:r>
            <a:r>
              <a:rPr lang="en-IN" sz="1900" dirty="0">
                <a:effectLst/>
                <a:latin typeface="Nirmala UI" panose="020B0502040204020203" pitchFamily="34" charset="0"/>
                <a:ea typeface="Calibri" panose="020F0502020204030204" pitchFamily="34" charset="0"/>
                <a:cs typeface="Times New Roman" panose="02020603050405020304" pitchFamily="18" charset="0"/>
              </a:rPr>
              <a:t>वजन</a:t>
            </a:r>
            <a:r>
              <a:rPr lang="en-IN" sz="1900" dirty="0">
                <a:effectLst/>
                <a:latin typeface="Calibri" panose="020F0502020204030204" pitchFamily="34" charset="0"/>
                <a:ea typeface="Calibri" panose="020F0502020204030204" pitchFamily="34" charset="0"/>
                <a:cs typeface="Times New Roman" panose="02020603050405020304" pitchFamily="18" charset="0"/>
              </a:rPr>
              <a:t> 30 </a:t>
            </a:r>
            <a:r>
              <a:rPr lang="en-IN" sz="1900" dirty="0">
                <a:effectLst/>
                <a:latin typeface="Nirmala UI" panose="020B0502040204020203" pitchFamily="34" charset="0"/>
                <a:ea typeface="Calibri" panose="020F0502020204030204" pitchFamily="34" charset="0"/>
                <a:cs typeface="Times New Roman" panose="02020603050405020304" pitchFamily="18" charset="0"/>
              </a:rPr>
              <a:t>ते</a:t>
            </a:r>
            <a:r>
              <a:rPr lang="en-IN" sz="1900" dirty="0">
                <a:effectLst/>
                <a:latin typeface="Calibri" panose="020F0502020204030204" pitchFamily="34" charset="0"/>
                <a:ea typeface="Calibri" panose="020F0502020204030204" pitchFamily="34" charset="0"/>
                <a:cs typeface="Times New Roman" panose="02020603050405020304" pitchFamily="18" charset="0"/>
              </a:rPr>
              <a:t> 40 </a:t>
            </a:r>
            <a:r>
              <a:rPr lang="en-IN" sz="1900" dirty="0" err="1">
                <a:effectLst/>
                <a:latin typeface="Nirmala UI" panose="020B0502040204020203" pitchFamily="34" charset="0"/>
                <a:ea typeface="Calibri" panose="020F0502020204030204" pitchFamily="34" charset="0"/>
                <a:cs typeface="Times New Roman" panose="02020603050405020304" pitchFamily="18" charset="0"/>
              </a:rPr>
              <a:t>किलो</a:t>
            </a:r>
            <a:r>
              <a:rPr lang="en-IN" sz="1900" dirty="0">
                <a:effectLst/>
                <a:latin typeface="Calibri" panose="020F0502020204030204" pitchFamily="34" charset="0"/>
                <a:ea typeface="Calibri" panose="020F0502020204030204" pitchFamily="34" charset="0"/>
                <a:cs typeface="Times New Roman" panose="02020603050405020304" pitchFamily="18" charset="0"/>
              </a:rPr>
              <a:t> </a:t>
            </a:r>
            <a:r>
              <a:rPr lang="en-IN" sz="1900" dirty="0" err="1">
                <a:effectLst/>
                <a:latin typeface="Nirmala UI" panose="020B0502040204020203" pitchFamily="34" charset="0"/>
                <a:ea typeface="Calibri" panose="020F0502020204030204" pitchFamily="34" charset="0"/>
                <a:cs typeface="Times New Roman" panose="02020603050405020304" pitchFamily="18" charset="0"/>
              </a:rPr>
              <a:t>असते</a:t>
            </a:r>
            <a:r>
              <a:rPr lang="en-IN" sz="1900" dirty="0">
                <a:effectLst/>
                <a:latin typeface="Calibri" panose="020F0502020204030204" pitchFamily="34" charset="0"/>
                <a:ea typeface="Calibri" panose="020F0502020204030204" pitchFamily="34" charset="0"/>
                <a:cs typeface="Times New Roman" panose="02020603050405020304" pitchFamily="18" charset="0"/>
              </a:rPr>
              <a:t>. </a:t>
            </a:r>
          </a:p>
          <a:p>
            <a:pPr marL="285750" indent="-285750">
              <a:lnSpc>
                <a:spcPct val="107000"/>
              </a:lnSpc>
              <a:spcAft>
                <a:spcPts val="800"/>
              </a:spcAft>
              <a:buFont typeface="Arial" panose="020B0604020202020204" pitchFamily="34" charset="0"/>
              <a:buChar char="•"/>
            </a:pPr>
            <a:r>
              <a:rPr lang="en-IN" sz="1900" dirty="0">
                <a:effectLst/>
                <a:latin typeface="Nirmala UI" panose="020B0502040204020203" pitchFamily="34" charset="0"/>
                <a:ea typeface="Calibri" panose="020F0502020204030204" pitchFamily="34" charset="0"/>
                <a:cs typeface="Times New Roman" panose="02020603050405020304" pitchFamily="18" charset="0"/>
              </a:rPr>
              <a:t>या</a:t>
            </a:r>
            <a:r>
              <a:rPr lang="en-IN" sz="1900" dirty="0">
                <a:effectLst/>
                <a:latin typeface="Calibri" panose="020F0502020204030204" pitchFamily="34" charset="0"/>
                <a:ea typeface="Calibri" panose="020F0502020204030204" pitchFamily="34" charset="0"/>
                <a:cs typeface="Times New Roman" panose="02020603050405020304" pitchFamily="18" charset="0"/>
              </a:rPr>
              <a:t> </a:t>
            </a:r>
            <a:r>
              <a:rPr lang="en-IN" sz="1900" dirty="0" err="1">
                <a:effectLst/>
                <a:latin typeface="Nirmala UI" panose="020B0502040204020203" pitchFamily="34" charset="0"/>
                <a:ea typeface="Calibri" panose="020F0502020204030204" pitchFamily="34" charset="0"/>
                <a:cs typeface="Times New Roman" panose="02020603050405020304" pitchFamily="18" charset="0"/>
              </a:rPr>
              <a:t>जातीचा</a:t>
            </a:r>
            <a:r>
              <a:rPr lang="en-IN" sz="1900" dirty="0">
                <a:effectLst/>
                <a:latin typeface="Calibri" panose="020F0502020204030204" pitchFamily="34" charset="0"/>
                <a:ea typeface="Calibri" panose="020F0502020204030204" pitchFamily="34" charset="0"/>
                <a:cs typeface="Times New Roman" panose="02020603050405020304" pitchFamily="18" charset="0"/>
              </a:rPr>
              <a:t> </a:t>
            </a:r>
            <a:r>
              <a:rPr lang="en-IN" sz="1900" dirty="0">
                <a:effectLst/>
                <a:latin typeface="Nirmala UI" panose="020B0502040204020203" pitchFamily="34" charset="0"/>
                <a:ea typeface="Calibri" panose="020F0502020204030204" pitchFamily="34" charset="0"/>
                <a:cs typeface="Times New Roman" panose="02020603050405020304" pitchFamily="18" charset="0"/>
              </a:rPr>
              <a:t>वापर</a:t>
            </a:r>
            <a:r>
              <a:rPr lang="en-IN" sz="1900" dirty="0">
                <a:effectLst/>
                <a:latin typeface="Calibri" panose="020F0502020204030204" pitchFamily="34" charset="0"/>
                <a:ea typeface="Calibri" panose="020F0502020204030204" pitchFamily="34" charset="0"/>
                <a:cs typeface="Times New Roman" panose="02020603050405020304" pitchFamily="18" charset="0"/>
              </a:rPr>
              <a:t> </a:t>
            </a:r>
            <a:r>
              <a:rPr lang="en-IN" sz="1900" dirty="0" err="1">
                <a:effectLst/>
                <a:latin typeface="Nirmala UI" panose="020B0502040204020203" pitchFamily="34" charset="0"/>
                <a:ea typeface="Calibri" panose="020F0502020204030204" pitchFamily="34" charset="0"/>
                <a:cs typeface="Times New Roman" panose="02020603050405020304" pitchFamily="18" charset="0"/>
              </a:rPr>
              <a:t>प्रामुख्याने</a:t>
            </a:r>
            <a:r>
              <a:rPr lang="en-IN" sz="1900" dirty="0">
                <a:effectLst/>
                <a:latin typeface="Calibri" panose="020F0502020204030204" pitchFamily="34" charset="0"/>
                <a:ea typeface="Calibri" panose="020F0502020204030204" pitchFamily="34" charset="0"/>
                <a:cs typeface="Times New Roman" panose="02020603050405020304" pitchFamily="18" charset="0"/>
              </a:rPr>
              <a:t> </a:t>
            </a:r>
            <a:r>
              <a:rPr lang="en-IN" sz="1900" dirty="0" err="1">
                <a:effectLst/>
                <a:latin typeface="Nirmala UI" panose="020B0502040204020203" pitchFamily="34" charset="0"/>
                <a:ea typeface="Calibri" panose="020F0502020204030204" pitchFamily="34" charset="0"/>
                <a:cs typeface="Times New Roman" panose="02020603050405020304" pitchFamily="18" charset="0"/>
              </a:rPr>
              <a:t>मांसासाठी</a:t>
            </a:r>
            <a:r>
              <a:rPr lang="en-IN" sz="1900" dirty="0">
                <a:effectLst/>
                <a:latin typeface="Calibri" panose="020F0502020204030204" pitchFamily="34" charset="0"/>
                <a:ea typeface="Calibri" panose="020F0502020204030204" pitchFamily="34" charset="0"/>
                <a:cs typeface="Times New Roman" panose="02020603050405020304" pitchFamily="18" charset="0"/>
              </a:rPr>
              <a:t> </a:t>
            </a:r>
            <a:r>
              <a:rPr lang="en-IN" sz="1900" dirty="0">
                <a:effectLst/>
                <a:latin typeface="Nirmala UI" panose="020B0502040204020203" pitchFamily="34" charset="0"/>
                <a:ea typeface="Calibri" panose="020F0502020204030204" pitchFamily="34" charset="0"/>
                <a:cs typeface="Times New Roman" panose="02020603050405020304" pitchFamily="18" charset="0"/>
              </a:rPr>
              <a:t>केला</a:t>
            </a:r>
            <a:r>
              <a:rPr lang="en-IN" sz="1900" dirty="0">
                <a:effectLst/>
                <a:latin typeface="Calibri" panose="020F0502020204030204" pitchFamily="34" charset="0"/>
                <a:ea typeface="Calibri" panose="020F0502020204030204" pitchFamily="34" charset="0"/>
                <a:cs typeface="Times New Roman" panose="02020603050405020304" pitchFamily="18" charset="0"/>
              </a:rPr>
              <a:t> </a:t>
            </a:r>
            <a:r>
              <a:rPr lang="en-IN" sz="1900" dirty="0" err="1">
                <a:effectLst/>
                <a:latin typeface="Nirmala UI" panose="020B0502040204020203" pitchFamily="34" charset="0"/>
                <a:ea typeface="Calibri" panose="020F0502020204030204" pitchFamily="34" charset="0"/>
                <a:cs typeface="Times New Roman" panose="02020603050405020304" pitchFamily="18" charset="0"/>
              </a:rPr>
              <a:t>जातो</a:t>
            </a:r>
            <a:r>
              <a:rPr lang="en-IN" sz="1900" dirty="0">
                <a:effectLst/>
                <a:latin typeface="Calibri" panose="020F0502020204030204" pitchFamily="34" charset="0"/>
                <a:ea typeface="Calibri" panose="020F0502020204030204" pitchFamily="34" charset="0"/>
                <a:cs typeface="Times New Roman" panose="02020603050405020304" pitchFamily="18" charset="0"/>
              </a:rPr>
              <a:t> </a:t>
            </a:r>
            <a:r>
              <a:rPr lang="en-IN" sz="1900" dirty="0">
                <a:effectLst/>
                <a:latin typeface="Nirmala UI" panose="020B0502040204020203" pitchFamily="34" charset="0"/>
                <a:ea typeface="Calibri" panose="020F0502020204030204" pitchFamily="34" charset="0"/>
                <a:cs typeface="Times New Roman" panose="02020603050405020304" pitchFamily="18" charset="0"/>
              </a:rPr>
              <a:t>आणि</a:t>
            </a:r>
            <a:r>
              <a:rPr lang="en-IN" sz="1900" dirty="0">
                <a:effectLst/>
                <a:latin typeface="Calibri" panose="020F0502020204030204" pitchFamily="34" charset="0"/>
                <a:ea typeface="Calibri" panose="020F0502020204030204" pitchFamily="34" charset="0"/>
                <a:cs typeface="Times New Roman" panose="02020603050405020304" pitchFamily="18" charset="0"/>
              </a:rPr>
              <a:t> </a:t>
            </a:r>
            <a:r>
              <a:rPr lang="en-IN" sz="1900" dirty="0" err="1">
                <a:effectLst/>
                <a:latin typeface="Nirmala UI" panose="020B0502040204020203" pitchFamily="34" charset="0"/>
                <a:ea typeface="Calibri" panose="020F0502020204030204" pitchFamily="34" charset="0"/>
                <a:cs typeface="Times New Roman" panose="02020603050405020304" pitchFamily="18" charset="0"/>
              </a:rPr>
              <a:t>त्यांची</a:t>
            </a:r>
            <a:r>
              <a:rPr lang="en-IN" sz="1900" dirty="0">
                <a:effectLst/>
                <a:latin typeface="Calibri" panose="020F0502020204030204" pitchFamily="34" charset="0"/>
                <a:ea typeface="Calibri" panose="020F0502020204030204" pitchFamily="34" charset="0"/>
                <a:cs typeface="Times New Roman" panose="02020603050405020304" pitchFamily="18" charset="0"/>
              </a:rPr>
              <a:t> </a:t>
            </a:r>
            <a:r>
              <a:rPr lang="en-IN" sz="1900" dirty="0" err="1">
                <a:effectLst/>
                <a:latin typeface="Nirmala UI" panose="020B0502040204020203" pitchFamily="34" charset="0"/>
                <a:ea typeface="Calibri" panose="020F0502020204030204" pitchFamily="34" charset="0"/>
                <a:cs typeface="Times New Roman" panose="02020603050405020304" pitchFamily="18" charset="0"/>
              </a:rPr>
              <a:t>त्वचा</a:t>
            </a:r>
            <a:r>
              <a:rPr lang="en-IN" sz="1900" dirty="0">
                <a:effectLst/>
                <a:latin typeface="Calibri" panose="020F0502020204030204" pitchFamily="34" charset="0"/>
                <a:ea typeface="Calibri" panose="020F0502020204030204" pitchFamily="34" charset="0"/>
                <a:cs typeface="Times New Roman" panose="02020603050405020304" pitchFamily="18" charset="0"/>
              </a:rPr>
              <a:t> </a:t>
            </a:r>
            <a:r>
              <a:rPr lang="en-IN" sz="1900" dirty="0" err="1">
                <a:effectLst/>
                <a:latin typeface="Nirmala UI" panose="020B0502040204020203" pitchFamily="34" charset="0"/>
                <a:ea typeface="Calibri" panose="020F0502020204030204" pitchFamily="34" charset="0"/>
                <a:cs typeface="Times New Roman" panose="02020603050405020304" pitchFamily="18" charset="0"/>
              </a:rPr>
              <a:t>टॅनिंग</a:t>
            </a:r>
            <a:r>
              <a:rPr lang="en-IN" sz="1900" dirty="0">
                <a:effectLst/>
                <a:latin typeface="Calibri" panose="020F0502020204030204" pitchFamily="34" charset="0"/>
                <a:ea typeface="Calibri" panose="020F0502020204030204" pitchFamily="34" charset="0"/>
                <a:cs typeface="Times New Roman" panose="02020603050405020304" pitchFamily="18" charset="0"/>
              </a:rPr>
              <a:t> </a:t>
            </a:r>
            <a:r>
              <a:rPr lang="en-IN" sz="1900" dirty="0" err="1">
                <a:effectLst/>
                <a:latin typeface="Nirmala UI" panose="020B0502040204020203" pitchFamily="34" charset="0"/>
                <a:ea typeface="Calibri" panose="020F0502020204030204" pitchFamily="34" charset="0"/>
                <a:cs typeface="Times New Roman" panose="02020603050405020304" pitchFamily="18" charset="0"/>
              </a:rPr>
              <a:t>उद्योगात</a:t>
            </a:r>
            <a:r>
              <a:rPr lang="en-IN" sz="1900" dirty="0">
                <a:effectLst/>
                <a:latin typeface="Calibri" panose="020F0502020204030204" pitchFamily="34" charset="0"/>
                <a:ea typeface="Calibri" panose="020F0502020204030204" pitchFamily="34" charset="0"/>
                <a:cs typeface="Times New Roman" panose="02020603050405020304" pitchFamily="18" charset="0"/>
              </a:rPr>
              <a:t> </a:t>
            </a:r>
            <a:r>
              <a:rPr lang="en-IN" sz="1900" dirty="0" err="1">
                <a:effectLst/>
                <a:latin typeface="Nirmala UI" panose="020B0502040204020203" pitchFamily="34" charset="0"/>
                <a:ea typeface="Calibri" panose="020F0502020204030204" pitchFamily="34" charset="0"/>
                <a:cs typeface="Times New Roman" panose="02020603050405020304" pitchFamily="18" charset="0"/>
              </a:rPr>
              <a:t>लोकप्रिय</a:t>
            </a:r>
            <a:r>
              <a:rPr lang="en-IN" sz="1900" dirty="0">
                <a:effectLst/>
                <a:latin typeface="Calibri" panose="020F0502020204030204" pitchFamily="34" charset="0"/>
                <a:ea typeface="Calibri" panose="020F0502020204030204" pitchFamily="34" charset="0"/>
                <a:cs typeface="Times New Roman" panose="02020603050405020304" pitchFamily="18" charset="0"/>
              </a:rPr>
              <a:t> </a:t>
            </a:r>
            <a:r>
              <a:rPr lang="en-IN" sz="1900" dirty="0" err="1">
                <a:effectLst/>
                <a:latin typeface="Nirmala UI" panose="020B0502040204020203" pitchFamily="34" charset="0"/>
                <a:ea typeface="Calibri" panose="020F0502020204030204" pitchFamily="34" charset="0"/>
                <a:cs typeface="Times New Roman" panose="02020603050405020304" pitchFamily="18" charset="0"/>
              </a:rPr>
              <a:t>आहे</a:t>
            </a:r>
            <a:r>
              <a:rPr lang="en-IN" sz="1900" dirty="0">
                <a:effectLst/>
                <a:latin typeface="Calibri" panose="020F0502020204030204" pitchFamily="34" charset="0"/>
                <a:ea typeface="Calibri" panose="020F0502020204030204" pitchFamily="34" charset="0"/>
                <a:cs typeface="Times New Roman" panose="02020603050405020304" pitchFamily="18" charset="0"/>
              </a:rPr>
              <a:t>. </a:t>
            </a:r>
          </a:p>
          <a:p>
            <a:pPr marL="285750" indent="-285750">
              <a:lnSpc>
                <a:spcPct val="107000"/>
              </a:lnSpc>
              <a:spcAft>
                <a:spcPts val="800"/>
              </a:spcAft>
              <a:buFont typeface="Arial" panose="020B0604020202020204" pitchFamily="34" charset="0"/>
              <a:buChar char="•"/>
            </a:pPr>
            <a:r>
              <a:rPr lang="en-IN" sz="1900" dirty="0" err="1">
                <a:effectLst/>
                <a:latin typeface="Nirmala UI" panose="020B0502040204020203" pitchFamily="34" charset="0"/>
                <a:ea typeface="Calibri" panose="020F0502020204030204" pitchFamily="34" charset="0"/>
                <a:cs typeface="Times New Roman" panose="02020603050405020304" pitchFamily="18" charset="0"/>
              </a:rPr>
              <a:t>त्यांची</a:t>
            </a:r>
            <a:r>
              <a:rPr lang="en-IN" sz="1900" dirty="0">
                <a:effectLst/>
                <a:latin typeface="Calibri" panose="020F0502020204030204" pitchFamily="34" charset="0"/>
                <a:ea typeface="Calibri" panose="020F0502020204030204" pitchFamily="34" charset="0"/>
                <a:cs typeface="Times New Roman" panose="02020603050405020304" pitchFamily="18" charset="0"/>
              </a:rPr>
              <a:t> </a:t>
            </a:r>
            <a:r>
              <a:rPr lang="en-IN" sz="1900" dirty="0" err="1">
                <a:effectLst/>
                <a:latin typeface="Nirmala UI" panose="020B0502040204020203" pitchFamily="34" charset="0"/>
                <a:ea typeface="Calibri" panose="020F0502020204030204" pitchFamily="34" charset="0"/>
                <a:cs typeface="Times New Roman" panose="02020603050405020304" pitchFamily="18" charset="0"/>
              </a:rPr>
              <a:t>प्रजनन</a:t>
            </a:r>
            <a:r>
              <a:rPr lang="en-IN" sz="1900" dirty="0">
                <a:effectLst/>
                <a:latin typeface="Calibri" panose="020F0502020204030204" pitchFamily="34" charset="0"/>
                <a:ea typeface="Calibri" panose="020F0502020204030204" pitchFamily="34" charset="0"/>
                <a:cs typeface="Times New Roman" panose="02020603050405020304" pitchFamily="18" charset="0"/>
              </a:rPr>
              <a:t> </a:t>
            </a:r>
            <a:r>
              <a:rPr lang="en-IN" sz="1900" dirty="0" err="1">
                <a:effectLst/>
                <a:latin typeface="Nirmala UI" panose="020B0502040204020203" pitchFamily="34" charset="0"/>
                <a:ea typeface="Calibri" panose="020F0502020204030204" pitchFamily="34" charset="0"/>
                <a:cs typeface="Times New Roman" panose="02020603050405020304" pitchFamily="18" charset="0"/>
              </a:rPr>
              <a:t>क्षमता</a:t>
            </a:r>
            <a:r>
              <a:rPr lang="en-IN" sz="1900" dirty="0">
                <a:effectLst/>
                <a:latin typeface="Calibri" panose="020F0502020204030204" pitchFamily="34" charset="0"/>
                <a:ea typeface="Calibri" panose="020F0502020204030204" pitchFamily="34" charset="0"/>
                <a:cs typeface="Times New Roman" panose="02020603050405020304" pitchFamily="18" charset="0"/>
              </a:rPr>
              <a:t> </a:t>
            </a:r>
            <a:r>
              <a:rPr lang="en-IN" sz="1900" dirty="0" err="1">
                <a:effectLst/>
                <a:latin typeface="Nirmala UI" panose="020B0502040204020203" pitchFamily="34" charset="0"/>
                <a:ea typeface="Calibri" panose="020F0502020204030204" pitchFamily="34" charset="0"/>
                <a:cs typeface="Times New Roman" panose="02020603050405020304" pitchFamily="18" charset="0"/>
              </a:rPr>
              <a:t>चांगली</a:t>
            </a:r>
            <a:r>
              <a:rPr lang="en-IN" sz="1900" dirty="0">
                <a:effectLst/>
                <a:latin typeface="Calibri" panose="020F0502020204030204" pitchFamily="34" charset="0"/>
                <a:ea typeface="Calibri" panose="020F0502020204030204" pitchFamily="34" charset="0"/>
                <a:cs typeface="Times New Roman" panose="02020603050405020304" pitchFamily="18" charset="0"/>
              </a:rPr>
              <a:t> </a:t>
            </a:r>
            <a:r>
              <a:rPr lang="en-IN" sz="1900" dirty="0" err="1">
                <a:effectLst/>
                <a:latin typeface="Nirmala UI" panose="020B0502040204020203" pitchFamily="34" charset="0"/>
                <a:ea typeface="Calibri" panose="020F0502020204030204" pitchFamily="34" charset="0"/>
                <a:cs typeface="Times New Roman" panose="02020603050405020304" pitchFamily="18" charset="0"/>
              </a:rPr>
              <a:t>आहे</a:t>
            </a:r>
            <a:r>
              <a:rPr lang="en-IN" sz="1900" dirty="0">
                <a:effectLst/>
                <a:latin typeface="Calibri" panose="020F0502020204030204" pitchFamily="34" charset="0"/>
                <a:ea typeface="Calibri" panose="020F0502020204030204" pitchFamily="34" charset="0"/>
                <a:cs typeface="Times New Roman" panose="02020603050405020304" pitchFamily="18" charset="0"/>
              </a:rPr>
              <a:t> </a:t>
            </a:r>
            <a:r>
              <a:rPr lang="en-IN" sz="1900" dirty="0">
                <a:effectLst/>
                <a:latin typeface="Nirmala UI" panose="020B0502040204020203" pitchFamily="34" charset="0"/>
                <a:ea typeface="Calibri" panose="020F0502020204030204" pitchFamily="34" charset="0"/>
                <a:cs typeface="Times New Roman" panose="02020603050405020304" pitchFamily="18" charset="0"/>
              </a:rPr>
              <a:t>आणि</a:t>
            </a:r>
            <a:r>
              <a:rPr lang="en-IN" sz="1900" dirty="0">
                <a:effectLst/>
                <a:latin typeface="Calibri" panose="020F0502020204030204" pitchFamily="34" charset="0"/>
                <a:ea typeface="Calibri" panose="020F0502020204030204" pitchFamily="34" charset="0"/>
                <a:cs typeface="Times New Roman" panose="02020603050405020304" pitchFamily="18" charset="0"/>
              </a:rPr>
              <a:t> </a:t>
            </a:r>
            <a:r>
              <a:rPr lang="en-IN" sz="1900" dirty="0" err="1">
                <a:effectLst/>
                <a:latin typeface="Nirmala UI" panose="020B0502040204020203" pitchFamily="34" charset="0"/>
                <a:ea typeface="Calibri" panose="020F0502020204030204" pitchFamily="34" charset="0"/>
                <a:cs typeface="Times New Roman" panose="02020603050405020304" pitchFamily="18" charset="0"/>
              </a:rPr>
              <a:t>प्रसूतीच्या</a:t>
            </a:r>
            <a:r>
              <a:rPr lang="en-IN" sz="1900" dirty="0">
                <a:effectLst/>
                <a:latin typeface="Calibri" panose="020F0502020204030204" pitchFamily="34" charset="0"/>
                <a:ea typeface="Calibri" panose="020F0502020204030204" pitchFamily="34" charset="0"/>
                <a:cs typeface="Times New Roman" panose="02020603050405020304" pitchFamily="18" charset="0"/>
              </a:rPr>
              <a:t> </a:t>
            </a:r>
            <a:r>
              <a:rPr lang="en-IN" sz="1900" dirty="0" err="1">
                <a:effectLst/>
                <a:latin typeface="Nirmala UI" panose="020B0502040204020203" pitchFamily="34" charset="0"/>
                <a:ea typeface="Calibri" panose="020F0502020204030204" pitchFamily="34" charset="0"/>
                <a:cs typeface="Times New Roman" panose="02020603050405020304" pitchFamily="18" charset="0"/>
              </a:rPr>
              <a:t>वेळी</a:t>
            </a:r>
            <a:r>
              <a:rPr lang="en-IN" sz="1900" dirty="0">
                <a:effectLst/>
                <a:latin typeface="Calibri" panose="020F0502020204030204" pitchFamily="34" charset="0"/>
                <a:ea typeface="Calibri" panose="020F0502020204030204" pitchFamily="34" charset="0"/>
                <a:cs typeface="Times New Roman" panose="02020603050405020304" pitchFamily="18" charset="0"/>
              </a:rPr>
              <a:t> </a:t>
            </a:r>
            <a:r>
              <a:rPr lang="en-IN" sz="1900" dirty="0">
                <a:effectLst/>
                <a:latin typeface="Nirmala UI" panose="020B0502040204020203" pitchFamily="34" charset="0"/>
                <a:ea typeface="Calibri" panose="020F0502020204030204" pitchFamily="34" charset="0"/>
                <a:cs typeface="Times New Roman" panose="02020603050405020304" pitchFamily="18" charset="0"/>
              </a:rPr>
              <a:t>ते</a:t>
            </a:r>
            <a:r>
              <a:rPr lang="en-IN" sz="1900" dirty="0">
                <a:effectLst/>
                <a:latin typeface="Calibri" panose="020F0502020204030204" pitchFamily="34" charset="0"/>
                <a:ea typeface="Calibri" panose="020F0502020204030204" pitchFamily="34" charset="0"/>
                <a:cs typeface="Times New Roman" panose="02020603050405020304" pitchFamily="18" charset="0"/>
              </a:rPr>
              <a:t> 2 </a:t>
            </a:r>
            <a:r>
              <a:rPr lang="en-IN" sz="1900" dirty="0">
                <a:effectLst/>
                <a:latin typeface="Nirmala UI" panose="020B0502040204020203" pitchFamily="34" charset="0"/>
                <a:ea typeface="Calibri" panose="020F0502020204030204" pitchFamily="34" charset="0"/>
                <a:cs typeface="Times New Roman" panose="02020603050405020304" pitchFamily="18" charset="0"/>
              </a:rPr>
              <a:t>ते</a:t>
            </a:r>
            <a:r>
              <a:rPr lang="en-IN" sz="1900" dirty="0">
                <a:effectLst/>
                <a:latin typeface="Calibri" panose="020F0502020204030204" pitchFamily="34" charset="0"/>
                <a:ea typeface="Calibri" panose="020F0502020204030204" pitchFamily="34" charset="0"/>
                <a:cs typeface="Times New Roman" panose="02020603050405020304" pitchFamily="18" charset="0"/>
              </a:rPr>
              <a:t> 3 </a:t>
            </a:r>
            <a:r>
              <a:rPr lang="en-IN" sz="1900" dirty="0" err="1">
                <a:effectLst/>
                <a:latin typeface="Nirmala UI" panose="020B0502040204020203" pitchFamily="34" charset="0"/>
                <a:ea typeface="Calibri" panose="020F0502020204030204" pitchFamily="34" charset="0"/>
                <a:cs typeface="Times New Roman" panose="02020603050405020304" pitchFamily="18" charset="0"/>
              </a:rPr>
              <a:t>मुले</a:t>
            </a:r>
            <a:r>
              <a:rPr lang="en-IN" sz="1900" dirty="0">
                <a:effectLst/>
                <a:latin typeface="Calibri" panose="020F0502020204030204" pitchFamily="34" charset="0"/>
                <a:ea typeface="Calibri" panose="020F0502020204030204" pitchFamily="34" charset="0"/>
                <a:cs typeface="Times New Roman" panose="02020603050405020304" pitchFamily="18" charset="0"/>
              </a:rPr>
              <a:t> </a:t>
            </a:r>
            <a:r>
              <a:rPr lang="en-IN" sz="1900" dirty="0" err="1">
                <a:effectLst/>
                <a:latin typeface="Nirmala UI" panose="020B0502040204020203" pitchFamily="34" charset="0"/>
                <a:ea typeface="Calibri" panose="020F0502020204030204" pitchFamily="34" charset="0"/>
                <a:cs typeface="Times New Roman" panose="02020603050405020304" pitchFamily="18" charset="0"/>
              </a:rPr>
              <a:t>जन्माला</a:t>
            </a:r>
            <a:r>
              <a:rPr lang="en-IN" sz="1900" dirty="0">
                <a:effectLst/>
                <a:latin typeface="Calibri" panose="020F0502020204030204" pitchFamily="34" charset="0"/>
                <a:ea typeface="Calibri" panose="020F0502020204030204" pitchFamily="34" charset="0"/>
                <a:cs typeface="Times New Roman" panose="02020603050405020304" pitchFamily="18" charset="0"/>
              </a:rPr>
              <a:t> </a:t>
            </a:r>
            <a:r>
              <a:rPr lang="en-IN" sz="1900" dirty="0" err="1">
                <a:effectLst/>
                <a:latin typeface="Nirmala UI" panose="020B0502040204020203" pitchFamily="34" charset="0"/>
                <a:ea typeface="Calibri" panose="020F0502020204030204" pitchFamily="34" charset="0"/>
                <a:cs typeface="Times New Roman" panose="02020603050405020304" pitchFamily="18" charset="0"/>
              </a:rPr>
              <a:t>घालू</a:t>
            </a:r>
            <a:r>
              <a:rPr lang="en-IN" sz="1900" dirty="0">
                <a:effectLst/>
                <a:latin typeface="Calibri" panose="020F0502020204030204" pitchFamily="34" charset="0"/>
                <a:ea typeface="Calibri" panose="020F0502020204030204" pitchFamily="34" charset="0"/>
                <a:cs typeface="Times New Roman" panose="02020603050405020304" pitchFamily="18" charset="0"/>
              </a:rPr>
              <a:t> </a:t>
            </a:r>
            <a:r>
              <a:rPr lang="en-IN" sz="1900" dirty="0" err="1">
                <a:effectLst/>
                <a:latin typeface="Nirmala UI" panose="020B0502040204020203" pitchFamily="34" charset="0"/>
                <a:ea typeface="Calibri" panose="020F0502020204030204" pitchFamily="34" charset="0"/>
                <a:cs typeface="Times New Roman" panose="02020603050405020304" pitchFamily="18" charset="0"/>
              </a:rPr>
              <a:t>शकतात</a:t>
            </a:r>
            <a:r>
              <a:rPr lang="en-IN" sz="1900" dirty="0">
                <a:effectLst/>
                <a:latin typeface="Calibri" panose="020F0502020204030204" pitchFamily="34" charset="0"/>
                <a:ea typeface="Calibri" panose="020F0502020204030204" pitchFamily="34" charset="0"/>
                <a:cs typeface="Times New Roman" panose="02020603050405020304" pitchFamily="18" charset="0"/>
              </a:rPr>
              <a:t>. </a:t>
            </a:r>
            <a:r>
              <a:rPr lang="en-IN" sz="1900" dirty="0">
                <a:effectLst/>
                <a:latin typeface="Nirmala UI" panose="020B0502040204020203" pitchFamily="34" charset="0"/>
                <a:ea typeface="Calibri" panose="020F0502020204030204" pitchFamily="34" charset="0"/>
                <a:cs typeface="Times New Roman" panose="02020603050405020304" pitchFamily="18" charset="0"/>
              </a:rPr>
              <a:t>शेळी</a:t>
            </a:r>
            <a:r>
              <a:rPr lang="en-IN" sz="1900" dirty="0">
                <a:effectLst/>
                <a:latin typeface="Calibri" panose="020F0502020204030204" pitchFamily="34" charset="0"/>
                <a:ea typeface="Calibri" panose="020F0502020204030204" pitchFamily="34" charset="0"/>
                <a:cs typeface="Times New Roman" panose="02020603050405020304" pitchFamily="18" charset="0"/>
              </a:rPr>
              <a:t> </a:t>
            </a:r>
            <a:r>
              <a:rPr lang="en-IN" sz="1900" dirty="0" err="1">
                <a:effectLst/>
                <a:latin typeface="Nirmala UI" panose="020B0502040204020203" pitchFamily="34" charset="0"/>
                <a:ea typeface="Calibri" panose="020F0502020204030204" pitchFamily="34" charset="0"/>
                <a:cs typeface="Times New Roman" panose="02020603050405020304" pitchFamily="18" charset="0"/>
              </a:rPr>
              <a:t>दररोज</a:t>
            </a:r>
            <a:r>
              <a:rPr lang="en-IN" sz="1900" dirty="0">
                <a:effectLst/>
                <a:latin typeface="Calibri" panose="020F0502020204030204" pitchFamily="34" charset="0"/>
                <a:ea typeface="Calibri" panose="020F0502020204030204" pitchFamily="34" charset="0"/>
                <a:cs typeface="Times New Roman" panose="02020603050405020304" pitchFamily="18" charset="0"/>
              </a:rPr>
              <a:t> 1 </a:t>
            </a:r>
            <a:r>
              <a:rPr lang="en-IN" sz="1900" dirty="0">
                <a:effectLst/>
                <a:latin typeface="Nirmala UI" panose="020B0502040204020203" pitchFamily="34" charset="0"/>
                <a:ea typeface="Calibri" panose="020F0502020204030204" pitchFamily="34" charset="0"/>
                <a:cs typeface="Times New Roman" panose="02020603050405020304" pitchFamily="18" charset="0"/>
              </a:rPr>
              <a:t>ते</a:t>
            </a:r>
            <a:r>
              <a:rPr lang="en-IN" sz="1900" dirty="0">
                <a:effectLst/>
                <a:latin typeface="Calibri" panose="020F0502020204030204" pitchFamily="34" charset="0"/>
                <a:ea typeface="Calibri" panose="020F0502020204030204" pitchFamily="34" charset="0"/>
                <a:cs typeface="Times New Roman" panose="02020603050405020304" pitchFamily="18" charset="0"/>
              </a:rPr>
              <a:t> 2 </a:t>
            </a:r>
            <a:r>
              <a:rPr lang="en-IN" sz="1900" dirty="0" err="1">
                <a:effectLst/>
                <a:latin typeface="Nirmala UI" panose="020B0502040204020203" pitchFamily="34" charset="0"/>
                <a:ea typeface="Calibri" panose="020F0502020204030204" pitchFamily="34" charset="0"/>
                <a:cs typeface="Times New Roman" panose="02020603050405020304" pitchFamily="18" charset="0"/>
              </a:rPr>
              <a:t>किलो</a:t>
            </a:r>
            <a:r>
              <a:rPr lang="en-IN" sz="1900" dirty="0">
                <a:effectLst/>
                <a:latin typeface="Calibri" panose="020F0502020204030204" pitchFamily="34" charset="0"/>
                <a:ea typeface="Calibri" panose="020F0502020204030204" pitchFamily="34" charset="0"/>
                <a:cs typeface="Times New Roman" panose="02020603050405020304" pitchFamily="18" charset="0"/>
              </a:rPr>
              <a:t> </a:t>
            </a:r>
            <a:r>
              <a:rPr lang="en-IN" sz="1900" dirty="0" err="1">
                <a:effectLst/>
                <a:latin typeface="Nirmala UI" panose="020B0502040204020203" pitchFamily="34" charset="0"/>
                <a:ea typeface="Calibri" panose="020F0502020204030204" pitchFamily="34" charset="0"/>
                <a:cs typeface="Times New Roman" panose="02020603050405020304" pitchFamily="18" charset="0"/>
              </a:rPr>
              <a:t>दूध</a:t>
            </a:r>
            <a:r>
              <a:rPr lang="en-IN" sz="1900" dirty="0">
                <a:effectLst/>
                <a:latin typeface="Calibri" panose="020F0502020204030204" pitchFamily="34" charset="0"/>
                <a:ea typeface="Calibri" panose="020F0502020204030204" pitchFamily="34" charset="0"/>
                <a:cs typeface="Times New Roman" panose="02020603050405020304" pitchFamily="18" charset="0"/>
              </a:rPr>
              <a:t> </a:t>
            </a:r>
            <a:r>
              <a:rPr lang="en-IN" sz="1900" dirty="0" err="1">
                <a:effectLst/>
                <a:latin typeface="Nirmala UI" panose="020B0502040204020203" pitchFamily="34" charset="0"/>
                <a:ea typeface="Calibri" panose="020F0502020204030204" pitchFamily="34" charset="0"/>
                <a:cs typeface="Times New Roman" panose="02020603050405020304" pitchFamily="18" charset="0"/>
              </a:rPr>
              <a:t>देऊ</a:t>
            </a:r>
            <a:r>
              <a:rPr lang="en-IN" sz="1900" dirty="0">
                <a:effectLst/>
                <a:latin typeface="Calibri" panose="020F0502020204030204" pitchFamily="34" charset="0"/>
                <a:ea typeface="Calibri" panose="020F0502020204030204" pitchFamily="34" charset="0"/>
                <a:cs typeface="Times New Roman" panose="02020603050405020304" pitchFamily="18" charset="0"/>
              </a:rPr>
              <a:t> </a:t>
            </a:r>
            <a:r>
              <a:rPr lang="en-IN" sz="1900" dirty="0" err="1">
                <a:effectLst/>
                <a:latin typeface="Nirmala UI" panose="020B0502040204020203" pitchFamily="34" charset="0"/>
                <a:ea typeface="Calibri" panose="020F0502020204030204" pitchFamily="34" charset="0"/>
                <a:cs typeface="Times New Roman" panose="02020603050405020304" pitchFamily="18" charset="0"/>
              </a:rPr>
              <a:t>शकते</a:t>
            </a:r>
            <a:r>
              <a:rPr lang="en-IN" sz="1900" dirty="0">
                <a:effectLst/>
                <a:latin typeface="Calibri" panose="020F0502020204030204" pitchFamily="34" charset="0"/>
                <a:ea typeface="Calibri" panose="020F0502020204030204" pitchFamily="34" charset="0"/>
                <a:cs typeface="Times New Roman" panose="02020603050405020304" pitchFamily="18" charset="0"/>
              </a:rPr>
              <a:t>.</a:t>
            </a:r>
          </a:p>
          <a:p>
            <a:endParaRPr lang="en-IN" dirty="0"/>
          </a:p>
        </p:txBody>
      </p:sp>
    </p:spTree>
    <p:extLst>
      <p:ext uri="{BB962C8B-B14F-4D97-AF65-F5344CB8AC3E}">
        <p14:creationId xmlns:p14="http://schemas.microsoft.com/office/powerpoint/2010/main" val="893385221"/>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212D031-47B3-449F-9976-037569AAD54F}"/>
              </a:ext>
            </a:extLst>
          </p:cNvPr>
          <p:cNvSpPr>
            <a:spLocks noGrp="1"/>
          </p:cNvSpPr>
          <p:nvPr>
            <p:ph type="title"/>
          </p:nvPr>
        </p:nvSpPr>
        <p:spPr>
          <a:xfrm>
            <a:off x="839788" y="457200"/>
            <a:ext cx="3932237" cy="530225"/>
          </a:xfrm>
        </p:spPr>
        <p:txBody>
          <a:bodyPr>
            <a:normAutofit/>
          </a:bodyPr>
          <a:lstStyle/>
          <a:p>
            <a:pPr algn="ctr"/>
            <a:r>
              <a:rPr lang="en-IN" sz="2400" dirty="0" err="1">
                <a:solidFill>
                  <a:srgbClr val="FF0000"/>
                </a:solidFill>
                <a:effectLst/>
                <a:latin typeface="Nirmala UI" panose="020B0502040204020203" pitchFamily="34" charset="0"/>
                <a:ea typeface="Calibri" panose="020F0502020204030204" pitchFamily="34" charset="0"/>
              </a:rPr>
              <a:t>उस्मानाबादी</a:t>
            </a:r>
            <a:endParaRPr lang="en-IN" dirty="0">
              <a:solidFill>
                <a:srgbClr val="FF0000"/>
              </a:solidFill>
            </a:endParaRPr>
          </a:p>
        </p:txBody>
      </p:sp>
      <p:pic>
        <p:nvPicPr>
          <p:cNvPr id="6" name="Content Placeholder 5">
            <a:extLst>
              <a:ext uri="{FF2B5EF4-FFF2-40B4-BE49-F238E27FC236}">
                <a16:creationId xmlns:a16="http://schemas.microsoft.com/office/drawing/2014/main" id="{DA31E338-437F-491C-A6C7-AF2EC0CDF0C0}"/>
              </a:ext>
            </a:extLst>
          </p:cNvPr>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5183188" y="1688306"/>
            <a:ext cx="6172200" cy="3471862"/>
          </a:xfrm>
        </p:spPr>
      </p:pic>
      <p:sp>
        <p:nvSpPr>
          <p:cNvPr id="4" name="Text Placeholder 3">
            <a:extLst>
              <a:ext uri="{FF2B5EF4-FFF2-40B4-BE49-F238E27FC236}">
                <a16:creationId xmlns:a16="http://schemas.microsoft.com/office/drawing/2014/main" id="{BE4C4C69-5A56-4CBC-9764-ABF3E79D33C7}"/>
              </a:ext>
            </a:extLst>
          </p:cNvPr>
          <p:cNvSpPr>
            <a:spLocks noGrp="1"/>
          </p:cNvSpPr>
          <p:nvPr>
            <p:ph type="body" sz="half" idx="2"/>
          </p:nvPr>
        </p:nvSpPr>
        <p:spPr>
          <a:xfrm>
            <a:off x="839788" y="987425"/>
            <a:ext cx="3932237" cy="4881563"/>
          </a:xfrm>
        </p:spPr>
        <p:txBody>
          <a:bodyPr>
            <a:normAutofit lnSpcReduction="10000"/>
          </a:bodyPr>
          <a:lstStyle/>
          <a:p>
            <a:pPr marL="285750" indent="-285750">
              <a:lnSpc>
                <a:spcPct val="107000"/>
              </a:lnSpc>
              <a:spcAft>
                <a:spcPts val="800"/>
              </a:spcAft>
              <a:buFont typeface="Arial" panose="020B0604020202020204" pitchFamily="34" charset="0"/>
              <a:buChar char="•"/>
            </a:pPr>
            <a:r>
              <a:rPr lang="en-IN" sz="2000" dirty="0">
                <a:effectLst/>
                <a:latin typeface="Nirmala UI" panose="020B0502040204020203" pitchFamily="34" charset="0"/>
                <a:ea typeface="Calibri" panose="020F0502020204030204" pitchFamily="34" charset="0"/>
                <a:cs typeface="Times New Roman" panose="02020603050405020304" pitchFamily="18" charset="0"/>
              </a:rPr>
              <a:t>ही</a:t>
            </a:r>
            <a:r>
              <a:rPr lang="en-IN" sz="2000" dirty="0">
                <a:effectLst/>
                <a:latin typeface="Calibri" panose="020F0502020204030204" pitchFamily="34" charset="0"/>
                <a:ea typeface="Calibri" panose="020F0502020204030204" pitchFamily="34" charset="0"/>
                <a:cs typeface="Times New Roman" panose="02020603050405020304" pitchFamily="18" charset="0"/>
              </a:rPr>
              <a:t> </a:t>
            </a:r>
            <a:r>
              <a:rPr lang="en-IN" sz="2000" dirty="0" err="1">
                <a:effectLst/>
                <a:latin typeface="Nirmala UI" panose="020B0502040204020203" pitchFamily="34" charset="0"/>
                <a:ea typeface="Calibri" panose="020F0502020204030204" pitchFamily="34" charset="0"/>
                <a:cs typeface="Times New Roman" panose="02020603050405020304" pitchFamily="18" charset="0"/>
              </a:rPr>
              <a:t>एक</a:t>
            </a:r>
            <a:r>
              <a:rPr lang="en-IN" sz="2000" dirty="0">
                <a:effectLst/>
                <a:latin typeface="Calibri" panose="020F0502020204030204" pitchFamily="34" charset="0"/>
                <a:ea typeface="Calibri" panose="020F0502020204030204" pitchFamily="34" charset="0"/>
                <a:cs typeface="Times New Roman" panose="02020603050405020304" pitchFamily="18" charset="0"/>
              </a:rPr>
              <a:t> </a:t>
            </a:r>
            <a:r>
              <a:rPr lang="en-IN" sz="2000" dirty="0" err="1">
                <a:effectLst/>
                <a:latin typeface="Nirmala UI" panose="020B0502040204020203" pitchFamily="34" charset="0"/>
                <a:ea typeface="Calibri" panose="020F0502020204030204" pitchFamily="34" charset="0"/>
                <a:cs typeface="Times New Roman" panose="02020603050405020304" pitchFamily="18" charset="0"/>
              </a:rPr>
              <a:t>दुहेरी</a:t>
            </a:r>
            <a:r>
              <a:rPr lang="en-IN" sz="2000" dirty="0" err="1">
                <a:effectLst/>
                <a:latin typeface="Calibri" panose="020F0502020204030204" pitchFamily="34" charset="0"/>
                <a:ea typeface="Calibri" panose="020F0502020204030204" pitchFamily="34" charset="0"/>
                <a:cs typeface="Times New Roman" panose="02020603050405020304" pitchFamily="18" charset="0"/>
              </a:rPr>
              <a:t>-</a:t>
            </a:r>
            <a:r>
              <a:rPr lang="en-IN" sz="2000" dirty="0" err="1">
                <a:effectLst/>
                <a:latin typeface="Nirmala UI" panose="020B0502040204020203" pitchFamily="34" charset="0"/>
                <a:ea typeface="Calibri" panose="020F0502020204030204" pitchFamily="34" charset="0"/>
                <a:cs typeface="Times New Roman" panose="02020603050405020304" pitchFamily="18" charset="0"/>
              </a:rPr>
              <a:t>उद्देशीय</a:t>
            </a:r>
            <a:r>
              <a:rPr lang="en-IN" sz="2000" dirty="0">
                <a:effectLst/>
                <a:latin typeface="Calibri" panose="020F0502020204030204" pitchFamily="34" charset="0"/>
                <a:ea typeface="Calibri" panose="020F0502020204030204" pitchFamily="34" charset="0"/>
                <a:cs typeface="Times New Roman" panose="02020603050405020304" pitchFamily="18" charset="0"/>
              </a:rPr>
              <a:t> </a:t>
            </a:r>
            <a:r>
              <a:rPr lang="en-IN" sz="2000" dirty="0" err="1">
                <a:effectLst/>
                <a:latin typeface="Nirmala UI" panose="020B0502040204020203" pitchFamily="34" charset="0"/>
                <a:ea typeface="Calibri" panose="020F0502020204030204" pitchFamily="34" charset="0"/>
                <a:cs typeface="Times New Roman" panose="02020603050405020304" pitchFamily="18" charset="0"/>
              </a:rPr>
              <a:t>शेळीची</a:t>
            </a:r>
            <a:r>
              <a:rPr lang="en-IN" sz="2000" dirty="0">
                <a:effectLst/>
                <a:latin typeface="Calibri" panose="020F0502020204030204" pitchFamily="34" charset="0"/>
                <a:ea typeface="Calibri" panose="020F0502020204030204" pitchFamily="34" charset="0"/>
                <a:cs typeface="Times New Roman" panose="02020603050405020304" pitchFamily="18" charset="0"/>
              </a:rPr>
              <a:t> </a:t>
            </a:r>
            <a:r>
              <a:rPr lang="en-IN" sz="2000" dirty="0" err="1">
                <a:effectLst/>
                <a:latin typeface="Nirmala UI" panose="020B0502040204020203" pitchFamily="34" charset="0"/>
                <a:ea typeface="Calibri" panose="020F0502020204030204" pitchFamily="34" charset="0"/>
                <a:cs typeface="Times New Roman" panose="02020603050405020304" pitchFamily="18" charset="0"/>
              </a:rPr>
              <a:t>जात</a:t>
            </a:r>
            <a:r>
              <a:rPr lang="en-IN" sz="2000" dirty="0">
                <a:effectLst/>
                <a:latin typeface="Calibri" panose="020F0502020204030204" pitchFamily="34" charset="0"/>
                <a:ea typeface="Calibri" panose="020F0502020204030204" pitchFamily="34" charset="0"/>
                <a:cs typeface="Times New Roman" panose="02020603050405020304" pitchFamily="18" charset="0"/>
              </a:rPr>
              <a:t> </a:t>
            </a:r>
            <a:r>
              <a:rPr lang="en-IN" sz="2000" dirty="0" err="1">
                <a:effectLst/>
                <a:latin typeface="Nirmala UI" panose="020B0502040204020203" pitchFamily="34" charset="0"/>
                <a:ea typeface="Calibri" panose="020F0502020204030204" pitchFamily="34" charset="0"/>
                <a:cs typeface="Times New Roman" panose="02020603050405020304" pitchFamily="18" charset="0"/>
              </a:rPr>
              <a:t>आहे</a:t>
            </a:r>
            <a:r>
              <a:rPr lang="en-IN" sz="2000" dirty="0">
                <a:effectLst/>
                <a:latin typeface="Calibri" panose="020F0502020204030204" pitchFamily="34" charset="0"/>
                <a:ea typeface="Calibri" panose="020F0502020204030204" pitchFamily="34" charset="0"/>
                <a:cs typeface="Times New Roman" panose="02020603050405020304" pitchFamily="18" charset="0"/>
              </a:rPr>
              <a:t> </a:t>
            </a:r>
            <a:r>
              <a:rPr lang="en-IN" sz="2000" dirty="0" err="1">
                <a:effectLst/>
                <a:latin typeface="Nirmala UI" panose="020B0502040204020203" pitchFamily="34" charset="0"/>
                <a:ea typeface="Calibri" panose="020F0502020204030204" pitchFamily="34" charset="0"/>
                <a:cs typeface="Times New Roman" panose="02020603050405020304" pitchFamily="18" charset="0"/>
              </a:rPr>
              <a:t>ज्याचा</a:t>
            </a:r>
            <a:r>
              <a:rPr lang="en-IN" sz="2000" dirty="0">
                <a:effectLst/>
                <a:latin typeface="Calibri" panose="020F0502020204030204" pitchFamily="34" charset="0"/>
                <a:ea typeface="Calibri" panose="020F0502020204030204" pitchFamily="34" charset="0"/>
                <a:cs typeface="Times New Roman" panose="02020603050405020304" pitchFamily="18" charset="0"/>
              </a:rPr>
              <a:t> </a:t>
            </a:r>
            <a:r>
              <a:rPr lang="en-IN" sz="2000" dirty="0" err="1">
                <a:effectLst/>
                <a:latin typeface="Nirmala UI" panose="020B0502040204020203" pitchFamily="34" charset="0"/>
                <a:ea typeface="Calibri" panose="020F0502020204030204" pitchFamily="34" charset="0"/>
                <a:cs typeface="Times New Roman" panose="02020603050405020304" pitchFamily="18" charset="0"/>
              </a:rPr>
              <a:t>उगम</a:t>
            </a:r>
            <a:r>
              <a:rPr lang="en-IN" sz="2000" dirty="0">
                <a:effectLst/>
                <a:latin typeface="Calibri" panose="020F0502020204030204" pitchFamily="34" charset="0"/>
                <a:ea typeface="Calibri" panose="020F0502020204030204" pitchFamily="34" charset="0"/>
                <a:cs typeface="Times New Roman" panose="02020603050405020304" pitchFamily="18" charset="0"/>
              </a:rPr>
              <a:t> </a:t>
            </a:r>
            <a:r>
              <a:rPr lang="en-IN" sz="2000" dirty="0" err="1">
                <a:effectLst/>
                <a:latin typeface="Nirmala UI" panose="020B0502040204020203" pitchFamily="34" charset="0"/>
                <a:ea typeface="Calibri" panose="020F0502020204030204" pitchFamily="34" charset="0"/>
                <a:cs typeface="Times New Roman" panose="02020603050405020304" pitchFamily="18" charset="0"/>
              </a:rPr>
              <a:t>महाराष्ट्रातील</a:t>
            </a:r>
            <a:r>
              <a:rPr lang="en-IN" sz="2000" dirty="0">
                <a:effectLst/>
                <a:latin typeface="Calibri" panose="020F0502020204030204" pitchFamily="34" charset="0"/>
                <a:ea typeface="Calibri" panose="020F0502020204030204" pitchFamily="34" charset="0"/>
                <a:cs typeface="Times New Roman" panose="02020603050405020304" pitchFamily="18" charset="0"/>
              </a:rPr>
              <a:t> </a:t>
            </a:r>
            <a:r>
              <a:rPr lang="en-IN" sz="2000" dirty="0" err="1">
                <a:effectLst/>
                <a:latin typeface="Nirmala UI" panose="020B0502040204020203" pitchFamily="34" charset="0"/>
                <a:ea typeface="Calibri" panose="020F0502020204030204" pitchFamily="34" charset="0"/>
                <a:cs typeface="Times New Roman" panose="02020603050405020304" pitchFamily="18" charset="0"/>
              </a:rPr>
              <a:t>उस्मानाबादी</a:t>
            </a:r>
            <a:r>
              <a:rPr lang="en-IN" sz="2000" dirty="0">
                <a:effectLst/>
                <a:latin typeface="Calibri" panose="020F0502020204030204" pitchFamily="34" charset="0"/>
                <a:ea typeface="Calibri" panose="020F0502020204030204" pitchFamily="34" charset="0"/>
                <a:cs typeface="Times New Roman" panose="02020603050405020304" pitchFamily="18" charset="0"/>
              </a:rPr>
              <a:t> </a:t>
            </a:r>
            <a:r>
              <a:rPr lang="en-IN" sz="2000" dirty="0" err="1">
                <a:effectLst/>
                <a:latin typeface="Nirmala UI" panose="020B0502040204020203" pitchFamily="34" charset="0"/>
                <a:ea typeface="Calibri" panose="020F0502020204030204" pitchFamily="34" charset="0"/>
                <a:cs typeface="Times New Roman" panose="02020603050405020304" pitchFamily="18" charset="0"/>
              </a:rPr>
              <a:t>जिल्ह्यात</a:t>
            </a:r>
            <a:r>
              <a:rPr lang="en-IN" sz="2000" dirty="0">
                <a:effectLst/>
                <a:latin typeface="Calibri" panose="020F0502020204030204" pitchFamily="34" charset="0"/>
                <a:ea typeface="Calibri" panose="020F0502020204030204" pitchFamily="34" charset="0"/>
                <a:cs typeface="Times New Roman" panose="02020603050405020304" pitchFamily="18" charset="0"/>
              </a:rPr>
              <a:t> </a:t>
            </a:r>
            <a:r>
              <a:rPr lang="en-IN" sz="2000" dirty="0">
                <a:effectLst/>
                <a:latin typeface="Nirmala UI" panose="020B0502040204020203" pitchFamily="34" charset="0"/>
                <a:ea typeface="Calibri" panose="020F0502020204030204" pitchFamily="34" charset="0"/>
                <a:cs typeface="Times New Roman" panose="02020603050405020304" pitchFamily="18" charset="0"/>
              </a:rPr>
              <a:t>झाला</a:t>
            </a:r>
            <a:r>
              <a:rPr lang="en-IN" sz="2000" dirty="0">
                <a:effectLst/>
                <a:latin typeface="Calibri" panose="020F0502020204030204" pitchFamily="34" charset="0"/>
                <a:ea typeface="Calibri" panose="020F0502020204030204" pitchFamily="34" charset="0"/>
                <a:cs typeface="Times New Roman" panose="02020603050405020304" pitchFamily="18" charset="0"/>
              </a:rPr>
              <a:t> </a:t>
            </a:r>
            <a:r>
              <a:rPr lang="en-IN" sz="2000" dirty="0" err="1">
                <a:effectLst/>
                <a:latin typeface="Nirmala UI" panose="020B0502040204020203" pitchFamily="34" charset="0"/>
                <a:ea typeface="Calibri" panose="020F0502020204030204" pitchFamily="34" charset="0"/>
                <a:cs typeface="Times New Roman" panose="02020603050405020304" pitchFamily="18" charset="0"/>
              </a:rPr>
              <a:t>आहे</a:t>
            </a:r>
            <a:r>
              <a:rPr lang="en-IN" sz="2000" dirty="0">
                <a:effectLst/>
                <a:latin typeface="Calibri" panose="020F0502020204030204" pitchFamily="34" charset="0"/>
                <a:ea typeface="Calibri" panose="020F0502020204030204" pitchFamily="34" charset="0"/>
                <a:cs typeface="Times New Roman" panose="02020603050405020304" pitchFamily="18" charset="0"/>
              </a:rPr>
              <a:t>. </a:t>
            </a:r>
          </a:p>
          <a:p>
            <a:pPr marL="285750" indent="-285750">
              <a:lnSpc>
                <a:spcPct val="107000"/>
              </a:lnSpc>
              <a:spcAft>
                <a:spcPts val="800"/>
              </a:spcAft>
              <a:buFont typeface="Arial" panose="020B0604020202020204" pitchFamily="34" charset="0"/>
              <a:buChar char="•"/>
            </a:pPr>
            <a:r>
              <a:rPr lang="en-IN" sz="2000" dirty="0" err="1">
                <a:effectLst/>
                <a:latin typeface="Nirmala UI" panose="020B0502040204020203" pitchFamily="34" charset="0"/>
                <a:ea typeface="Calibri" panose="020F0502020204030204" pitchFamily="34" charset="0"/>
                <a:cs typeface="Times New Roman" panose="02020603050405020304" pitchFamily="18" charset="0"/>
              </a:rPr>
              <a:t>कोटाचा</a:t>
            </a:r>
            <a:r>
              <a:rPr lang="en-IN" sz="2000" dirty="0">
                <a:effectLst/>
                <a:latin typeface="Calibri" panose="020F0502020204030204" pitchFamily="34" charset="0"/>
                <a:ea typeface="Calibri" panose="020F0502020204030204" pitchFamily="34" charset="0"/>
                <a:cs typeface="Times New Roman" panose="02020603050405020304" pitchFamily="18" charset="0"/>
              </a:rPr>
              <a:t> </a:t>
            </a:r>
            <a:r>
              <a:rPr lang="en-IN" sz="2000" dirty="0" err="1">
                <a:effectLst/>
                <a:latin typeface="Nirmala UI" panose="020B0502040204020203" pitchFamily="34" charset="0"/>
                <a:ea typeface="Calibri" panose="020F0502020204030204" pitchFamily="34" charset="0"/>
                <a:cs typeface="Times New Roman" panose="02020603050405020304" pitchFamily="18" charset="0"/>
              </a:rPr>
              <a:t>रंग</a:t>
            </a:r>
            <a:r>
              <a:rPr lang="en-IN" sz="2000" dirty="0">
                <a:effectLst/>
                <a:latin typeface="Calibri" panose="020F0502020204030204" pitchFamily="34" charset="0"/>
                <a:ea typeface="Calibri" panose="020F0502020204030204" pitchFamily="34" charset="0"/>
                <a:cs typeface="Times New Roman" panose="02020603050405020304" pitchFamily="18" charset="0"/>
              </a:rPr>
              <a:t> </a:t>
            </a:r>
            <a:r>
              <a:rPr lang="en-IN" sz="2000" dirty="0" err="1">
                <a:effectLst/>
                <a:latin typeface="Nirmala UI" panose="020B0502040204020203" pitchFamily="34" charset="0"/>
                <a:ea typeface="Calibri" panose="020F0502020204030204" pitchFamily="34" charset="0"/>
                <a:cs typeface="Times New Roman" panose="02020603050405020304" pitchFamily="18" charset="0"/>
              </a:rPr>
              <a:t>काळा</a:t>
            </a:r>
            <a:r>
              <a:rPr lang="en-IN" sz="2000" dirty="0">
                <a:effectLst/>
                <a:latin typeface="Calibri" panose="020F0502020204030204" pitchFamily="34" charset="0"/>
                <a:ea typeface="Calibri" panose="020F0502020204030204" pitchFamily="34" charset="0"/>
                <a:cs typeface="Times New Roman" panose="02020603050405020304" pitchFamily="18" charset="0"/>
              </a:rPr>
              <a:t> </a:t>
            </a:r>
            <a:r>
              <a:rPr lang="en-IN" sz="2000" dirty="0">
                <a:effectLst/>
                <a:latin typeface="Nirmala UI" panose="020B0502040204020203" pitchFamily="34" charset="0"/>
                <a:ea typeface="Calibri" panose="020F0502020204030204" pitchFamily="34" charset="0"/>
                <a:cs typeface="Times New Roman" panose="02020603050405020304" pitchFamily="18" charset="0"/>
              </a:rPr>
              <a:t>असतो</a:t>
            </a:r>
            <a:r>
              <a:rPr lang="en-IN" sz="2000" dirty="0">
                <a:effectLst/>
                <a:latin typeface="Calibri" panose="020F0502020204030204" pitchFamily="34" charset="0"/>
                <a:ea typeface="Calibri" panose="020F0502020204030204" pitchFamily="34" charset="0"/>
                <a:cs typeface="Times New Roman" panose="02020603050405020304" pitchFamily="18" charset="0"/>
              </a:rPr>
              <a:t> </a:t>
            </a:r>
            <a:r>
              <a:rPr lang="en-IN" sz="2000" dirty="0" err="1">
                <a:effectLst/>
                <a:latin typeface="Nirmala UI" panose="020B0502040204020203" pitchFamily="34" charset="0"/>
                <a:ea typeface="Calibri" panose="020F0502020204030204" pitchFamily="34" charset="0"/>
                <a:cs typeface="Times New Roman" panose="02020603050405020304" pitchFamily="18" charset="0"/>
              </a:rPr>
              <a:t>पण</a:t>
            </a:r>
            <a:r>
              <a:rPr lang="en-IN" sz="2000" dirty="0">
                <a:effectLst/>
                <a:latin typeface="Calibri" panose="020F0502020204030204" pitchFamily="34" charset="0"/>
                <a:ea typeface="Calibri" panose="020F0502020204030204" pitchFamily="34" charset="0"/>
                <a:cs typeface="Times New Roman" panose="02020603050405020304" pitchFamily="18" charset="0"/>
              </a:rPr>
              <a:t> </a:t>
            </a:r>
            <a:r>
              <a:rPr lang="en-IN" sz="2000" dirty="0" err="1">
                <a:effectLst/>
                <a:latin typeface="Nirmala UI" panose="020B0502040204020203" pitchFamily="34" charset="0"/>
                <a:ea typeface="Calibri" panose="020F0502020204030204" pitchFamily="34" charset="0"/>
                <a:cs typeface="Times New Roman" panose="02020603050405020304" pitchFamily="18" charset="0"/>
              </a:rPr>
              <a:t>पांढऱ्या</a:t>
            </a:r>
            <a:r>
              <a:rPr lang="en-IN" sz="2000" dirty="0">
                <a:effectLst/>
                <a:latin typeface="Calibri" panose="020F0502020204030204" pitchFamily="34" charset="0"/>
                <a:ea typeface="Calibri" panose="020F0502020204030204" pitchFamily="34" charset="0"/>
                <a:cs typeface="Times New Roman" panose="02020603050405020304" pitchFamily="18" charset="0"/>
              </a:rPr>
              <a:t> </a:t>
            </a:r>
            <a:r>
              <a:rPr lang="en-IN" sz="2000" dirty="0">
                <a:effectLst/>
                <a:latin typeface="Nirmala UI" panose="020B0502040204020203" pitchFamily="34" charset="0"/>
                <a:ea typeface="Calibri" panose="020F0502020204030204" pitchFamily="34" charset="0"/>
                <a:cs typeface="Times New Roman" panose="02020603050405020304" pitchFamily="18" charset="0"/>
              </a:rPr>
              <a:t>आणि</a:t>
            </a:r>
            <a:r>
              <a:rPr lang="en-IN" sz="2000" dirty="0">
                <a:effectLst/>
                <a:latin typeface="Calibri" panose="020F0502020204030204" pitchFamily="34" charset="0"/>
                <a:ea typeface="Calibri" panose="020F0502020204030204" pitchFamily="34" charset="0"/>
                <a:cs typeface="Times New Roman" panose="02020603050405020304" pitchFamily="18" charset="0"/>
              </a:rPr>
              <a:t> </a:t>
            </a:r>
            <a:r>
              <a:rPr lang="en-IN" sz="2000" dirty="0" err="1">
                <a:effectLst/>
                <a:latin typeface="Nirmala UI" panose="020B0502040204020203" pitchFamily="34" charset="0"/>
                <a:ea typeface="Calibri" panose="020F0502020204030204" pitchFamily="34" charset="0"/>
                <a:cs typeface="Times New Roman" panose="02020603050405020304" pitchFamily="18" charset="0"/>
              </a:rPr>
              <a:t>तपकिरी</a:t>
            </a:r>
            <a:r>
              <a:rPr lang="en-IN" sz="2000" dirty="0">
                <a:effectLst/>
                <a:latin typeface="Calibri" panose="020F0502020204030204" pitchFamily="34" charset="0"/>
                <a:ea typeface="Calibri" panose="020F0502020204030204" pitchFamily="34" charset="0"/>
                <a:cs typeface="Times New Roman" panose="02020603050405020304" pitchFamily="18" charset="0"/>
              </a:rPr>
              <a:t> </a:t>
            </a:r>
            <a:r>
              <a:rPr lang="en-IN" sz="2000" dirty="0" err="1">
                <a:effectLst/>
                <a:latin typeface="Nirmala UI" panose="020B0502040204020203" pitchFamily="34" charset="0"/>
                <a:ea typeface="Calibri" panose="020F0502020204030204" pitchFamily="34" charset="0"/>
                <a:cs typeface="Times New Roman" panose="02020603050405020304" pitchFamily="18" charset="0"/>
              </a:rPr>
              <a:t>रंगाच्या</a:t>
            </a:r>
            <a:r>
              <a:rPr lang="en-IN" sz="2000" dirty="0">
                <a:effectLst/>
                <a:latin typeface="Calibri" panose="020F0502020204030204" pitchFamily="34" charset="0"/>
                <a:ea typeface="Calibri" panose="020F0502020204030204" pitchFamily="34" charset="0"/>
                <a:cs typeface="Times New Roman" panose="02020603050405020304" pitchFamily="18" charset="0"/>
              </a:rPr>
              <a:t> </a:t>
            </a:r>
            <a:r>
              <a:rPr lang="en-IN" sz="2000" dirty="0" err="1">
                <a:effectLst/>
                <a:latin typeface="Nirmala UI" panose="020B0502040204020203" pitchFamily="34" charset="0"/>
                <a:ea typeface="Calibri" panose="020F0502020204030204" pitchFamily="34" charset="0"/>
                <a:cs typeface="Times New Roman" panose="02020603050405020304" pitchFamily="18" charset="0"/>
              </a:rPr>
              <a:t>शेळ्याही</a:t>
            </a:r>
            <a:r>
              <a:rPr lang="en-IN" sz="2000" dirty="0">
                <a:effectLst/>
                <a:latin typeface="Calibri" panose="020F0502020204030204" pitchFamily="34" charset="0"/>
                <a:ea typeface="Calibri" panose="020F0502020204030204" pitchFamily="34" charset="0"/>
                <a:cs typeface="Times New Roman" panose="02020603050405020304" pitchFamily="18" charset="0"/>
              </a:rPr>
              <a:t> </a:t>
            </a:r>
            <a:r>
              <a:rPr lang="en-IN" sz="2000" dirty="0" err="1">
                <a:effectLst/>
                <a:latin typeface="Nirmala UI" panose="020B0502040204020203" pitchFamily="34" charset="0"/>
                <a:ea typeface="Calibri" panose="020F0502020204030204" pitchFamily="34" charset="0"/>
                <a:cs typeface="Times New Roman" panose="02020603050405020304" pitchFamily="18" charset="0"/>
              </a:rPr>
              <a:t>आढळतात</a:t>
            </a:r>
            <a:r>
              <a:rPr lang="en-IN" sz="2000" dirty="0">
                <a:effectLst/>
                <a:latin typeface="Calibri" panose="020F0502020204030204" pitchFamily="34" charset="0"/>
                <a:ea typeface="Calibri" panose="020F0502020204030204" pitchFamily="34" charset="0"/>
                <a:cs typeface="Times New Roman" panose="02020603050405020304" pitchFamily="18" charset="0"/>
              </a:rPr>
              <a:t>. </a:t>
            </a:r>
            <a:r>
              <a:rPr lang="en-IN" sz="2000" dirty="0" err="1">
                <a:effectLst/>
                <a:latin typeface="Nirmala UI" panose="020B0502040204020203" pitchFamily="34" charset="0"/>
                <a:ea typeface="Calibri" panose="020F0502020204030204" pitchFamily="34" charset="0"/>
                <a:cs typeface="Times New Roman" panose="02020603050405020304" pitchFamily="18" charset="0"/>
              </a:rPr>
              <a:t>जन्माचे</a:t>
            </a:r>
            <a:r>
              <a:rPr lang="en-IN" sz="2000" dirty="0">
                <a:effectLst/>
                <a:latin typeface="Calibri" panose="020F0502020204030204" pitchFamily="34" charset="0"/>
                <a:ea typeface="Calibri" panose="020F0502020204030204" pitchFamily="34" charset="0"/>
                <a:cs typeface="Times New Roman" panose="02020603050405020304" pitchFamily="18" charset="0"/>
              </a:rPr>
              <a:t> </a:t>
            </a:r>
            <a:r>
              <a:rPr lang="en-IN" sz="2000" dirty="0" err="1">
                <a:effectLst/>
                <a:latin typeface="Nirmala UI" panose="020B0502040204020203" pitchFamily="34" charset="0"/>
                <a:ea typeface="Calibri" panose="020F0502020204030204" pitchFamily="34" charset="0"/>
                <a:cs typeface="Times New Roman" panose="02020603050405020304" pitchFamily="18" charset="0"/>
              </a:rPr>
              <a:t>सरासरी</a:t>
            </a:r>
            <a:r>
              <a:rPr lang="en-IN" sz="2000" dirty="0">
                <a:effectLst/>
                <a:latin typeface="Calibri" panose="020F0502020204030204" pitchFamily="34" charset="0"/>
                <a:ea typeface="Calibri" panose="020F0502020204030204" pitchFamily="34" charset="0"/>
                <a:cs typeface="Times New Roman" panose="02020603050405020304" pitchFamily="18" charset="0"/>
              </a:rPr>
              <a:t> </a:t>
            </a:r>
            <a:r>
              <a:rPr lang="en-IN" sz="2000" dirty="0">
                <a:effectLst/>
                <a:latin typeface="Nirmala UI" panose="020B0502040204020203" pitchFamily="34" charset="0"/>
                <a:ea typeface="Calibri" panose="020F0502020204030204" pitchFamily="34" charset="0"/>
                <a:cs typeface="Times New Roman" panose="02020603050405020304" pitchFamily="18" charset="0"/>
              </a:rPr>
              <a:t>वजन</a:t>
            </a:r>
            <a:r>
              <a:rPr lang="en-IN" sz="2000" dirty="0">
                <a:effectLst/>
                <a:latin typeface="Calibri" panose="020F0502020204030204" pitchFamily="34" charset="0"/>
                <a:ea typeface="Calibri" panose="020F0502020204030204" pitchFamily="34" charset="0"/>
                <a:cs typeface="Times New Roman" panose="02020603050405020304" pitchFamily="18" charset="0"/>
              </a:rPr>
              <a:t> 2.5 </a:t>
            </a:r>
            <a:r>
              <a:rPr lang="en-IN" sz="2000" dirty="0" err="1">
                <a:effectLst/>
                <a:latin typeface="Nirmala UI" panose="020B0502040204020203" pitchFamily="34" charset="0"/>
                <a:ea typeface="Calibri" panose="020F0502020204030204" pitchFamily="34" charset="0"/>
                <a:cs typeface="Times New Roman" panose="02020603050405020304" pitchFamily="18" charset="0"/>
              </a:rPr>
              <a:t>किलो</a:t>
            </a:r>
            <a:r>
              <a:rPr lang="en-IN" sz="2000" dirty="0">
                <a:effectLst/>
                <a:latin typeface="Calibri" panose="020F0502020204030204" pitchFamily="34" charset="0"/>
                <a:ea typeface="Calibri" panose="020F0502020204030204" pitchFamily="34" charset="0"/>
                <a:cs typeface="Times New Roman" panose="02020603050405020304" pitchFamily="18" charset="0"/>
              </a:rPr>
              <a:t> </a:t>
            </a:r>
            <a:r>
              <a:rPr lang="en-IN" sz="2000" dirty="0" err="1">
                <a:effectLst/>
                <a:latin typeface="Nirmala UI" panose="020B0502040204020203" pitchFamily="34" charset="0"/>
                <a:ea typeface="Calibri" panose="020F0502020204030204" pitchFamily="34" charset="0"/>
                <a:cs typeface="Times New Roman" panose="02020603050405020304" pitchFamily="18" charset="0"/>
              </a:rPr>
              <a:t>आहे</a:t>
            </a:r>
            <a:r>
              <a:rPr lang="en-IN" sz="2000" dirty="0">
                <a:effectLst/>
                <a:latin typeface="Calibri" panose="020F0502020204030204" pitchFamily="34" charset="0"/>
                <a:ea typeface="Calibri" panose="020F0502020204030204" pitchFamily="34" charset="0"/>
                <a:cs typeface="Times New Roman" panose="02020603050405020304" pitchFamily="18" charset="0"/>
              </a:rPr>
              <a:t>. 90% </a:t>
            </a:r>
            <a:r>
              <a:rPr lang="en-IN" sz="2000" dirty="0" err="1">
                <a:effectLst/>
                <a:latin typeface="Nirmala UI" panose="020B0502040204020203" pitchFamily="34" charset="0"/>
                <a:ea typeface="Calibri" panose="020F0502020204030204" pitchFamily="34" charset="0"/>
                <a:cs typeface="Times New Roman" panose="02020603050405020304" pitchFamily="18" charset="0"/>
              </a:rPr>
              <a:t>नर</a:t>
            </a:r>
            <a:r>
              <a:rPr lang="en-IN" sz="2000" dirty="0">
                <a:effectLst/>
                <a:latin typeface="Calibri" panose="020F0502020204030204" pitchFamily="34" charset="0"/>
                <a:ea typeface="Calibri" panose="020F0502020204030204" pitchFamily="34" charset="0"/>
                <a:cs typeface="Times New Roman" panose="02020603050405020304" pitchFamily="18" charset="0"/>
              </a:rPr>
              <a:t> </a:t>
            </a:r>
            <a:r>
              <a:rPr lang="en-IN" sz="2000" dirty="0" err="1">
                <a:effectLst/>
                <a:latin typeface="Nirmala UI" panose="020B0502040204020203" pitchFamily="34" charset="0"/>
                <a:ea typeface="Calibri" panose="020F0502020204030204" pitchFamily="34" charset="0"/>
                <a:cs typeface="Times New Roman" panose="02020603050405020304" pitchFamily="18" charset="0"/>
              </a:rPr>
              <a:t>शिंगे</a:t>
            </a:r>
            <a:r>
              <a:rPr lang="en-IN" sz="2000" dirty="0">
                <a:effectLst/>
                <a:latin typeface="Calibri" panose="020F0502020204030204" pitchFamily="34" charset="0"/>
                <a:ea typeface="Calibri" panose="020F0502020204030204" pitchFamily="34" charset="0"/>
                <a:cs typeface="Times New Roman" panose="02020603050405020304" pitchFamily="18" charset="0"/>
              </a:rPr>
              <a:t> </a:t>
            </a:r>
            <a:r>
              <a:rPr lang="en-IN" sz="2000" dirty="0">
                <a:effectLst/>
                <a:latin typeface="Nirmala UI" panose="020B0502040204020203" pitchFamily="34" charset="0"/>
                <a:ea typeface="Calibri" panose="020F0502020204030204" pitchFamily="34" charset="0"/>
                <a:cs typeface="Times New Roman" panose="02020603050405020304" pitchFamily="18" charset="0"/>
              </a:rPr>
              <a:t>आहेत</a:t>
            </a:r>
            <a:r>
              <a:rPr lang="en-IN" sz="2000" dirty="0">
                <a:effectLst/>
                <a:latin typeface="Calibri" panose="020F0502020204030204" pitchFamily="34" charset="0"/>
                <a:ea typeface="Calibri" panose="020F0502020204030204" pitchFamily="34" charset="0"/>
                <a:cs typeface="Times New Roman" panose="02020603050405020304" pitchFamily="18" charset="0"/>
              </a:rPr>
              <a:t> </a:t>
            </a:r>
            <a:r>
              <a:rPr lang="en-IN" sz="2000" dirty="0">
                <a:effectLst/>
                <a:latin typeface="Nirmala UI" panose="020B0502040204020203" pitchFamily="34" charset="0"/>
                <a:ea typeface="Calibri" panose="020F0502020204030204" pitchFamily="34" charset="0"/>
                <a:cs typeface="Times New Roman" panose="02020603050405020304" pitchFamily="18" charset="0"/>
              </a:rPr>
              <a:t>आणि</a:t>
            </a:r>
            <a:r>
              <a:rPr lang="en-IN" sz="2000" dirty="0">
                <a:effectLst/>
                <a:latin typeface="Calibri" panose="020F0502020204030204" pitchFamily="34" charset="0"/>
                <a:ea typeface="Calibri" panose="020F0502020204030204" pitchFamily="34" charset="0"/>
                <a:cs typeface="Times New Roman" panose="02020603050405020304" pitchFamily="18" charset="0"/>
              </a:rPr>
              <a:t> </a:t>
            </a:r>
            <a:r>
              <a:rPr lang="en-IN" sz="2000" dirty="0" err="1">
                <a:effectLst/>
                <a:latin typeface="Nirmala UI" panose="020B0502040204020203" pitchFamily="34" charset="0"/>
                <a:ea typeface="Calibri" panose="020F0502020204030204" pitchFamily="34" charset="0"/>
                <a:cs typeface="Times New Roman" panose="02020603050405020304" pitchFamily="18" charset="0"/>
              </a:rPr>
              <a:t>मादी</a:t>
            </a:r>
            <a:r>
              <a:rPr lang="en-IN" sz="2000" dirty="0">
                <a:effectLst/>
                <a:latin typeface="Calibri" panose="020F0502020204030204" pitchFamily="34" charset="0"/>
                <a:ea typeface="Calibri" panose="020F0502020204030204" pitchFamily="34" charset="0"/>
                <a:cs typeface="Times New Roman" panose="02020603050405020304" pitchFamily="18" charset="0"/>
              </a:rPr>
              <a:t> </a:t>
            </a:r>
            <a:r>
              <a:rPr lang="en-IN" sz="2000" dirty="0" err="1">
                <a:effectLst/>
                <a:latin typeface="Nirmala UI" panose="020B0502040204020203" pitchFamily="34" charset="0"/>
                <a:ea typeface="Calibri" panose="020F0502020204030204" pitchFamily="34" charset="0"/>
                <a:cs typeface="Times New Roman" panose="02020603050405020304" pitchFamily="18" charset="0"/>
              </a:rPr>
              <a:t>शिंग</a:t>
            </a:r>
            <a:r>
              <a:rPr lang="en-IN" sz="2000" dirty="0">
                <a:effectLst/>
                <a:latin typeface="Calibri" panose="020F0502020204030204" pitchFamily="34" charset="0"/>
                <a:ea typeface="Calibri" panose="020F0502020204030204" pitchFamily="34" charset="0"/>
                <a:cs typeface="Times New Roman" panose="02020603050405020304" pitchFamily="18" charset="0"/>
              </a:rPr>
              <a:t> </a:t>
            </a:r>
            <a:r>
              <a:rPr lang="en-IN" sz="2000" dirty="0">
                <a:effectLst/>
                <a:latin typeface="Nirmala UI" panose="020B0502040204020203" pitchFamily="34" charset="0"/>
                <a:ea typeface="Calibri" panose="020F0502020204030204" pitchFamily="34" charset="0"/>
                <a:cs typeface="Times New Roman" panose="02020603050405020304" pitchFamily="18" charset="0"/>
              </a:rPr>
              <a:t>किंवा</a:t>
            </a:r>
            <a:r>
              <a:rPr lang="en-IN" sz="2000" dirty="0">
                <a:effectLst/>
                <a:latin typeface="Calibri" panose="020F0502020204030204" pitchFamily="34" charset="0"/>
                <a:ea typeface="Calibri" panose="020F0502020204030204" pitchFamily="34" charset="0"/>
                <a:cs typeface="Times New Roman" panose="02020603050405020304" pitchFamily="18" charset="0"/>
              </a:rPr>
              <a:t> </a:t>
            </a:r>
            <a:r>
              <a:rPr lang="en-IN" sz="2000" dirty="0" err="1">
                <a:effectLst/>
                <a:latin typeface="Nirmala UI" panose="020B0502040204020203" pitchFamily="34" charset="0"/>
                <a:ea typeface="Calibri" panose="020F0502020204030204" pitchFamily="34" charset="0"/>
                <a:cs typeface="Times New Roman" panose="02020603050405020304" pitchFamily="18" charset="0"/>
              </a:rPr>
              <a:t>पोल</a:t>
            </a:r>
            <a:r>
              <a:rPr lang="en-IN" sz="2000" dirty="0">
                <a:effectLst/>
                <a:latin typeface="Calibri" panose="020F0502020204030204" pitchFamily="34" charset="0"/>
                <a:ea typeface="Calibri" panose="020F0502020204030204" pitchFamily="34" charset="0"/>
                <a:cs typeface="Times New Roman" panose="02020603050405020304" pitchFamily="18" charset="0"/>
              </a:rPr>
              <a:t> </a:t>
            </a:r>
            <a:r>
              <a:rPr lang="en-IN" sz="2000" dirty="0" err="1">
                <a:effectLst/>
                <a:latin typeface="Nirmala UI" panose="020B0502040204020203" pitchFamily="34" charset="0"/>
                <a:ea typeface="Calibri" panose="020F0502020204030204" pitchFamily="34" charset="0"/>
                <a:cs typeface="Times New Roman" panose="02020603050405020304" pitchFamily="18" charset="0"/>
              </a:rPr>
              <a:t>असू</a:t>
            </a:r>
            <a:r>
              <a:rPr lang="en-IN" sz="2000" dirty="0">
                <a:effectLst/>
                <a:latin typeface="Calibri" panose="020F0502020204030204" pitchFamily="34" charset="0"/>
                <a:ea typeface="Calibri" panose="020F0502020204030204" pitchFamily="34" charset="0"/>
                <a:cs typeface="Times New Roman" panose="02020603050405020304" pitchFamily="18" charset="0"/>
              </a:rPr>
              <a:t> </a:t>
            </a:r>
            <a:r>
              <a:rPr lang="en-IN" sz="2000" dirty="0" err="1">
                <a:effectLst/>
                <a:latin typeface="Nirmala UI" panose="020B0502040204020203" pitchFamily="34" charset="0"/>
                <a:ea typeface="Calibri" panose="020F0502020204030204" pitchFamily="34" charset="0"/>
                <a:cs typeface="Times New Roman" panose="02020603050405020304" pitchFamily="18" charset="0"/>
              </a:rPr>
              <a:t>शकतात</a:t>
            </a:r>
            <a:r>
              <a:rPr lang="en-IN" sz="2000" dirty="0">
                <a:effectLst/>
                <a:latin typeface="Calibri" panose="020F0502020204030204" pitchFamily="34" charset="0"/>
                <a:ea typeface="Calibri" panose="020F0502020204030204" pitchFamily="34" charset="0"/>
                <a:cs typeface="Times New Roman" panose="02020603050405020304" pitchFamily="18" charset="0"/>
              </a:rPr>
              <a:t>. </a:t>
            </a:r>
          </a:p>
          <a:p>
            <a:pPr marL="285750" indent="-285750">
              <a:lnSpc>
                <a:spcPct val="107000"/>
              </a:lnSpc>
              <a:spcAft>
                <a:spcPts val="800"/>
              </a:spcAft>
              <a:buFont typeface="Arial" panose="020B0604020202020204" pitchFamily="34" charset="0"/>
              <a:buChar char="•"/>
            </a:pPr>
            <a:r>
              <a:rPr lang="en-IN" sz="2000" dirty="0" err="1">
                <a:effectLst/>
                <a:latin typeface="Nirmala UI" panose="020B0502040204020203" pitchFamily="34" charset="0"/>
                <a:ea typeface="Calibri" panose="020F0502020204030204" pitchFamily="34" charset="0"/>
                <a:cs typeface="Times New Roman" panose="02020603050405020304" pitchFamily="18" charset="0"/>
              </a:rPr>
              <a:t>पहिल्या</a:t>
            </a:r>
            <a:r>
              <a:rPr lang="en-IN" sz="2000" dirty="0">
                <a:effectLst/>
                <a:latin typeface="Calibri" panose="020F0502020204030204" pitchFamily="34" charset="0"/>
                <a:ea typeface="Calibri" panose="020F0502020204030204" pitchFamily="34" charset="0"/>
                <a:cs typeface="Times New Roman" panose="02020603050405020304" pitchFamily="18" charset="0"/>
              </a:rPr>
              <a:t> </a:t>
            </a:r>
            <a:r>
              <a:rPr lang="en-IN" sz="2000" dirty="0" err="1">
                <a:effectLst/>
                <a:latin typeface="Nirmala UI" panose="020B0502040204020203" pitchFamily="34" charset="0"/>
                <a:ea typeface="Calibri" panose="020F0502020204030204" pitchFamily="34" charset="0"/>
                <a:cs typeface="Times New Roman" panose="02020603050405020304" pitchFamily="18" charset="0"/>
              </a:rPr>
              <a:t>विताचे</a:t>
            </a:r>
            <a:r>
              <a:rPr lang="en-IN" sz="2000" dirty="0">
                <a:effectLst/>
                <a:latin typeface="Calibri" panose="020F0502020204030204" pitchFamily="34" charset="0"/>
                <a:ea typeface="Calibri" panose="020F0502020204030204" pitchFamily="34" charset="0"/>
                <a:cs typeface="Times New Roman" panose="02020603050405020304" pitchFamily="18" charset="0"/>
              </a:rPr>
              <a:t> </a:t>
            </a:r>
            <a:r>
              <a:rPr lang="en-IN" sz="2000" dirty="0" err="1">
                <a:effectLst/>
                <a:latin typeface="Nirmala UI" panose="020B0502040204020203" pitchFamily="34" charset="0"/>
                <a:ea typeface="Calibri" panose="020F0502020204030204" pitchFamily="34" charset="0"/>
                <a:cs typeface="Times New Roman" panose="02020603050405020304" pitchFamily="18" charset="0"/>
              </a:rPr>
              <a:t>वय</a:t>
            </a:r>
            <a:r>
              <a:rPr lang="en-IN" sz="2000" dirty="0">
                <a:effectLst/>
                <a:latin typeface="Calibri" panose="020F0502020204030204" pitchFamily="34" charset="0"/>
                <a:ea typeface="Calibri" panose="020F0502020204030204" pitchFamily="34" charset="0"/>
                <a:cs typeface="Times New Roman" panose="02020603050405020304" pitchFamily="18" charset="0"/>
              </a:rPr>
              <a:t> 18-20 </a:t>
            </a:r>
            <a:r>
              <a:rPr lang="en-IN" sz="2000" dirty="0" err="1">
                <a:effectLst/>
                <a:latin typeface="Nirmala UI" panose="020B0502040204020203" pitchFamily="34" charset="0"/>
                <a:ea typeface="Calibri" panose="020F0502020204030204" pitchFamily="34" charset="0"/>
                <a:cs typeface="Times New Roman" panose="02020603050405020304" pitchFamily="18" charset="0"/>
              </a:rPr>
              <a:t>महिने</a:t>
            </a:r>
            <a:r>
              <a:rPr lang="en-IN" sz="2000" dirty="0">
                <a:effectLst/>
                <a:latin typeface="Calibri" panose="020F0502020204030204" pitchFamily="34" charset="0"/>
                <a:ea typeface="Calibri" panose="020F0502020204030204" pitchFamily="34" charset="0"/>
                <a:cs typeface="Times New Roman" panose="02020603050405020304" pitchFamily="18" charset="0"/>
              </a:rPr>
              <a:t> </a:t>
            </a:r>
            <a:r>
              <a:rPr lang="en-IN" sz="2000" dirty="0" err="1">
                <a:effectLst/>
                <a:latin typeface="Nirmala UI" panose="020B0502040204020203" pitchFamily="34" charset="0"/>
                <a:ea typeface="Calibri" panose="020F0502020204030204" pitchFamily="34" charset="0"/>
                <a:cs typeface="Times New Roman" panose="02020603050405020304" pitchFamily="18" charset="0"/>
              </a:rPr>
              <a:t>आहे</a:t>
            </a:r>
            <a:r>
              <a:rPr lang="en-IN" sz="2000" dirty="0">
                <a:effectLst/>
                <a:latin typeface="Calibri" panose="020F0502020204030204" pitchFamily="34" charset="0"/>
                <a:ea typeface="Calibri" panose="020F0502020204030204" pitchFamily="34" charset="0"/>
                <a:cs typeface="Times New Roman" panose="02020603050405020304" pitchFamily="18" charset="0"/>
              </a:rPr>
              <a:t>. </a:t>
            </a:r>
            <a:r>
              <a:rPr lang="en-IN" sz="2000" dirty="0" err="1">
                <a:effectLst/>
                <a:latin typeface="Nirmala UI" panose="020B0502040204020203" pitchFamily="34" charset="0"/>
                <a:ea typeface="Calibri" panose="020F0502020204030204" pitchFamily="34" charset="0"/>
                <a:cs typeface="Times New Roman" panose="02020603050405020304" pitchFamily="18" charset="0"/>
              </a:rPr>
              <a:t>चांगल्या</a:t>
            </a:r>
            <a:r>
              <a:rPr lang="en-IN" sz="2000" dirty="0">
                <a:effectLst/>
                <a:latin typeface="Calibri" panose="020F0502020204030204" pitchFamily="34" charset="0"/>
                <a:ea typeface="Calibri" panose="020F0502020204030204" pitchFamily="34" charset="0"/>
                <a:cs typeface="Times New Roman" panose="02020603050405020304" pitchFamily="18" charset="0"/>
              </a:rPr>
              <a:t> </a:t>
            </a:r>
            <a:r>
              <a:rPr lang="en-IN" sz="2000" dirty="0" err="1">
                <a:effectLst/>
                <a:latin typeface="Nirmala UI" panose="020B0502040204020203" pitchFamily="34" charset="0"/>
                <a:ea typeface="Calibri" panose="020F0502020204030204" pitchFamily="34" charset="0"/>
                <a:cs typeface="Times New Roman" panose="02020603050405020304" pitchFamily="18" charset="0"/>
              </a:rPr>
              <a:t>प्रतीच्या</a:t>
            </a:r>
            <a:r>
              <a:rPr lang="en-IN" sz="2000" dirty="0">
                <a:effectLst/>
                <a:latin typeface="Calibri" panose="020F0502020204030204" pitchFamily="34" charset="0"/>
                <a:ea typeface="Calibri" panose="020F0502020204030204" pitchFamily="34" charset="0"/>
                <a:cs typeface="Times New Roman" panose="02020603050405020304" pitchFamily="18" charset="0"/>
              </a:rPr>
              <a:t> </a:t>
            </a:r>
            <a:r>
              <a:rPr lang="en-IN" sz="2000" dirty="0" err="1">
                <a:effectLst/>
                <a:latin typeface="Nirmala UI" panose="020B0502040204020203" pitchFamily="34" charset="0"/>
                <a:ea typeface="Calibri" panose="020F0502020204030204" pitchFamily="34" charset="0"/>
                <a:cs typeface="Times New Roman" panose="02020603050405020304" pitchFamily="18" charset="0"/>
              </a:rPr>
              <a:t>शेळ्यांसाठी</a:t>
            </a:r>
            <a:r>
              <a:rPr lang="en-IN" sz="2000" dirty="0">
                <a:effectLst/>
                <a:latin typeface="Calibri" panose="020F0502020204030204" pitchFamily="34" charset="0"/>
                <a:ea typeface="Calibri" panose="020F0502020204030204" pitchFamily="34" charset="0"/>
                <a:cs typeface="Times New Roman" panose="02020603050405020304" pitchFamily="18" charset="0"/>
              </a:rPr>
              <a:t> </a:t>
            </a:r>
            <a:r>
              <a:rPr lang="en-IN" sz="2000" dirty="0" err="1">
                <a:effectLst/>
                <a:latin typeface="Nirmala UI" panose="020B0502040204020203" pitchFamily="34" charset="0"/>
                <a:ea typeface="Calibri" panose="020F0502020204030204" pitchFamily="34" charset="0"/>
                <a:cs typeface="Times New Roman" panose="02020603050405020304" pitchFamily="18" charset="0"/>
              </a:rPr>
              <a:t>कमाल</a:t>
            </a:r>
            <a:r>
              <a:rPr lang="en-IN" sz="2000" dirty="0">
                <a:effectLst/>
                <a:latin typeface="Calibri" panose="020F0502020204030204" pitchFamily="34" charset="0"/>
                <a:ea typeface="Calibri" panose="020F0502020204030204" pitchFamily="34" charset="0"/>
                <a:cs typeface="Times New Roman" panose="02020603050405020304" pitchFamily="18" charset="0"/>
              </a:rPr>
              <a:t> </a:t>
            </a:r>
            <a:r>
              <a:rPr lang="en-IN" sz="2000" dirty="0" err="1">
                <a:effectLst/>
                <a:latin typeface="Nirmala UI" panose="020B0502040204020203" pitchFamily="34" charset="0"/>
                <a:ea typeface="Calibri" panose="020F0502020204030204" pitchFamily="34" charset="0"/>
                <a:cs typeface="Times New Roman" panose="02020603050405020304" pitchFamily="18" charset="0"/>
              </a:rPr>
              <a:t>दूध</a:t>
            </a:r>
            <a:r>
              <a:rPr lang="en-IN" sz="2000" dirty="0">
                <a:effectLst/>
                <a:latin typeface="Calibri" panose="020F0502020204030204" pitchFamily="34" charset="0"/>
                <a:ea typeface="Calibri" panose="020F0502020204030204" pitchFamily="34" charset="0"/>
                <a:cs typeface="Times New Roman" panose="02020603050405020304" pitchFamily="18" charset="0"/>
              </a:rPr>
              <a:t> </a:t>
            </a:r>
            <a:r>
              <a:rPr lang="en-IN" sz="2000" dirty="0">
                <a:effectLst/>
                <a:latin typeface="Nirmala UI" panose="020B0502040204020203" pitchFamily="34" charset="0"/>
                <a:ea typeface="Calibri" panose="020F0502020204030204" pitchFamily="34" charset="0"/>
                <a:cs typeface="Times New Roman" panose="02020603050405020304" pitchFamily="18" charset="0"/>
              </a:rPr>
              <a:t>उत्पादन</a:t>
            </a:r>
            <a:r>
              <a:rPr lang="en-IN" sz="2000" dirty="0">
                <a:effectLst/>
                <a:latin typeface="Calibri" panose="020F0502020204030204" pitchFamily="34" charset="0"/>
                <a:ea typeface="Calibri" panose="020F0502020204030204" pitchFamily="34" charset="0"/>
                <a:cs typeface="Times New Roman" panose="02020603050405020304" pitchFamily="18" charset="0"/>
              </a:rPr>
              <a:t> 3.5 </a:t>
            </a:r>
            <a:r>
              <a:rPr lang="en-IN" sz="2000" dirty="0" err="1">
                <a:effectLst/>
                <a:latin typeface="Nirmala UI" panose="020B0502040204020203" pitchFamily="34" charset="0"/>
                <a:ea typeface="Calibri" panose="020F0502020204030204" pitchFamily="34" charset="0"/>
                <a:cs typeface="Times New Roman" panose="02020603050405020304" pitchFamily="18" charset="0"/>
              </a:rPr>
              <a:t>किलो</a:t>
            </a:r>
            <a:r>
              <a:rPr lang="en-IN" sz="2000" dirty="0">
                <a:effectLst/>
                <a:latin typeface="Calibri" panose="020F0502020204030204" pitchFamily="34" charset="0"/>
                <a:ea typeface="Calibri" panose="020F0502020204030204" pitchFamily="34" charset="0"/>
                <a:cs typeface="Times New Roman" panose="02020603050405020304" pitchFamily="18" charset="0"/>
              </a:rPr>
              <a:t> </a:t>
            </a:r>
            <a:r>
              <a:rPr lang="en-IN" sz="2000" dirty="0" err="1">
                <a:effectLst/>
                <a:latin typeface="Nirmala UI" panose="020B0502040204020203" pitchFamily="34" charset="0"/>
                <a:ea typeface="Calibri" panose="020F0502020204030204" pitchFamily="34" charset="0"/>
                <a:cs typeface="Times New Roman" panose="02020603050405020304" pitchFamily="18" charset="0"/>
              </a:rPr>
              <a:t>प्रतिदिन</a:t>
            </a:r>
            <a:r>
              <a:rPr lang="en-IN" sz="2000" dirty="0">
                <a:effectLst/>
                <a:latin typeface="Calibri" panose="020F0502020204030204" pitchFamily="34" charset="0"/>
                <a:ea typeface="Calibri" panose="020F0502020204030204" pitchFamily="34" charset="0"/>
                <a:cs typeface="Times New Roman" panose="02020603050405020304" pitchFamily="18" charset="0"/>
              </a:rPr>
              <a:t> </a:t>
            </a:r>
            <a:r>
              <a:rPr lang="en-IN" sz="2000" dirty="0" err="1">
                <a:effectLst/>
                <a:latin typeface="Nirmala UI" panose="020B0502040204020203" pitchFamily="34" charset="0"/>
                <a:ea typeface="Calibri" panose="020F0502020204030204" pitchFamily="34" charset="0"/>
                <a:cs typeface="Times New Roman" panose="02020603050405020304" pitchFamily="18" charset="0"/>
              </a:rPr>
              <a:t>आहे</a:t>
            </a:r>
            <a:r>
              <a:rPr lang="en-IN" sz="2000" dirty="0">
                <a:effectLst/>
                <a:latin typeface="Calibri" panose="020F0502020204030204" pitchFamily="34" charset="0"/>
                <a:ea typeface="Calibri" panose="020F0502020204030204" pitchFamily="34" charset="0"/>
                <a:cs typeface="Times New Roman" panose="02020603050405020304" pitchFamily="18" charset="0"/>
              </a:rPr>
              <a:t>.</a:t>
            </a:r>
          </a:p>
          <a:p>
            <a:endParaRPr lang="en-IN" dirty="0"/>
          </a:p>
        </p:txBody>
      </p:sp>
    </p:spTree>
    <p:extLst>
      <p:ext uri="{BB962C8B-B14F-4D97-AF65-F5344CB8AC3E}">
        <p14:creationId xmlns:p14="http://schemas.microsoft.com/office/powerpoint/2010/main" val="2866239361"/>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8347540-30E3-4968-90AB-827BDEC9F663}"/>
              </a:ext>
            </a:extLst>
          </p:cNvPr>
          <p:cNvSpPr>
            <a:spLocks noGrp="1"/>
          </p:cNvSpPr>
          <p:nvPr>
            <p:ph type="title"/>
          </p:nvPr>
        </p:nvSpPr>
        <p:spPr>
          <a:xfrm>
            <a:off x="839788" y="457200"/>
            <a:ext cx="3932237" cy="530225"/>
          </a:xfrm>
        </p:spPr>
        <p:txBody>
          <a:bodyPr>
            <a:normAutofit/>
          </a:bodyPr>
          <a:lstStyle/>
          <a:p>
            <a:pPr algn="ctr"/>
            <a:r>
              <a:rPr lang="en-IN" sz="2400" dirty="0" err="1">
                <a:solidFill>
                  <a:srgbClr val="FF0000"/>
                </a:solidFill>
                <a:effectLst/>
                <a:latin typeface="Nirmala UI" panose="020B0502040204020203" pitchFamily="34" charset="0"/>
                <a:ea typeface="Calibri" panose="020F0502020204030204" pitchFamily="34" charset="0"/>
                <a:cs typeface="Times New Roman" panose="02020603050405020304" pitchFamily="18" charset="0"/>
              </a:rPr>
              <a:t>ब्लॅक</a:t>
            </a:r>
            <a:r>
              <a:rPr lang="en-IN" sz="2400" dirty="0">
                <a:solidFill>
                  <a:srgbClr val="FF0000"/>
                </a:solidFill>
                <a:effectLst/>
                <a:latin typeface="Nirmala UI" panose="020B0502040204020203" pitchFamily="34" charset="0"/>
                <a:ea typeface="Calibri" panose="020F0502020204030204" pitchFamily="34" charset="0"/>
                <a:cs typeface="Times New Roman" panose="02020603050405020304" pitchFamily="18" charset="0"/>
              </a:rPr>
              <a:t> </a:t>
            </a:r>
            <a:r>
              <a:rPr lang="en-IN" sz="2400" dirty="0" err="1">
                <a:solidFill>
                  <a:srgbClr val="FF0000"/>
                </a:solidFill>
                <a:effectLst/>
                <a:latin typeface="Nirmala UI" panose="020B0502040204020203" pitchFamily="34" charset="0"/>
                <a:ea typeface="Calibri" panose="020F0502020204030204" pitchFamily="34" charset="0"/>
                <a:cs typeface="Times New Roman" panose="02020603050405020304" pitchFamily="18" charset="0"/>
              </a:rPr>
              <a:t>बेंगाल</a:t>
            </a:r>
            <a:endParaRPr lang="en-IN" dirty="0">
              <a:solidFill>
                <a:srgbClr val="FF0000"/>
              </a:solidFill>
            </a:endParaRPr>
          </a:p>
        </p:txBody>
      </p:sp>
      <p:pic>
        <p:nvPicPr>
          <p:cNvPr id="6" name="Content Placeholder 5">
            <a:extLst>
              <a:ext uri="{FF2B5EF4-FFF2-40B4-BE49-F238E27FC236}">
                <a16:creationId xmlns:a16="http://schemas.microsoft.com/office/drawing/2014/main" id="{CAC611E0-85EB-4CC5-A206-49D231B72159}"/>
              </a:ext>
            </a:extLst>
          </p:cNvPr>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5183188" y="1688306"/>
            <a:ext cx="6172200" cy="3471862"/>
          </a:xfrm>
        </p:spPr>
      </p:pic>
      <p:sp>
        <p:nvSpPr>
          <p:cNvPr id="4" name="Text Placeholder 3">
            <a:extLst>
              <a:ext uri="{FF2B5EF4-FFF2-40B4-BE49-F238E27FC236}">
                <a16:creationId xmlns:a16="http://schemas.microsoft.com/office/drawing/2014/main" id="{2A59592F-B337-47A1-AFAA-9009C27C6CC0}"/>
              </a:ext>
            </a:extLst>
          </p:cNvPr>
          <p:cNvSpPr>
            <a:spLocks noGrp="1"/>
          </p:cNvSpPr>
          <p:nvPr>
            <p:ph type="body" sz="half" idx="2"/>
          </p:nvPr>
        </p:nvSpPr>
        <p:spPr>
          <a:xfrm>
            <a:off x="839788" y="987425"/>
            <a:ext cx="3932237" cy="4881563"/>
          </a:xfrm>
        </p:spPr>
        <p:txBody>
          <a:bodyPr>
            <a:normAutofit/>
          </a:bodyPr>
          <a:lstStyle/>
          <a:p>
            <a:pPr marL="285750" indent="-285750">
              <a:lnSpc>
                <a:spcPct val="107000"/>
              </a:lnSpc>
              <a:spcAft>
                <a:spcPts val="800"/>
              </a:spcAft>
              <a:buFont typeface="Arial" panose="020B0604020202020204" pitchFamily="34" charset="0"/>
              <a:buChar char="•"/>
            </a:pPr>
            <a:r>
              <a:rPr lang="en-IN" sz="1800" dirty="0">
                <a:effectLst/>
                <a:latin typeface="Nirmala UI" panose="020B0502040204020203" pitchFamily="34" charset="0"/>
                <a:ea typeface="Calibri" panose="020F0502020204030204" pitchFamily="34" charset="0"/>
                <a:cs typeface="Times New Roman" panose="02020603050405020304" pitchFamily="18" charset="0"/>
              </a:rPr>
              <a:t>ही</a:t>
            </a:r>
            <a:r>
              <a:rPr lang="en-IN" sz="1800" dirty="0">
                <a:effectLst/>
                <a:latin typeface="Calibri" panose="020F0502020204030204" pitchFamily="34" charset="0"/>
                <a:ea typeface="Calibri" panose="020F0502020204030204" pitchFamily="34" charset="0"/>
                <a:cs typeface="Times New Roman" panose="02020603050405020304" pitchFamily="18" charset="0"/>
              </a:rPr>
              <a:t> </a:t>
            </a:r>
            <a:r>
              <a:rPr lang="en-IN" sz="1800" dirty="0" err="1">
                <a:effectLst/>
                <a:latin typeface="Nirmala UI" panose="020B0502040204020203" pitchFamily="34" charset="0"/>
                <a:ea typeface="Calibri" panose="020F0502020204030204" pitchFamily="34" charset="0"/>
                <a:cs typeface="Times New Roman" panose="02020603050405020304" pitchFamily="18" charset="0"/>
              </a:rPr>
              <a:t>बांगलादेश</a:t>
            </a:r>
            <a:r>
              <a:rPr lang="en-IN" sz="1800" dirty="0">
                <a:effectLst/>
                <a:latin typeface="Calibri" panose="020F0502020204030204" pitchFamily="34" charset="0"/>
                <a:ea typeface="Calibri" panose="020F0502020204030204" pitchFamily="34" charset="0"/>
                <a:cs typeface="Times New Roman" panose="02020603050405020304" pitchFamily="18" charset="0"/>
              </a:rPr>
              <a:t>, </a:t>
            </a:r>
            <a:r>
              <a:rPr lang="en-IN" sz="1800" dirty="0" err="1">
                <a:effectLst/>
                <a:latin typeface="Nirmala UI" panose="020B0502040204020203" pitchFamily="34" charset="0"/>
                <a:ea typeface="Calibri" panose="020F0502020204030204" pitchFamily="34" charset="0"/>
                <a:cs typeface="Times New Roman" panose="02020603050405020304" pitchFamily="18" charset="0"/>
              </a:rPr>
              <a:t>पश्चिम</a:t>
            </a:r>
            <a:r>
              <a:rPr lang="en-IN" sz="1800" dirty="0">
                <a:effectLst/>
                <a:latin typeface="Calibri" panose="020F0502020204030204" pitchFamily="34" charset="0"/>
                <a:ea typeface="Calibri" panose="020F0502020204030204" pitchFamily="34" charset="0"/>
                <a:cs typeface="Times New Roman" panose="02020603050405020304" pitchFamily="18" charset="0"/>
              </a:rPr>
              <a:t> </a:t>
            </a:r>
            <a:r>
              <a:rPr lang="en-IN" sz="1800" dirty="0" err="1">
                <a:effectLst/>
                <a:latin typeface="Nirmala UI" panose="020B0502040204020203" pitchFamily="34" charset="0"/>
                <a:ea typeface="Calibri" panose="020F0502020204030204" pitchFamily="34" charset="0"/>
                <a:cs typeface="Times New Roman" panose="02020603050405020304" pitchFamily="18" charset="0"/>
              </a:rPr>
              <a:t>बंगाल</a:t>
            </a:r>
            <a:r>
              <a:rPr lang="en-IN" sz="1800" dirty="0">
                <a:effectLst/>
                <a:latin typeface="Calibri" panose="020F0502020204030204" pitchFamily="34" charset="0"/>
                <a:ea typeface="Calibri" panose="020F0502020204030204" pitchFamily="34" charset="0"/>
                <a:cs typeface="Times New Roman" panose="02020603050405020304" pitchFamily="18" charset="0"/>
              </a:rPr>
              <a:t>, </a:t>
            </a:r>
            <a:r>
              <a:rPr lang="en-IN" sz="1800" dirty="0" err="1">
                <a:effectLst/>
                <a:latin typeface="Nirmala UI" panose="020B0502040204020203" pitchFamily="34" charset="0"/>
                <a:ea typeface="Calibri" panose="020F0502020204030204" pitchFamily="34" charset="0"/>
                <a:cs typeface="Times New Roman" panose="02020603050405020304" pitchFamily="18" charset="0"/>
              </a:rPr>
              <a:t>आसाम</a:t>
            </a:r>
            <a:r>
              <a:rPr lang="en-IN" sz="1800" dirty="0">
                <a:effectLst/>
                <a:latin typeface="Calibri" panose="020F0502020204030204" pitchFamily="34" charset="0"/>
                <a:ea typeface="Calibri" panose="020F0502020204030204" pitchFamily="34" charset="0"/>
                <a:cs typeface="Times New Roman" panose="02020603050405020304" pitchFamily="18" charset="0"/>
              </a:rPr>
              <a:t> </a:t>
            </a:r>
            <a:r>
              <a:rPr lang="en-IN" sz="1800" dirty="0">
                <a:effectLst/>
                <a:latin typeface="Nirmala UI" panose="020B0502040204020203" pitchFamily="34" charset="0"/>
                <a:ea typeface="Calibri" panose="020F0502020204030204" pitchFamily="34" charset="0"/>
                <a:cs typeface="Times New Roman" panose="02020603050405020304" pitchFamily="18" charset="0"/>
              </a:rPr>
              <a:t>आणि</a:t>
            </a:r>
            <a:r>
              <a:rPr lang="en-IN" sz="1800" dirty="0">
                <a:effectLst/>
                <a:latin typeface="Calibri" panose="020F0502020204030204" pitchFamily="34" charset="0"/>
                <a:ea typeface="Calibri" panose="020F0502020204030204" pitchFamily="34" charset="0"/>
                <a:cs typeface="Times New Roman" panose="02020603050405020304" pitchFamily="18" charset="0"/>
              </a:rPr>
              <a:t> </a:t>
            </a:r>
            <a:r>
              <a:rPr lang="en-IN" sz="1800" dirty="0" err="1">
                <a:effectLst/>
                <a:latin typeface="Nirmala UI" panose="020B0502040204020203" pitchFamily="34" charset="0"/>
                <a:ea typeface="Calibri" panose="020F0502020204030204" pitchFamily="34" charset="0"/>
                <a:cs typeface="Times New Roman" panose="02020603050405020304" pitchFamily="18" charset="0"/>
              </a:rPr>
              <a:t>ओडिशा</a:t>
            </a:r>
            <a:r>
              <a:rPr lang="en-IN" sz="1800" dirty="0">
                <a:effectLst/>
                <a:latin typeface="Calibri" panose="020F0502020204030204" pitchFamily="34" charset="0"/>
                <a:ea typeface="Calibri" panose="020F0502020204030204" pitchFamily="34" charset="0"/>
                <a:cs typeface="Times New Roman" panose="02020603050405020304" pitchFamily="18" charset="0"/>
              </a:rPr>
              <a:t> </a:t>
            </a:r>
            <a:r>
              <a:rPr lang="en-IN" sz="1800" dirty="0" err="1">
                <a:effectLst/>
                <a:latin typeface="Nirmala UI" panose="020B0502040204020203" pitchFamily="34" charset="0"/>
                <a:ea typeface="Calibri" panose="020F0502020204030204" pitchFamily="34" charset="0"/>
                <a:cs typeface="Times New Roman" panose="02020603050405020304" pitchFamily="18" charset="0"/>
              </a:rPr>
              <a:t>यासह</a:t>
            </a:r>
            <a:r>
              <a:rPr lang="en-IN" sz="1800" dirty="0">
                <a:effectLst/>
                <a:latin typeface="Calibri" panose="020F0502020204030204" pitchFamily="34" charset="0"/>
                <a:ea typeface="Calibri" panose="020F0502020204030204" pitchFamily="34" charset="0"/>
                <a:cs typeface="Times New Roman" panose="02020603050405020304" pitchFamily="18" charset="0"/>
              </a:rPr>
              <a:t> </a:t>
            </a:r>
            <a:r>
              <a:rPr lang="en-IN" sz="1800" dirty="0">
                <a:effectLst/>
                <a:latin typeface="Nirmala UI" panose="020B0502040204020203" pitchFamily="34" charset="0"/>
                <a:ea typeface="Calibri" panose="020F0502020204030204" pitchFamily="34" charset="0"/>
                <a:cs typeface="Times New Roman" panose="02020603050405020304" pitchFamily="18" charset="0"/>
              </a:rPr>
              <a:t>विविध</a:t>
            </a:r>
            <a:r>
              <a:rPr lang="en-IN" sz="1800" dirty="0">
                <a:effectLst/>
                <a:latin typeface="Calibri" panose="020F0502020204030204" pitchFamily="34" charset="0"/>
                <a:ea typeface="Calibri" panose="020F0502020204030204" pitchFamily="34" charset="0"/>
                <a:cs typeface="Times New Roman" panose="02020603050405020304" pitchFamily="18" charset="0"/>
              </a:rPr>
              <a:t> </a:t>
            </a:r>
            <a:r>
              <a:rPr lang="en-IN" sz="1800" dirty="0" err="1">
                <a:effectLst/>
                <a:latin typeface="Nirmala UI" panose="020B0502040204020203" pitchFamily="34" charset="0"/>
                <a:ea typeface="Calibri" panose="020F0502020204030204" pitchFamily="34" charset="0"/>
                <a:cs typeface="Times New Roman" panose="02020603050405020304" pitchFamily="18" charset="0"/>
              </a:rPr>
              <a:t>प्रदेशांमध्ये</a:t>
            </a:r>
            <a:r>
              <a:rPr lang="en-IN" sz="1800" dirty="0">
                <a:effectLst/>
                <a:latin typeface="Calibri" panose="020F0502020204030204" pitchFamily="34" charset="0"/>
                <a:ea typeface="Calibri" panose="020F0502020204030204" pitchFamily="34" charset="0"/>
                <a:cs typeface="Times New Roman" panose="02020603050405020304" pitchFamily="18" charset="0"/>
              </a:rPr>
              <a:t> </a:t>
            </a:r>
            <a:r>
              <a:rPr lang="en-IN" sz="1800" dirty="0" err="1">
                <a:effectLst/>
                <a:latin typeface="Nirmala UI" panose="020B0502040204020203" pitchFamily="34" charset="0"/>
                <a:ea typeface="Calibri" panose="020F0502020204030204" pitchFamily="34" charset="0"/>
                <a:cs typeface="Times New Roman" panose="02020603050405020304" pitchFamily="18" charset="0"/>
              </a:rPr>
              <a:t>आढळणारी</a:t>
            </a:r>
            <a:r>
              <a:rPr lang="en-IN" sz="1800" dirty="0">
                <a:effectLst/>
                <a:latin typeface="Calibri" panose="020F0502020204030204" pitchFamily="34" charset="0"/>
                <a:ea typeface="Calibri" panose="020F0502020204030204" pitchFamily="34" charset="0"/>
                <a:cs typeface="Times New Roman" panose="02020603050405020304" pitchFamily="18" charset="0"/>
              </a:rPr>
              <a:t> </a:t>
            </a:r>
            <a:r>
              <a:rPr lang="en-IN" sz="1800" dirty="0" err="1">
                <a:effectLst/>
                <a:latin typeface="Nirmala UI" panose="020B0502040204020203" pitchFamily="34" charset="0"/>
                <a:ea typeface="Calibri" panose="020F0502020204030204" pitchFamily="34" charset="0"/>
                <a:cs typeface="Times New Roman" panose="02020603050405020304" pitchFamily="18" charset="0"/>
              </a:rPr>
              <a:t>एक</a:t>
            </a:r>
            <a:r>
              <a:rPr lang="en-IN" sz="1800" dirty="0">
                <a:effectLst/>
                <a:latin typeface="Calibri" panose="020F0502020204030204" pitchFamily="34" charset="0"/>
                <a:ea typeface="Calibri" panose="020F0502020204030204" pitchFamily="34" charset="0"/>
                <a:cs typeface="Times New Roman" panose="02020603050405020304" pitchFamily="18" charset="0"/>
              </a:rPr>
              <a:t> </a:t>
            </a:r>
            <a:r>
              <a:rPr lang="en-IN" sz="1800" dirty="0" err="1">
                <a:effectLst/>
                <a:latin typeface="Nirmala UI" panose="020B0502040204020203" pitchFamily="34" charset="0"/>
                <a:ea typeface="Calibri" panose="020F0502020204030204" pitchFamily="34" charset="0"/>
                <a:cs typeface="Times New Roman" panose="02020603050405020304" pitchFamily="18" charset="0"/>
              </a:rPr>
              <a:t>प्रकारची</a:t>
            </a:r>
            <a:r>
              <a:rPr lang="en-IN" sz="1800" dirty="0">
                <a:effectLst/>
                <a:latin typeface="Calibri" panose="020F0502020204030204" pitchFamily="34" charset="0"/>
                <a:ea typeface="Calibri" panose="020F0502020204030204" pitchFamily="34" charset="0"/>
                <a:cs typeface="Times New Roman" panose="02020603050405020304" pitchFamily="18" charset="0"/>
              </a:rPr>
              <a:t> </a:t>
            </a:r>
            <a:r>
              <a:rPr lang="en-IN" sz="1800" dirty="0">
                <a:effectLst/>
                <a:latin typeface="Nirmala UI" panose="020B0502040204020203" pitchFamily="34" charset="0"/>
                <a:ea typeface="Calibri" panose="020F0502020204030204" pitchFamily="34" charset="0"/>
                <a:cs typeface="Times New Roman" panose="02020603050405020304" pitchFamily="18" charset="0"/>
              </a:rPr>
              <a:t>शेळी</a:t>
            </a:r>
            <a:r>
              <a:rPr lang="en-IN" sz="1800" dirty="0">
                <a:effectLst/>
                <a:latin typeface="Calibri" panose="020F0502020204030204" pitchFamily="34" charset="0"/>
                <a:ea typeface="Calibri" panose="020F0502020204030204" pitchFamily="34" charset="0"/>
                <a:cs typeface="Times New Roman" panose="02020603050405020304" pitchFamily="18" charset="0"/>
              </a:rPr>
              <a:t> </a:t>
            </a:r>
            <a:r>
              <a:rPr lang="en-IN" sz="1800" dirty="0" err="1">
                <a:effectLst/>
                <a:latin typeface="Nirmala UI" panose="020B0502040204020203" pitchFamily="34" charset="0"/>
                <a:ea typeface="Calibri" panose="020F0502020204030204" pitchFamily="34" charset="0"/>
                <a:cs typeface="Times New Roman" panose="02020603050405020304" pitchFamily="18" charset="0"/>
              </a:rPr>
              <a:t>आहे</a:t>
            </a:r>
            <a:r>
              <a:rPr lang="en-IN" sz="1800" dirty="0">
                <a:effectLst/>
                <a:latin typeface="Calibri" panose="020F0502020204030204" pitchFamily="34" charset="0"/>
                <a:ea typeface="Calibri" panose="020F0502020204030204" pitchFamily="34" charset="0"/>
                <a:cs typeface="Times New Roman" panose="02020603050405020304" pitchFamily="18" charset="0"/>
              </a:rPr>
              <a:t>. </a:t>
            </a:r>
            <a:r>
              <a:rPr lang="en-IN" sz="1800" dirty="0">
                <a:effectLst/>
                <a:latin typeface="Nirmala UI" panose="020B0502040204020203" pitchFamily="34" charset="0"/>
                <a:ea typeface="Calibri" panose="020F0502020204030204" pitchFamily="34" charset="0"/>
                <a:cs typeface="Times New Roman" panose="02020603050405020304" pitchFamily="18" charset="0"/>
              </a:rPr>
              <a:t>या</a:t>
            </a:r>
            <a:r>
              <a:rPr lang="en-IN" sz="1800" dirty="0">
                <a:effectLst/>
                <a:latin typeface="Calibri" panose="020F0502020204030204" pitchFamily="34" charset="0"/>
                <a:ea typeface="Calibri" panose="020F0502020204030204" pitchFamily="34" charset="0"/>
                <a:cs typeface="Times New Roman" panose="02020603050405020304" pitchFamily="18" charset="0"/>
              </a:rPr>
              <a:t> </a:t>
            </a:r>
            <a:r>
              <a:rPr lang="en-IN" sz="1800" dirty="0" err="1">
                <a:effectLst/>
                <a:latin typeface="Nirmala UI" panose="020B0502040204020203" pitchFamily="34" charset="0"/>
                <a:ea typeface="Calibri" panose="020F0502020204030204" pitchFamily="34" charset="0"/>
                <a:cs typeface="Times New Roman" panose="02020603050405020304" pitchFamily="18" charset="0"/>
              </a:rPr>
              <a:t>शेळ्यांची</a:t>
            </a:r>
            <a:r>
              <a:rPr lang="en-IN" sz="1800" dirty="0">
                <a:effectLst/>
                <a:latin typeface="Calibri" panose="020F0502020204030204" pitchFamily="34" charset="0"/>
                <a:ea typeface="Calibri" panose="020F0502020204030204" pitchFamily="34" charset="0"/>
                <a:cs typeface="Times New Roman" panose="02020603050405020304" pitchFamily="18" charset="0"/>
              </a:rPr>
              <a:t> </a:t>
            </a:r>
            <a:r>
              <a:rPr lang="en-IN" sz="1800" dirty="0" err="1">
                <a:effectLst/>
                <a:latin typeface="Nirmala UI" panose="020B0502040204020203" pitchFamily="34" charset="0"/>
                <a:ea typeface="Calibri" panose="020F0502020204030204" pitchFamily="34" charset="0"/>
                <a:cs typeface="Times New Roman" panose="02020603050405020304" pitchFamily="18" charset="0"/>
              </a:rPr>
              <a:t>त्वचा</a:t>
            </a:r>
            <a:r>
              <a:rPr lang="en-IN" sz="1800" dirty="0">
                <a:effectLst/>
                <a:latin typeface="Calibri" panose="020F0502020204030204" pitchFamily="34" charset="0"/>
                <a:ea typeface="Calibri" panose="020F0502020204030204" pitchFamily="34" charset="0"/>
                <a:cs typeface="Times New Roman" panose="02020603050405020304" pitchFamily="18" charset="0"/>
              </a:rPr>
              <a:t> </a:t>
            </a:r>
            <a:r>
              <a:rPr lang="en-IN" sz="1800" dirty="0" err="1">
                <a:effectLst/>
                <a:latin typeface="Nirmala UI" panose="020B0502040204020203" pitchFamily="34" charset="0"/>
                <a:ea typeface="Calibri" panose="020F0502020204030204" pitchFamily="34" charset="0"/>
                <a:cs typeface="Times New Roman" panose="02020603050405020304" pitchFamily="18" charset="0"/>
              </a:rPr>
              <a:t>सामान्यत</a:t>
            </a:r>
            <a:r>
              <a:rPr lang="en-IN" sz="1800" dirty="0">
                <a:effectLst/>
                <a:latin typeface="Calibri" panose="020F0502020204030204" pitchFamily="34" charset="0"/>
                <a:ea typeface="Calibri" panose="020F0502020204030204" pitchFamily="34" charset="0"/>
                <a:cs typeface="Times New Roman" panose="02020603050405020304" pitchFamily="18" charset="0"/>
              </a:rPr>
              <a:t>: </a:t>
            </a:r>
            <a:r>
              <a:rPr lang="en-IN" sz="1800" dirty="0" err="1">
                <a:effectLst/>
                <a:latin typeface="Nirmala UI" panose="020B0502040204020203" pitchFamily="34" charset="0"/>
                <a:ea typeface="Calibri" panose="020F0502020204030204" pitchFamily="34" charset="0"/>
                <a:cs typeface="Times New Roman" panose="02020603050405020304" pitchFamily="18" charset="0"/>
              </a:rPr>
              <a:t>काळी</a:t>
            </a:r>
            <a:r>
              <a:rPr lang="en-IN" sz="1800" dirty="0">
                <a:effectLst/>
                <a:latin typeface="Calibri" panose="020F0502020204030204" pitchFamily="34" charset="0"/>
                <a:ea typeface="Calibri" panose="020F0502020204030204" pitchFamily="34" charset="0"/>
                <a:cs typeface="Times New Roman" panose="02020603050405020304" pitchFamily="18" charset="0"/>
              </a:rPr>
              <a:t> </a:t>
            </a:r>
            <a:r>
              <a:rPr lang="en-IN" sz="1800" dirty="0">
                <a:effectLst/>
                <a:latin typeface="Nirmala UI" panose="020B0502040204020203" pitchFamily="34" charset="0"/>
                <a:ea typeface="Calibri" panose="020F0502020204030204" pitchFamily="34" charset="0"/>
                <a:cs typeface="Times New Roman" panose="02020603050405020304" pitchFamily="18" charset="0"/>
              </a:rPr>
              <a:t>आणि</a:t>
            </a:r>
            <a:r>
              <a:rPr lang="en-IN" sz="1800" dirty="0">
                <a:effectLst/>
                <a:latin typeface="Calibri" panose="020F0502020204030204" pitchFamily="34" charset="0"/>
                <a:ea typeface="Calibri" panose="020F0502020204030204" pitchFamily="34" charset="0"/>
                <a:cs typeface="Times New Roman" panose="02020603050405020304" pitchFamily="18" charset="0"/>
              </a:rPr>
              <a:t> </a:t>
            </a:r>
            <a:r>
              <a:rPr lang="en-IN" sz="1800" dirty="0" err="1">
                <a:effectLst/>
                <a:latin typeface="Nirmala UI" panose="020B0502040204020203" pitchFamily="34" charset="0"/>
                <a:ea typeface="Calibri" panose="020F0502020204030204" pitchFamily="34" charset="0"/>
                <a:cs typeface="Times New Roman" panose="02020603050405020304" pitchFamily="18" charset="0"/>
              </a:rPr>
              <a:t>फर</a:t>
            </a:r>
            <a:r>
              <a:rPr lang="en-IN" sz="1800" dirty="0">
                <a:effectLst/>
                <a:latin typeface="Calibri" panose="020F0502020204030204" pitchFamily="34" charset="0"/>
                <a:ea typeface="Calibri" panose="020F0502020204030204" pitchFamily="34" charset="0"/>
                <a:cs typeface="Times New Roman" panose="02020603050405020304" pitchFamily="18" charset="0"/>
              </a:rPr>
              <a:t> </a:t>
            </a:r>
            <a:r>
              <a:rPr lang="en-IN" sz="1800" dirty="0" err="1">
                <a:effectLst/>
                <a:latin typeface="Nirmala UI" panose="020B0502040204020203" pitchFamily="34" charset="0"/>
                <a:ea typeface="Calibri" panose="020F0502020204030204" pitchFamily="34" charset="0"/>
                <a:cs typeface="Times New Roman" panose="02020603050405020304" pitchFamily="18" charset="0"/>
              </a:rPr>
              <a:t>असते</a:t>
            </a:r>
            <a:r>
              <a:rPr lang="en-IN" sz="1800" dirty="0">
                <a:effectLst/>
                <a:latin typeface="Calibri" panose="020F0502020204030204" pitchFamily="34" charset="0"/>
                <a:ea typeface="Calibri" panose="020F0502020204030204" pitchFamily="34" charset="0"/>
                <a:cs typeface="Times New Roman" panose="02020603050405020304" pitchFamily="18" charset="0"/>
              </a:rPr>
              <a:t>, </a:t>
            </a:r>
            <a:r>
              <a:rPr lang="en-IN" sz="1800" dirty="0" err="1">
                <a:effectLst/>
                <a:latin typeface="Nirmala UI" panose="020B0502040204020203" pitchFamily="34" charset="0"/>
                <a:ea typeface="Calibri" panose="020F0502020204030204" pitchFamily="34" charset="0"/>
                <a:cs typeface="Times New Roman" panose="02020603050405020304" pitchFamily="18" charset="0"/>
              </a:rPr>
              <a:t>जरी</a:t>
            </a:r>
            <a:r>
              <a:rPr lang="en-IN" sz="1800" dirty="0">
                <a:effectLst/>
                <a:latin typeface="Calibri" panose="020F0502020204030204" pitchFamily="34" charset="0"/>
                <a:ea typeface="Calibri" panose="020F0502020204030204" pitchFamily="34" charset="0"/>
                <a:cs typeface="Times New Roman" panose="02020603050405020304" pitchFamily="18" charset="0"/>
              </a:rPr>
              <a:t> </a:t>
            </a:r>
            <a:r>
              <a:rPr lang="en-IN" sz="1800" dirty="0" err="1">
                <a:effectLst/>
                <a:latin typeface="Nirmala UI" panose="020B0502040204020203" pitchFamily="34" charset="0"/>
                <a:ea typeface="Calibri" panose="020F0502020204030204" pitchFamily="34" charset="0"/>
                <a:cs typeface="Times New Roman" panose="02020603050405020304" pitchFamily="18" charset="0"/>
              </a:rPr>
              <a:t>ती</a:t>
            </a:r>
            <a:r>
              <a:rPr lang="en-IN" sz="1800" dirty="0">
                <a:effectLst/>
                <a:latin typeface="Calibri" panose="020F0502020204030204" pitchFamily="34" charset="0"/>
                <a:ea typeface="Calibri" panose="020F0502020204030204" pitchFamily="34" charset="0"/>
                <a:cs typeface="Times New Roman" panose="02020603050405020304" pitchFamily="18" charset="0"/>
              </a:rPr>
              <a:t> </a:t>
            </a:r>
            <a:r>
              <a:rPr lang="en-IN" sz="1800" dirty="0" err="1">
                <a:effectLst/>
                <a:latin typeface="Nirmala UI" panose="020B0502040204020203" pitchFamily="34" charset="0"/>
                <a:ea typeface="Calibri" panose="020F0502020204030204" pitchFamily="34" charset="0"/>
                <a:cs typeface="Times New Roman" panose="02020603050405020304" pitchFamily="18" charset="0"/>
              </a:rPr>
              <a:t>तपकिरी</a:t>
            </a:r>
            <a:r>
              <a:rPr lang="en-IN" sz="1800" dirty="0">
                <a:effectLst/>
                <a:latin typeface="Calibri" panose="020F0502020204030204" pitchFamily="34" charset="0"/>
                <a:ea typeface="Calibri" panose="020F0502020204030204" pitchFamily="34" charset="0"/>
                <a:cs typeface="Times New Roman" panose="02020603050405020304" pitchFamily="18" charset="0"/>
              </a:rPr>
              <a:t>, </a:t>
            </a:r>
            <a:r>
              <a:rPr lang="en-IN" sz="1800" dirty="0" err="1">
                <a:effectLst/>
                <a:latin typeface="Nirmala UI" panose="020B0502040204020203" pitchFamily="34" charset="0"/>
                <a:ea typeface="Calibri" panose="020F0502020204030204" pitchFamily="34" charset="0"/>
                <a:cs typeface="Times New Roman" panose="02020603050405020304" pitchFamily="18" charset="0"/>
              </a:rPr>
              <a:t>पांढरी</a:t>
            </a:r>
            <a:r>
              <a:rPr lang="en-IN" sz="1800" dirty="0">
                <a:effectLst/>
                <a:latin typeface="Calibri" panose="020F0502020204030204" pitchFamily="34" charset="0"/>
                <a:ea typeface="Calibri" panose="020F0502020204030204" pitchFamily="34" charset="0"/>
                <a:cs typeface="Times New Roman" panose="02020603050405020304" pitchFamily="18" charset="0"/>
              </a:rPr>
              <a:t> </a:t>
            </a:r>
            <a:r>
              <a:rPr lang="en-IN" sz="1800" dirty="0">
                <a:effectLst/>
                <a:latin typeface="Nirmala UI" panose="020B0502040204020203" pitchFamily="34" charset="0"/>
                <a:ea typeface="Calibri" panose="020F0502020204030204" pitchFamily="34" charset="0"/>
                <a:cs typeface="Times New Roman" panose="02020603050405020304" pitchFamily="18" charset="0"/>
              </a:rPr>
              <a:t>किंवा</a:t>
            </a:r>
            <a:r>
              <a:rPr lang="en-IN" sz="1800" dirty="0">
                <a:effectLst/>
                <a:latin typeface="Calibri" panose="020F0502020204030204" pitchFamily="34" charset="0"/>
                <a:ea typeface="Calibri" panose="020F0502020204030204" pitchFamily="34" charset="0"/>
                <a:cs typeface="Times New Roman" panose="02020603050405020304" pitchFamily="18" charset="0"/>
              </a:rPr>
              <a:t> </a:t>
            </a:r>
            <a:r>
              <a:rPr lang="en-IN" sz="1800" dirty="0" err="1">
                <a:effectLst/>
                <a:latin typeface="Nirmala UI" panose="020B0502040204020203" pitchFamily="34" charset="0"/>
                <a:ea typeface="Calibri" panose="020F0502020204030204" pitchFamily="34" charset="0"/>
                <a:cs typeface="Times New Roman" panose="02020603050405020304" pitchFamily="18" charset="0"/>
              </a:rPr>
              <a:t>राखाडी</a:t>
            </a:r>
            <a:r>
              <a:rPr lang="en-IN" sz="1800" dirty="0">
                <a:effectLst/>
                <a:latin typeface="Calibri" panose="020F0502020204030204" pitchFamily="34" charset="0"/>
                <a:ea typeface="Calibri" panose="020F0502020204030204" pitchFamily="34" charset="0"/>
                <a:cs typeface="Times New Roman" panose="02020603050405020304" pitchFamily="18" charset="0"/>
              </a:rPr>
              <a:t> </a:t>
            </a:r>
            <a:r>
              <a:rPr lang="en-IN" sz="1800" dirty="0" err="1">
                <a:effectLst/>
                <a:latin typeface="Nirmala UI" panose="020B0502040204020203" pitchFamily="34" charset="0"/>
                <a:ea typeface="Calibri" panose="020F0502020204030204" pitchFamily="34" charset="0"/>
                <a:cs typeface="Times New Roman" panose="02020603050405020304" pitchFamily="18" charset="0"/>
              </a:rPr>
              <a:t>देखील</a:t>
            </a:r>
            <a:r>
              <a:rPr lang="en-IN" sz="1800" dirty="0">
                <a:effectLst/>
                <a:latin typeface="Calibri" panose="020F0502020204030204" pitchFamily="34" charset="0"/>
                <a:ea typeface="Calibri" panose="020F0502020204030204" pitchFamily="34" charset="0"/>
                <a:cs typeface="Times New Roman" panose="02020603050405020304" pitchFamily="18" charset="0"/>
              </a:rPr>
              <a:t> </a:t>
            </a:r>
            <a:r>
              <a:rPr lang="en-IN" sz="1800" dirty="0" err="1">
                <a:effectLst/>
                <a:latin typeface="Nirmala UI" panose="020B0502040204020203" pitchFamily="34" charset="0"/>
                <a:ea typeface="Calibri" panose="020F0502020204030204" pitchFamily="34" charset="0"/>
                <a:cs typeface="Times New Roman" panose="02020603050405020304" pitchFamily="18" charset="0"/>
              </a:rPr>
              <a:t>असू</a:t>
            </a:r>
            <a:r>
              <a:rPr lang="en-IN" sz="1800" dirty="0">
                <a:effectLst/>
                <a:latin typeface="Calibri" panose="020F0502020204030204" pitchFamily="34" charset="0"/>
                <a:ea typeface="Calibri" panose="020F0502020204030204" pitchFamily="34" charset="0"/>
                <a:cs typeface="Times New Roman" panose="02020603050405020304" pitchFamily="18" charset="0"/>
              </a:rPr>
              <a:t> </a:t>
            </a:r>
            <a:r>
              <a:rPr lang="en-IN" sz="1800" dirty="0" err="1">
                <a:effectLst/>
                <a:latin typeface="Nirmala UI" panose="020B0502040204020203" pitchFamily="34" charset="0"/>
                <a:ea typeface="Calibri" panose="020F0502020204030204" pitchFamily="34" charset="0"/>
                <a:cs typeface="Times New Roman" panose="02020603050405020304" pitchFamily="18" charset="0"/>
              </a:rPr>
              <a:t>शकतात</a:t>
            </a:r>
            <a:r>
              <a:rPr lang="en-IN" sz="1800" dirty="0">
                <a:effectLst/>
                <a:latin typeface="Calibri" panose="020F0502020204030204" pitchFamily="34" charset="0"/>
                <a:ea typeface="Calibri" panose="020F0502020204030204" pitchFamily="34" charset="0"/>
                <a:cs typeface="Times New Roman" panose="02020603050405020304" pitchFamily="18" charset="0"/>
              </a:rPr>
              <a:t>. </a:t>
            </a:r>
            <a:r>
              <a:rPr lang="en-IN" sz="1800" dirty="0" err="1">
                <a:effectLst/>
                <a:latin typeface="Nirmala UI" panose="020B0502040204020203" pitchFamily="34" charset="0"/>
                <a:ea typeface="Calibri" panose="020F0502020204030204" pitchFamily="34" charset="0"/>
                <a:cs typeface="Times New Roman" panose="02020603050405020304" pitchFamily="18" charset="0"/>
              </a:rPr>
              <a:t>ब्लॅक</a:t>
            </a:r>
            <a:r>
              <a:rPr lang="en-IN" sz="1800" dirty="0">
                <a:effectLst/>
                <a:latin typeface="Calibri" panose="020F0502020204030204" pitchFamily="34" charset="0"/>
                <a:ea typeface="Calibri" panose="020F0502020204030204" pitchFamily="34" charset="0"/>
                <a:cs typeface="Times New Roman" panose="02020603050405020304" pitchFamily="18" charset="0"/>
              </a:rPr>
              <a:t> </a:t>
            </a:r>
            <a:r>
              <a:rPr lang="en-IN" sz="1800" dirty="0" err="1">
                <a:effectLst/>
                <a:latin typeface="Nirmala UI" panose="020B0502040204020203" pitchFamily="34" charset="0"/>
                <a:ea typeface="Calibri" panose="020F0502020204030204" pitchFamily="34" charset="0"/>
                <a:cs typeface="Times New Roman" panose="02020603050405020304" pitchFamily="18" charset="0"/>
              </a:rPr>
              <a:t>बेंगाल</a:t>
            </a:r>
            <a:r>
              <a:rPr lang="en-IN" sz="1800" dirty="0">
                <a:effectLst/>
                <a:latin typeface="Calibri" panose="020F0502020204030204" pitchFamily="34" charset="0"/>
                <a:ea typeface="Calibri" panose="020F0502020204030204" pitchFamily="34" charset="0"/>
                <a:cs typeface="Times New Roman" panose="02020603050405020304" pitchFamily="18" charset="0"/>
              </a:rPr>
              <a:t> </a:t>
            </a:r>
            <a:r>
              <a:rPr lang="en-IN" sz="1800" dirty="0">
                <a:effectLst/>
                <a:latin typeface="Nirmala UI" panose="020B0502040204020203" pitchFamily="34" charset="0"/>
                <a:ea typeface="Calibri" panose="020F0502020204030204" pitchFamily="34" charset="0"/>
                <a:cs typeface="Times New Roman" panose="02020603050405020304" pitchFamily="18" charset="0"/>
              </a:rPr>
              <a:t>शेळी</a:t>
            </a:r>
            <a:r>
              <a:rPr lang="en-IN" sz="1800" dirty="0">
                <a:effectLst/>
                <a:latin typeface="Calibri" panose="020F0502020204030204" pitchFamily="34" charset="0"/>
                <a:ea typeface="Calibri" panose="020F0502020204030204" pitchFamily="34" charset="0"/>
                <a:cs typeface="Times New Roman" panose="02020603050405020304" pitchFamily="18" charset="0"/>
              </a:rPr>
              <a:t> </a:t>
            </a:r>
            <a:r>
              <a:rPr lang="en-IN" sz="1800" dirty="0" err="1">
                <a:effectLst/>
                <a:latin typeface="Nirmala UI" panose="020B0502040204020203" pitchFamily="34" charset="0"/>
                <a:ea typeface="Calibri" panose="020F0502020204030204" pitchFamily="34" charset="0"/>
                <a:cs typeface="Times New Roman" panose="02020603050405020304" pitchFamily="18" charset="0"/>
              </a:rPr>
              <a:t>आकाराने</a:t>
            </a:r>
            <a:r>
              <a:rPr lang="en-IN" sz="1800" dirty="0">
                <a:effectLst/>
                <a:latin typeface="Calibri" panose="020F0502020204030204" pitchFamily="34" charset="0"/>
                <a:ea typeface="Calibri" panose="020F0502020204030204" pitchFamily="34" charset="0"/>
                <a:cs typeface="Times New Roman" panose="02020603050405020304" pitchFamily="18" charset="0"/>
              </a:rPr>
              <a:t> </a:t>
            </a:r>
            <a:r>
              <a:rPr lang="en-IN" sz="1800" dirty="0">
                <a:effectLst/>
                <a:latin typeface="Nirmala UI" panose="020B0502040204020203" pitchFamily="34" charset="0"/>
                <a:ea typeface="Calibri" panose="020F0502020204030204" pitchFamily="34" charset="0"/>
                <a:cs typeface="Times New Roman" panose="02020603050405020304" pitchFamily="18" charset="0"/>
              </a:rPr>
              <a:t>लहान</a:t>
            </a:r>
            <a:r>
              <a:rPr lang="en-IN" sz="1800" dirty="0">
                <a:effectLst/>
                <a:latin typeface="Calibri" panose="020F0502020204030204" pitchFamily="34" charset="0"/>
                <a:ea typeface="Calibri" panose="020F0502020204030204" pitchFamily="34" charset="0"/>
                <a:cs typeface="Times New Roman" panose="02020603050405020304" pitchFamily="18" charset="0"/>
              </a:rPr>
              <a:t> </a:t>
            </a:r>
            <a:r>
              <a:rPr lang="en-IN" sz="1800" dirty="0" err="1">
                <a:effectLst/>
                <a:latin typeface="Nirmala UI" panose="020B0502040204020203" pitchFamily="34" charset="0"/>
                <a:ea typeface="Calibri" panose="020F0502020204030204" pitchFamily="34" charset="0"/>
                <a:cs typeface="Times New Roman" panose="02020603050405020304" pitchFamily="18" charset="0"/>
              </a:rPr>
              <a:t>असली</a:t>
            </a:r>
            <a:r>
              <a:rPr lang="en-IN" sz="1800" dirty="0">
                <a:effectLst/>
                <a:latin typeface="Calibri" panose="020F0502020204030204" pitchFamily="34" charset="0"/>
                <a:ea typeface="Calibri" panose="020F0502020204030204" pitchFamily="34" charset="0"/>
                <a:cs typeface="Times New Roman" panose="02020603050405020304" pitchFamily="18" charset="0"/>
              </a:rPr>
              <a:t> </a:t>
            </a:r>
            <a:r>
              <a:rPr lang="en-IN" sz="1800" dirty="0" err="1">
                <a:effectLst/>
                <a:latin typeface="Nirmala UI" panose="020B0502040204020203" pitchFamily="34" charset="0"/>
                <a:ea typeface="Calibri" panose="020F0502020204030204" pitchFamily="34" charset="0"/>
                <a:cs typeface="Times New Roman" panose="02020603050405020304" pitchFamily="18" charset="0"/>
              </a:rPr>
              <a:t>तरी</a:t>
            </a:r>
            <a:r>
              <a:rPr lang="en-IN" sz="1800" dirty="0">
                <a:effectLst/>
                <a:latin typeface="Calibri" panose="020F0502020204030204" pitchFamily="34" charset="0"/>
                <a:ea typeface="Calibri" panose="020F0502020204030204" pitchFamily="34" charset="0"/>
                <a:cs typeface="Times New Roman" panose="02020603050405020304" pitchFamily="18" charset="0"/>
              </a:rPr>
              <a:t> </a:t>
            </a:r>
            <a:r>
              <a:rPr lang="en-IN" sz="1800" dirty="0" err="1">
                <a:effectLst/>
                <a:latin typeface="Nirmala UI" panose="020B0502040204020203" pitchFamily="34" charset="0"/>
                <a:ea typeface="Calibri" panose="020F0502020204030204" pitchFamily="34" charset="0"/>
                <a:cs typeface="Times New Roman" panose="02020603050405020304" pitchFamily="18" charset="0"/>
              </a:rPr>
              <a:t>शरीराची</a:t>
            </a:r>
            <a:r>
              <a:rPr lang="en-IN" sz="1800" dirty="0">
                <a:effectLst/>
                <a:latin typeface="Calibri" panose="020F0502020204030204" pitchFamily="34" charset="0"/>
                <a:ea typeface="Calibri" panose="020F0502020204030204" pitchFamily="34" charset="0"/>
                <a:cs typeface="Times New Roman" panose="02020603050405020304" pitchFamily="18" charset="0"/>
              </a:rPr>
              <a:t> </a:t>
            </a:r>
            <a:r>
              <a:rPr lang="en-IN" sz="1800" dirty="0" err="1">
                <a:effectLst/>
                <a:latin typeface="Nirmala UI" panose="020B0502040204020203" pitchFamily="34" charset="0"/>
                <a:ea typeface="Calibri" panose="020F0502020204030204" pitchFamily="34" charset="0"/>
                <a:cs typeface="Times New Roman" panose="02020603050405020304" pitchFamily="18" charset="0"/>
              </a:rPr>
              <a:t>रचना</a:t>
            </a:r>
            <a:r>
              <a:rPr lang="en-IN" sz="1800" dirty="0">
                <a:effectLst/>
                <a:latin typeface="Calibri" panose="020F0502020204030204" pitchFamily="34" charset="0"/>
                <a:ea typeface="Calibri" panose="020F0502020204030204" pitchFamily="34" charset="0"/>
                <a:cs typeface="Times New Roman" panose="02020603050405020304" pitchFamily="18" charset="0"/>
              </a:rPr>
              <a:t> </a:t>
            </a:r>
            <a:r>
              <a:rPr lang="en-IN" sz="1800" dirty="0" err="1">
                <a:effectLst/>
                <a:latin typeface="Nirmala UI" panose="020B0502040204020203" pitchFamily="34" charset="0"/>
                <a:ea typeface="Calibri" panose="020F0502020204030204" pitchFamily="34" charset="0"/>
                <a:cs typeface="Times New Roman" panose="02020603050405020304" pitchFamily="18" charset="0"/>
              </a:rPr>
              <a:t>घट्ट</a:t>
            </a:r>
            <a:r>
              <a:rPr lang="en-IN" sz="1800" dirty="0">
                <a:effectLst/>
                <a:latin typeface="Calibri" panose="020F0502020204030204" pitchFamily="34" charset="0"/>
                <a:ea typeface="Calibri" panose="020F0502020204030204" pitchFamily="34" charset="0"/>
                <a:cs typeface="Times New Roman" panose="02020603050405020304" pitchFamily="18" charset="0"/>
              </a:rPr>
              <a:t> </a:t>
            </a:r>
            <a:r>
              <a:rPr lang="en-IN" sz="1800" dirty="0" err="1">
                <a:effectLst/>
                <a:latin typeface="Nirmala UI" panose="020B0502040204020203" pitchFamily="34" charset="0"/>
                <a:ea typeface="Calibri" panose="020F0502020204030204" pitchFamily="34" charset="0"/>
                <a:cs typeface="Times New Roman" panose="02020603050405020304" pitchFamily="18" charset="0"/>
              </a:rPr>
              <a:t>असते</a:t>
            </a:r>
            <a:r>
              <a:rPr lang="en-IN" sz="1800" dirty="0">
                <a:effectLst/>
                <a:latin typeface="Calibri" panose="020F0502020204030204" pitchFamily="34" charset="0"/>
                <a:ea typeface="Calibri" panose="020F0502020204030204" pitchFamily="34" charset="0"/>
                <a:cs typeface="Times New Roman" panose="02020603050405020304" pitchFamily="18" charset="0"/>
              </a:rPr>
              <a:t>. </a:t>
            </a:r>
            <a:r>
              <a:rPr lang="en-IN" sz="1800" dirty="0">
                <a:effectLst/>
                <a:latin typeface="Nirmala UI" panose="020B0502040204020203" pitchFamily="34" charset="0"/>
                <a:ea typeface="Calibri" panose="020F0502020204030204" pitchFamily="34" charset="0"/>
                <a:cs typeface="Times New Roman" panose="02020603050405020304" pitchFamily="18" charset="0"/>
              </a:rPr>
              <a:t>त्याची</a:t>
            </a:r>
            <a:r>
              <a:rPr lang="en-IN" sz="1800" dirty="0">
                <a:effectLst/>
                <a:latin typeface="Calibri" panose="020F0502020204030204" pitchFamily="34" charset="0"/>
                <a:ea typeface="Calibri" panose="020F0502020204030204" pitchFamily="34" charset="0"/>
                <a:cs typeface="Times New Roman" panose="02020603050405020304" pitchFamily="18" charset="0"/>
              </a:rPr>
              <a:t> </a:t>
            </a:r>
            <a:r>
              <a:rPr lang="en-IN" sz="1800" dirty="0" err="1">
                <a:effectLst/>
                <a:latin typeface="Nirmala UI" panose="020B0502040204020203" pitchFamily="34" charset="0"/>
                <a:ea typeface="Calibri" panose="020F0502020204030204" pitchFamily="34" charset="0"/>
                <a:cs typeface="Times New Roman" panose="02020603050405020304" pitchFamily="18" charset="0"/>
              </a:rPr>
              <a:t>शिंगे</a:t>
            </a:r>
            <a:r>
              <a:rPr lang="en-IN" sz="1800" dirty="0">
                <a:effectLst/>
                <a:latin typeface="Calibri" panose="020F0502020204030204" pitchFamily="34" charset="0"/>
                <a:ea typeface="Calibri" panose="020F0502020204030204" pitchFamily="34" charset="0"/>
                <a:cs typeface="Times New Roman" panose="02020603050405020304" pitchFamily="18" charset="0"/>
              </a:rPr>
              <a:t> </a:t>
            </a:r>
            <a:r>
              <a:rPr lang="en-IN" sz="1800" dirty="0">
                <a:effectLst/>
                <a:latin typeface="Nirmala UI" panose="020B0502040204020203" pitchFamily="34" charset="0"/>
                <a:ea typeface="Calibri" panose="020F0502020204030204" pitchFamily="34" charset="0"/>
                <a:cs typeface="Times New Roman" panose="02020603050405020304" pitchFamily="18" charset="0"/>
              </a:rPr>
              <a:t>लहान</a:t>
            </a:r>
            <a:r>
              <a:rPr lang="en-IN" sz="1800" dirty="0">
                <a:effectLst/>
                <a:latin typeface="Calibri" panose="020F0502020204030204" pitchFamily="34" charset="0"/>
                <a:ea typeface="Calibri" panose="020F0502020204030204" pitchFamily="34" charset="0"/>
                <a:cs typeface="Times New Roman" panose="02020603050405020304" pitchFamily="18" charset="0"/>
              </a:rPr>
              <a:t> </a:t>
            </a:r>
            <a:r>
              <a:rPr lang="en-IN" sz="1800" dirty="0">
                <a:effectLst/>
                <a:latin typeface="Nirmala UI" panose="020B0502040204020203" pitchFamily="34" charset="0"/>
                <a:ea typeface="Calibri" panose="020F0502020204030204" pitchFamily="34" charset="0"/>
                <a:cs typeface="Times New Roman" panose="02020603050405020304" pitchFamily="18" charset="0"/>
              </a:rPr>
              <a:t>व</a:t>
            </a:r>
            <a:r>
              <a:rPr lang="en-IN" sz="1800" dirty="0">
                <a:effectLst/>
                <a:latin typeface="Calibri" panose="020F0502020204030204" pitchFamily="34" charset="0"/>
                <a:ea typeface="Calibri" panose="020F0502020204030204" pitchFamily="34" charset="0"/>
                <a:cs typeface="Times New Roman" panose="02020603050405020304" pitchFamily="18" charset="0"/>
              </a:rPr>
              <a:t> </a:t>
            </a:r>
            <a:r>
              <a:rPr lang="en-IN" sz="1800" dirty="0" err="1">
                <a:effectLst/>
                <a:latin typeface="Nirmala UI" panose="020B0502040204020203" pitchFamily="34" charset="0"/>
                <a:ea typeface="Calibri" panose="020F0502020204030204" pitchFamily="34" charset="0"/>
                <a:cs typeface="Times New Roman" panose="02020603050405020304" pitchFamily="18" charset="0"/>
              </a:rPr>
              <a:t>पाय</a:t>
            </a:r>
            <a:r>
              <a:rPr lang="en-IN" sz="1800" dirty="0">
                <a:effectLst/>
                <a:latin typeface="Calibri" panose="020F0502020204030204" pitchFamily="34" charset="0"/>
                <a:ea typeface="Calibri" panose="020F0502020204030204" pitchFamily="34" charset="0"/>
                <a:cs typeface="Times New Roman" panose="02020603050405020304" pitchFamily="18" charset="0"/>
              </a:rPr>
              <a:t> </a:t>
            </a:r>
            <a:r>
              <a:rPr lang="en-IN" sz="1800" dirty="0">
                <a:effectLst/>
                <a:latin typeface="Nirmala UI" panose="020B0502040204020203" pitchFamily="34" charset="0"/>
                <a:ea typeface="Calibri" panose="020F0502020204030204" pitchFamily="34" charset="0"/>
                <a:cs typeface="Times New Roman" panose="02020603050405020304" pitchFamily="18" charset="0"/>
              </a:rPr>
              <a:t>लहान</a:t>
            </a:r>
            <a:r>
              <a:rPr lang="en-IN" sz="1800" dirty="0">
                <a:effectLst/>
                <a:latin typeface="Calibri" panose="020F0502020204030204" pitchFamily="34" charset="0"/>
                <a:ea typeface="Calibri" panose="020F0502020204030204" pitchFamily="34" charset="0"/>
                <a:cs typeface="Times New Roman" panose="02020603050405020304" pitchFamily="18" charset="0"/>
              </a:rPr>
              <a:t> </a:t>
            </a:r>
            <a:r>
              <a:rPr lang="en-IN" sz="1800" dirty="0">
                <a:effectLst/>
                <a:latin typeface="Nirmala UI" panose="020B0502040204020203" pitchFamily="34" charset="0"/>
                <a:ea typeface="Calibri" panose="020F0502020204030204" pitchFamily="34" charset="0"/>
                <a:cs typeface="Times New Roman" panose="02020603050405020304" pitchFamily="18" charset="0"/>
              </a:rPr>
              <a:t>असतात</a:t>
            </a:r>
            <a:r>
              <a:rPr lang="en-IN" sz="1800" dirty="0">
                <a:effectLst/>
                <a:latin typeface="Calibri" panose="020F0502020204030204" pitchFamily="34" charset="0"/>
                <a:ea typeface="Calibri" panose="020F0502020204030204" pitchFamily="34" charset="0"/>
                <a:cs typeface="Times New Roman" panose="02020603050405020304" pitchFamily="18" charset="0"/>
              </a:rPr>
              <a:t>. </a:t>
            </a:r>
          </a:p>
          <a:p>
            <a:pPr marL="285750" indent="-285750">
              <a:lnSpc>
                <a:spcPct val="107000"/>
              </a:lnSpc>
              <a:spcAft>
                <a:spcPts val="800"/>
              </a:spcAft>
              <a:buFont typeface="Arial" panose="020B0604020202020204" pitchFamily="34" charset="0"/>
              <a:buChar char="•"/>
            </a:pPr>
            <a:r>
              <a:rPr lang="en-IN" sz="1800" dirty="0" err="1">
                <a:effectLst/>
                <a:latin typeface="Nirmala UI" panose="020B0502040204020203" pitchFamily="34" charset="0"/>
                <a:ea typeface="Calibri" panose="020F0502020204030204" pitchFamily="34" charset="0"/>
                <a:cs typeface="Times New Roman" panose="02020603050405020304" pitchFamily="18" charset="0"/>
              </a:rPr>
              <a:t>प्रौढ</a:t>
            </a:r>
            <a:r>
              <a:rPr lang="en-IN" sz="1800" dirty="0">
                <a:effectLst/>
                <a:latin typeface="Calibri" panose="020F0502020204030204" pitchFamily="34" charset="0"/>
                <a:ea typeface="Calibri" panose="020F0502020204030204" pitchFamily="34" charset="0"/>
                <a:cs typeface="Times New Roman" panose="02020603050405020304" pitchFamily="18" charset="0"/>
              </a:rPr>
              <a:t> </a:t>
            </a:r>
            <a:r>
              <a:rPr lang="en-IN" sz="1800" dirty="0" err="1">
                <a:effectLst/>
                <a:latin typeface="Nirmala UI" panose="020B0502040204020203" pitchFamily="34" charset="0"/>
                <a:ea typeface="Calibri" panose="020F0502020204030204" pitchFamily="34" charset="0"/>
                <a:cs typeface="Times New Roman" panose="02020603050405020304" pitchFamily="18" charset="0"/>
              </a:rPr>
              <a:t>नर</a:t>
            </a:r>
            <a:r>
              <a:rPr lang="en-IN" sz="1800" dirty="0">
                <a:effectLst/>
                <a:latin typeface="Calibri" panose="020F0502020204030204" pitchFamily="34" charset="0"/>
                <a:ea typeface="Calibri" panose="020F0502020204030204" pitchFamily="34" charset="0"/>
                <a:cs typeface="Times New Roman" panose="02020603050405020304" pitchFamily="18" charset="0"/>
              </a:rPr>
              <a:t> </a:t>
            </a:r>
            <a:r>
              <a:rPr lang="en-IN" sz="1800" dirty="0" err="1">
                <a:effectLst/>
                <a:latin typeface="Nirmala UI" panose="020B0502040204020203" pitchFamily="34" charset="0"/>
                <a:ea typeface="Calibri" panose="020F0502020204030204" pitchFamily="34" charset="0"/>
                <a:cs typeface="Times New Roman" panose="02020603050405020304" pitchFamily="18" charset="0"/>
              </a:rPr>
              <a:t>शेळीचे</a:t>
            </a:r>
            <a:r>
              <a:rPr lang="en-IN" sz="1800" dirty="0">
                <a:effectLst/>
                <a:latin typeface="Calibri" panose="020F0502020204030204" pitchFamily="34" charset="0"/>
                <a:ea typeface="Calibri" panose="020F0502020204030204" pitchFamily="34" charset="0"/>
                <a:cs typeface="Times New Roman" panose="02020603050405020304" pitchFamily="18" charset="0"/>
              </a:rPr>
              <a:t> </a:t>
            </a:r>
            <a:r>
              <a:rPr lang="en-IN" sz="1800" dirty="0">
                <a:effectLst/>
                <a:latin typeface="Nirmala UI" panose="020B0502040204020203" pitchFamily="34" charset="0"/>
                <a:ea typeface="Calibri" panose="020F0502020204030204" pitchFamily="34" charset="0"/>
                <a:cs typeface="Times New Roman" panose="02020603050405020304" pitchFamily="18" charset="0"/>
              </a:rPr>
              <a:t>वजन</a:t>
            </a:r>
            <a:r>
              <a:rPr lang="en-IN" sz="1800" dirty="0">
                <a:effectLst/>
                <a:latin typeface="Calibri" panose="020F0502020204030204" pitchFamily="34" charset="0"/>
                <a:ea typeface="Calibri" panose="020F0502020204030204" pitchFamily="34" charset="0"/>
                <a:cs typeface="Times New Roman" panose="02020603050405020304" pitchFamily="18" charset="0"/>
              </a:rPr>
              <a:t> </a:t>
            </a:r>
            <a:r>
              <a:rPr lang="en-IN" sz="1800" dirty="0" err="1">
                <a:effectLst/>
                <a:latin typeface="Nirmala UI" panose="020B0502040204020203" pitchFamily="34" charset="0"/>
                <a:ea typeface="Calibri" panose="020F0502020204030204" pitchFamily="34" charset="0"/>
                <a:cs typeface="Times New Roman" panose="02020603050405020304" pitchFamily="18" charset="0"/>
              </a:rPr>
              <a:t>सुमारे</a:t>
            </a:r>
            <a:r>
              <a:rPr lang="en-IN" sz="1800" dirty="0">
                <a:effectLst/>
                <a:latin typeface="Calibri" panose="020F0502020204030204" pitchFamily="34" charset="0"/>
                <a:ea typeface="Calibri" panose="020F0502020204030204" pitchFamily="34" charset="0"/>
                <a:cs typeface="Times New Roman" panose="02020603050405020304" pitchFamily="18" charset="0"/>
              </a:rPr>
              <a:t> 25 </a:t>
            </a:r>
            <a:r>
              <a:rPr lang="en-IN" sz="1800" dirty="0">
                <a:effectLst/>
                <a:latin typeface="Nirmala UI" panose="020B0502040204020203" pitchFamily="34" charset="0"/>
                <a:ea typeface="Calibri" panose="020F0502020204030204" pitchFamily="34" charset="0"/>
                <a:cs typeface="Times New Roman" panose="02020603050405020304" pitchFamily="18" charset="0"/>
              </a:rPr>
              <a:t>ते</a:t>
            </a:r>
            <a:r>
              <a:rPr lang="en-IN" sz="1800" dirty="0">
                <a:effectLst/>
                <a:latin typeface="Calibri" panose="020F0502020204030204" pitchFamily="34" charset="0"/>
                <a:ea typeface="Calibri" panose="020F0502020204030204" pitchFamily="34" charset="0"/>
                <a:cs typeface="Times New Roman" panose="02020603050405020304" pitchFamily="18" charset="0"/>
              </a:rPr>
              <a:t> 30 </a:t>
            </a:r>
            <a:r>
              <a:rPr lang="en-IN" sz="1800" dirty="0" err="1">
                <a:effectLst/>
                <a:latin typeface="Nirmala UI" panose="020B0502040204020203" pitchFamily="34" charset="0"/>
                <a:ea typeface="Calibri" panose="020F0502020204030204" pitchFamily="34" charset="0"/>
                <a:cs typeface="Times New Roman" panose="02020603050405020304" pitchFamily="18" charset="0"/>
              </a:rPr>
              <a:t>किलो</a:t>
            </a:r>
            <a:r>
              <a:rPr lang="en-IN" sz="1800" dirty="0">
                <a:effectLst/>
                <a:latin typeface="Calibri" panose="020F0502020204030204" pitchFamily="34" charset="0"/>
                <a:ea typeface="Calibri" panose="020F0502020204030204" pitchFamily="34" charset="0"/>
                <a:cs typeface="Times New Roman" panose="02020603050405020304" pitchFamily="18" charset="0"/>
              </a:rPr>
              <a:t> </a:t>
            </a:r>
            <a:r>
              <a:rPr lang="en-IN" sz="1800" dirty="0">
                <a:effectLst/>
                <a:latin typeface="Nirmala UI" panose="020B0502040204020203" pitchFamily="34" charset="0"/>
                <a:ea typeface="Calibri" panose="020F0502020204030204" pitchFamily="34" charset="0"/>
                <a:cs typeface="Times New Roman" panose="02020603050405020304" pitchFamily="18" charset="0"/>
              </a:rPr>
              <a:t>आणि</a:t>
            </a:r>
            <a:r>
              <a:rPr lang="en-IN" sz="1800" dirty="0">
                <a:effectLst/>
                <a:latin typeface="Calibri" panose="020F0502020204030204" pitchFamily="34" charset="0"/>
                <a:ea typeface="Calibri" panose="020F0502020204030204" pitchFamily="34" charset="0"/>
                <a:cs typeface="Times New Roman" panose="02020603050405020304" pitchFamily="18" charset="0"/>
              </a:rPr>
              <a:t> </a:t>
            </a:r>
            <a:r>
              <a:rPr lang="en-IN" sz="1800" dirty="0" err="1">
                <a:effectLst/>
                <a:latin typeface="Nirmala UI" panose="020B0502040204020203" pitchFamily="34" charset="0"/>
                <a:ea typeface="Calibri" panose="020F0502020204030204" pitchFamily="34" charset="0"/>
                <a:cs typeface="Times New Roman" panose="02020603050405020304" pitchFamily="18" charset="0"/>
              </a:rPr>
              <a:t>मादीचे</a:t>
            </a:r>
            <a:r>
              <a:rPr lang="en-IN" sz="1800" dirty="0">
                <a:effectLst/>
                <a:latin typeface="Calibri" panose="020F0502020204030204" pitchFamily="34" charset="0"/>
                <a:ea typeface="Calibri" panose="020F0502020204030204" pitchFamily="34" charset="0"/>
                <a:cs typeface="Times New Roman" panose="02020603050405020304" pitchFamily="18" charset="0"/>
              </a:rPr>
              <a:t> 20 </a:t>
            </a:r>
            <a:r>
              <a:rPr lang="en-IN" sz="1800" dirty="0">
                <a:effectLst/>
                <a:latin typeface="Nirmala UI" panose="020B0502040204020203" pitchFamily="34" charset="0"/>
                <a:ea typeface="Calibri" panose="020F0502020204030204" pitchFamily="34" charset="0"/>
                <a:cs typeface="Times New Roman" panose="02020603050405020304" pitchFamily="18" charset="0"/>
              </a:rPr>
              <a:t>ते</a:t>
            </a:r>
            <a:r>
              <a:rPr lang="en-IN" sz="1800" dirty="0">
                <a:effectLst/>
                <a:latin typeface="Calibri" panose="020F0502020204030204" pitchFamily="34" charset="0"/>
                <a:ea typeface="Calibri" panose="020F0502020204030204" pitchFamily="34" charset="0"/>
                <a:cs typeface="Times New Roman" panose="02020603050405020304" pitchFamily="18" charset="0"/>
              </a:rPr>
              <a:t> 25 </a:t>
            </a:r>
            <a:r>
              <a:rPr lang="en-IN" sz="1800" dirty="0" err="1">
                <a:effectLst/>
                <a:latin typeface="Nirmala UI" panose="020B0502040204020203" pitchFamily="34" charset="0"/>
                <a:ea typeface="Calibri" panose="020F0502020204030204" pitchFamily="34" charset="0"/>
                <a:cs typeface="Times New Roman" panose="02020603050405020304" pitchFamily="18" charset="0"/>
              </a:rPr>
              <a:t>किलो</a:t>
            </a:r>
            <a:r>
              <a:rPr lang="en-IN" sz="1800" dirty="0">
                <a:effectLst/>
                <a:latin typeface="Calibri" panose="020F0502020204030204" pitchFamily="34" charset="0"/>
                <a:ea typeface="Calibri" panose="020F0502020204030204" pitchFamily="34" charset="0"/>
                <a:cs typeface="Times New Roman" panose="02020603050405020304" pitchFamily="18" charset="0"/>
              </a:rPr>
              <a:t> </a:t>
            </a:r>
            <a:r>
              <a:rPr lang="en-IN" sz="1800" dirty="0" err="1">
                <a:effectLst/>
                <a:latin typeface="Nirmala UI" panose="020B0502040204020203" pitchFamily="34" charset="0"/>
                <a:ea typeface="Calibri" panose="020F0502020204030204" pitchFamily="34" charset="0"/>
                <a:cs typeface="Times New Roman" panose="02020603050405020304" pitchFamily="18" charset="0"/>
              </a:rPr>
              <a:t>असते</a:t>
            </a:r>
            <a:r>
              <a:rPr lang="en-IN" sz="1800" dirty="0">
                <a:effectLst/>
                <a:latin typeface="Calibri" panose="020F0502020204030204" pitchFamily="34" charset="0"/>
                <a:ea typeface="Calibri" panose="020F0502020204030204" pitchFamily="34" charset="0"/>
                <a:cs typeface="Times New Roman" panose="02020603050405020304" pitchFamily="18" charset="0"/>
              </a:rPr>
              <a:t>. </a:t>
            </a:r>
            <a:r>
              <a:rPr lang="en-IN" sz="1800" dirty="0" err="1">
                <a:effectLst/>
                <a:latin typeface="Nirmala UI" panose="020B0502040204020203" pitchFamily="34" charset="0"/>
                <a:ea typeface="Calibri" panose="020F0502020204030204" pitchFamily="34" charset="0"/>
                <a:cs typeface="Times New Roman" panose="02020603050405020304" pitchFamily="18" charset="0"/>
              </a:rPr>
              <a:t>दूध</a:t>
            </a:r>
            <a:r>
              <a:rPr lang="en-IN" sz="1800" dirty="0">
                <a:effectLst/>
                <a:latin typeface="Calibri" panose="020F0502020204030204" pitchFamily="34" charset="0"/>
                <a:ea typeface="Calibri" panose="020F0502020204030204" pitchFamily="34" charset="0"/>
                <a:cs typeface="Times New Roman" panose="02020603050405020304" pitchFamily="18" charset="0"/>
              </a:rPr>
              <a:t> </a:t>
            </a:r>
            <a:r>
              <a:rPr lang="en-IN" sz="1800" dirty="0" err="1">
                <a:effectLst/>
                <a:latin typeface="Nirmala UI" panose="020B0502040204020203" pitchFamily="34" charset="0"/>
                <a:ea typeface="Calibri" panose="020F0502020204030204" pitchFamily="34" charset="0"/>
                <a:cs typeface="Times New Roman" panose="02020603050405020304" pitchFamily="18" charset="0"/>
              </a:rPr>
              <a:t>उत्पादनात</a:t>
            </a:r>
            <a:r>
              <a:rPr lang="en-IN" sz="1800" dirty="0">
                <a:effectLst/>
                <a:latin typeface="Calibri" panose="020F0502020204030204" pitchFamily="34" charset="0"/>
                <a:ea typeface="Calibri" panose="020F0502020204030204" pitchFamily="34" charset="0"/>
                <a:cs typeface="Times New Roman" panose="02020603050405020304" pitchFamily="18" charset="0"/>
              </a:rPr>
              <a:t> </a:t>
            </a:r>
            <a:r>
              <a:rPr lang="en-IN" sz="1800" dirty="0">
                <a:effectLst/>
                <a:latin typeface="Nirmala UI" panose="020B0502040204020203" pitchFamily="34" charset="0"/>
                <a:ea typeface="Calibri" panose="020F0502020204030204" pitchFamily="34" charset="0"/>
                <a:cs typeface="Times New Roman" panose="02020603050405020304" pitchFamily="18" charset="0"/>
              </a:rPr>
              <a:t>ते</a:t>
            </a:r>
            <a:r>
              <a:rPr lang="en-IN" sz="1800" dirty="0">
                <a:effectLst/>
                <a:latin typeface="Calibri" panose="020F0502020204030204" pitchFamily="34" charset="0"/>
                <a:ea typeface="Calibri" panose="020F0502020204030204" pitchFamily="34" charset="0"/>
                <a:cs typeface="Times New Roman" panose="02020603050405020304" pitchFamily="18" charset="0"/>
              </a:rPr>
              <a:t> </a:t>
            </a:r>
            <a:r>
              <a:rPr lang="en-IN" sz="1800" dirty="0" err="1">
                <a:effectLst/>
                <a:latin typeface="Nirmala UI" panose="020B0502040204020203" pitchFamily="34" charset="0"/>
                <a:ea typeface="Calibri" panose="020F0502020204030204" pitchFamily="34" charset="0"/>
                <a:cs typeface="Times New Roman" panose="02020603050405020304" pitchFamily="18" charset="0"/>
              </a:rPr>
              <a:t>कमी</a:t>
            </a:r>
            <a:r>
              <a:rPr lang="en-IN" sz="1800" dirty="0">
                <a:effectLst/>
                <a:latin typeface="Calibri" panose="020F0502020204030204" pitchFamily="34" charset="0"/>
                <a:ea typeface="Calibri" panose="020F0502020204030204" pitchFamily="34" charset="0"/>
                <a:cs typeface="Times New Roman" panose="02020603050405020304" pitchFamily="18" charset="0"/>
              </a:rPr>
              <a:t> </a:t>
            </a:r>
            <a:r>
              <a:rPr lang="en-IN" sz="1800" dirty="0" err="1">
                <a:effectLst/>
                <a:latin typeface="Nirmala UI" panose="020B0502040204020203" pitchFamily="34" charset="0"/>
                <a:ea typeface="Calibri" panose="020F0502020204030204" pitchFamily="34" charset="0"/>
                <a:cs typeface="Times New Roman" panose="02020603050405020304" pitchFamily="18" charset="0"/>
              </a:rPr>
              <a:t>आहे</a:t>
            </a:r>
            <a:r>
              <a:rPr lang="en-IN" sz="1800" dirty="0">
                <a:effectLst/>
                <a:latin typeface="Calibri" panose="020F0502020204030204" pitchFamily="34" charset="0"/>
                <a:ea typeface="Calibri" panose="020F0502020204030204" pitchFamily="34" charset="0"/>
                <a:cs typeface="Times New Roman" panose="02020603050405020304" pitchFamily="18" charset="0"/>
              </a:rPr>
              <a:t>. </a:t>
            </a:r>
            <a:r>
              <a:rPr lang="en-IN" sz="1800" dirty="0" err="1">
                <a:effectLst/>
                <a:latin typeface="Nirmala UI" panose="020B0502040204020203" pitchFamily="34" charset="0"/>
                <a:ea typeface="Calibri" panose="020F0502020204030204" pitchFamily="34" charset="0"/>
                <a:cs typeface="Times New Roman" panose="02020603050405020304" pitchFamily="18" charset="0"/>
              </a:rPr>
              <a:t>बांगलादेशात</a:t>
            </a:r>
            <a:r>
              <a:rPr lang="en-IN" sz="1800" dirty="0">
                <a:effectLst/>
                <a:latin typeface="Calibri" panose="020F0502020204030204" pitchFamily="34" charset="0"/>
                <a:ea typeface="Calibri" panose="020F0502020204030204" pitchFamily="34" charset="0"/>
                <a:cs typeface="Times New Roman" panose="02020603050405020304" pitchFamily="18" charset="0"/>
              </a:rPr>
              <a:t> </a:t>
            </a:r>
            <a:r>
              <a:rPr lang="en-IN" sz="1800" dirty="0" err="1">
                <a:effectLst/>
                <a:latin typeface="Nirmala UI" panose="020B0502040204020203" pitchFamily="34" charset="0"/>
                <a:ea typeface="Calibri" panose="020F0502020204030204" pitchFamily="34" charset="0"/>
                <a:cs typeface="Times New Roman" panose="02020603050405020304" pitchFamily="18" charset="0"/>
              </a:rPr>
              <a:t>खाद्याची</a:t>
            </a:r>
            <a:r>
              <a:rPr lang="en-IN" sz="1800" dirty="0">
                <a:effectLst/>
                <a:latin typeface="Calibri" panose="020F0502020204030204" pitchFamily="34" charset="0"/>
                <a:ea typeface="Calibri" panose="020F0502020204030204" pitchFamily="34" charset="0"/>
                <a:cs typeface="Times New Roman" panose="02020603050405020304" pitchFamily="18" charset="0"/>
              </a:rPr>
              <a:t> </a:t>
            </a:r>
            <a:r>
              <a:rPr lang="en-IN" sz="1800" dirty="0" err="1">
                <a:effectLst/>
                <a:latin typeface="Nirmala UI" panose="020B0502040204020203" pitchFamily="34" charset="0"/>
                <a:ea typeface="Calibri" panose="020F0502020204030204" pitchFamily="34" charset="0"/>
                <a:cs typeface="Times New Roman" panose="02020603050405020304" pitchFamily="18" charset="0"/>
              </a:rPr>
              <a:t>कमी</a:t>
            </a:r>
            <a:r>
              <a:rPr lang="en-IN" sz="1800" dirty="0">
                <a:effectLst/>
                <a:latin typeface="Calibri" panose="020F0502020204030204" pitchFamily="34" charset="0"/>
                <a:ea typeface="Calibri" panose="020F0502020204030204" pitchFamily="34" charset="0"/>
                <a:cs typeface="Times New Roman" panose="02020603050405020304" pitchFamily="18" charset="0"/>
              </a:rPr>
              <a:t> </a:t>
            </a:r>
            <a:r>
              <a:rPr lang="en-IN" sz="1800" dirty="0" err="1">
                <a:effectLst/>
                <a:latin typeface="Nirmala UI" panose="020B0502040204020203" pitchFamily="34" charset="0"/>
                <a:ea typeface="Calibri" panose="020F0502020204030204" pitchFamily="34" charset="0"/>
                <a:cs typeface="Times New Roman" panose="02020603050405020304" pitchFamily="18" charset="0"/>
              </a:rPr>
              <a:t>मागणी</a:t>
            </a:r>
            <a:r>
              <a:rPr lang="en-IN" sz="1800" dirty="0">
                <a:effectLst/>
                <a:latin typeface="Calibri" panose="020F0502020204030204" pitchFamily="34" charset="0"/>
                <a:ea typeface="Calibri" panose="020F0502020204030204" pitchFamily="34" charset="0"/>
                <a:cs typeface="Times New Roman" panose="02020603050405020304" pitchFamily="18" charset="0"/>
              </a:rPr>
              <a:t> </a:t>
            </a:r>
            <a:r>
              <a:rPr lang="en-IN" sz="1800" dirty="0">
                <a:effectLst/>
                <a:latin typeface="Nirmala UI" panose="020B0502040204020203" pitchFamily="34" charset="0"/>
                <a:ea typeface="Calibri" panose="020F0502020204030204" pitchFamily="34" charset="0"/>
                <a:cs typeface="Times New Roman" panose="02020603050405020304" pitchFamily="18" charset="0"/>
              </a:rPr>
              <a:t>आणि</a:t>
            </a:r>
            <a:r>
              <a:rPr lang="en-IN" sz="1800" dirty="0">
                <a:effectLst/>
                <a:latin typeface="Calibri" panose="020F0502020204030204" pitchFamily="34" charset="0"/>
                <a:ea typeface="Calibri" panose="020F0502020204030204" pitchFamily="34" charset="0"/>
                <a:cs typeface="Times New Roman" panose="02020603050405020304" pitchFamily="18" charset="0"/>
              </a:rPr>
              <a:t> </a:t>
            </a:r>
            <a:r>
              <a:rPr lang="en-IN" sz="1800" dirty="0" err="1">
                <a:effectLst/>
                <a:latin typeface="Nirmala UI" panose="020B0502040204020203" pitchFamily="34" charset="0"/>
                <a:ea typeface="Calibri" panose="020F0502020204030204" pitchFamily="34" charset="0"/>
                <a:cs typeface="Times New Roman" panose="02020603050405020304" pitchFamily="18" charset="0"/>
              </a:rPr>
              <a:t>उच्च</a:t>
            </a:r>
            <a:r>
              <a:rPr lang="en-IN" sz="1800" dirty="0">
                <a:effectLst/>
                <a:latin typeface="Calibri" panose="020F0502020204030204" pitchFamily="34" charset="0"/>
                <a:ea typeface="Calibri" panose="020F0502020204030204" pitchFamily="34" charset="0"/>
                <a:cs typeface="Times New Roman" panose="02020603050405020304" pitchFamily="18" charset="0"/>
              </a:rPr>
              <a:t> </a:t>
            </a:r>
            <a:r>
              <a:rPr lang="en-IN" sz="1800" dirty="0" err="1">
                <a:effectLst/>
                <a:latin typeface="Nirmala UI" panose="020B0502040204020203" pitchFamily="34" charset="0"/>
                <a:ea typeface="Calibri" panose="020F0502020204030204" pitchFamily="34" charset="0"/>
                <a:cs typeface="Times New Roman" panose="02020603050405020304" pitchFamily="18" charset="0"/>
              </a:rPr>
              <a:t>करडे</a:t>
            </a:r>
            <a:r>
              <a:rPr lang="en-IN" sz="1800" dirty="0">
                <a:effectLst/>
                <a:latin typeface="Calibri" panose="020F0502020204030204" pitchFamily="34" charset="0"/>
                <a:ea typeface="Calibri" panose="020F0502020204030204" pitchFamily="34" charset="0"/>
                <a:cs typeface="Times New Roman" panose="02020603050405020304" pitchFamily="18" charset="0"/>
              </a:rPr>
              <a:t> </a:t>
            </a:r>
            <a:r>
              <a:rPr lang="en-IN" sz="1800" dirty="0">
                <a:effectLst/>
                <a:latin typeface="Nirmala UI" panose="020B0502040204020203" pitchFamily="34" charset="0"/>
                <a:ea typeface="Calibri" panose="020F0502020204030204" pitchFamily="34" charset="0"/>
                <a:cs typeface="Times New Roman" panose="02020603050405020304" pitchFamily="18" charset="0"/>
              </a:rPr>
              <a:t>उत्पादन</a:t>
            </a:r>
            <a:r>
              <a:rPr lang="en-IN" sz="1800" dirty="0">
                <a:effectLst/>
                <a:latin typeface="Calibri" panose="020F0502020204030204" pitchFamily="34" charset="0"/>
                <a:ea typeface="Calibri" panose="020F0502020204030204" pitchFamily="34" charset="0"/>
                <a:cs typeface="Times New Roman" panose="02020603050405020304" pitchFamily="18" charset="0"/>
              </a:rPr>
              <a:t> </a:t>
            </a:r>
            <a:r>
              <a:rPr lang="en-IN" sz="1800" dirty="0">
                <a:effectLst/>
                <a:latin typeface="Nirmala UI" panose="020B0502040204020203" pitchFamily="34" charset="0"/>
                <a:ea typeface="Calibri" panose="020F0502020204030204" pitchFamily="34" charset="0"/>
                <a:cs typeface="Times New Roman" panose="02020603050405020304" pitchFamily="18" charset="0"/>
              </a:rPr>
              <a:t>दर</a:t>
            </a:r>
            <a:r>
              <a:rPr lang="en-IN" sz="1800" dirty="0">
                <a:effectLst/>
                <a:latin typeface="Calibri" panose="020F0502020204030204" pitchFamily="34" charset="0"/>
                <a:ea typeface="Calibri" panose="020F0502020204030204" pitchFamily="34" charset="0"/>
                <a:cs typeface="Times New Roman" panose="02020603050405020304" pitchFamily="18" charset="0"/>
              </a:rPr>
              <a:t> </a:t>
            </a:r>
            <a:r>
              <a:rPr lang="en-IN" sz="1800" dirty="0" err="1">
                <a:effectLst/>
                <a:latin typeface="Nirmala UI" panose="020B0502040204020203" pitchFamily="34" charset="0"/>
                <a:ea typeface="Calibri" panose="020F0502020204030204" pitchFamily="34" charset="0"/>
                <a:cs typeface="Times New Roman" panose="02020603050405020304" pitchFamily="18" charset="0"/>
              </a:rPr>
              <a:t>यामुळे</a:t>
            </a:r>
            <a:r>
              <a:rPr lang="en-IN" sz="1800" dirty="0">
                <a:effectLst/>
                <a:latin typeface="Calibri" panose="020F0502020204030204" pitchFamily="34" charset="0"/>
                <a:ea typeface="Calibri" panose="020F0502020204030204" pitchFamily="34" charset="0"/>
                <a:cs typeface="Times New Roman" panose="02020603050405020304" pitchFamily="18" charset="0"/>
              </a:rPr>
              <a:t> </a:t>
            </a:r>
            <a:r>
              <a:rPr lang="en-IN" sz="1800" dirty="0" err="1">
                <a:effectLst/>
                <a:latin typeface="Nirmala UI" panose="020B0502040204020203" pitchFamily="34" charset="0"/>
                <a:ea typeface="Calibri" panose="020F0502020204030204" pitchFamily="34" charset="0"/>
                <a:cs typeface="Times New Roman" panose="02020603050405020304" pitchFamily="18" charset="0"/>
              </a:rPr>
              <a:t>हे</a:t>
            </a:r>
            <a:r>
              <a:rPr lang="en-IN" sz="1800" dirty="0">
                <a:effectLst/>
                <a:latin typeface="Calibri" panose="020F0502020204030204" pitchFamily="34" charset="0"/>
                <a:ea typeface="Calibri" panose="020F0502020204030204" pitchFamily="34" charset="0"/>
                <a:cs typeface="Times New Roman" panose="02020603050405020304" pitchFamily="18" charset="0"/>
              </a:rPr>
              <a:t> </a:t>
            </a:r>
            <a:r>
              <a:rPr lang="en-IN" sz="1800" dirty="0" err="1">
                <a:effectLst/>
                <a:latin typeface="Nirmala UI" panose="020B0502040204020203" pitchFamily="34" charset="0"/>
                <a:ea typeface="Calibri" panose="020F0502020204030204" pitchFamily="34" charset="0"/>
                <a:cs typeface="Times New Roman" panose="02020603050405020304" pitchFamily="18" charset="0"/>
              </a:rPr>
              <a:t>खूप</a:t>
            </a:r>
            <a:r>
              <a:rPr lang="en-IN" sz="1800" dirty="0">
                <a:effectLst/>
                <a:latin typeface="Calibri" panose="020F0502020204030204" pitchFamily="34" charset="0"/>
                <a:ea typeface="Calibri" panose="020F0502020204030204" pitchFamily="34" charset="0"/>
                <a:cs typeface="Times New Roman" panose="02020603050405020304" pitchFamily="18" charset="0"/>
              </a:rPr>
              <a:t> </a:t>
            </a:r>
            <a:r>
              <a:rPr lang="en-IN" sz="1800" dirty="0" err="1">
                <a:effectLst/>
                <a:latin typeface="Nirmala UI" panose="020B0502040204020203" pitchFamily="34" charset="0"/>
                <a:ea typeface="Calibri" panose="020F0502020204030204" pitchFamily="34" charset="0"/>
                <a:cs typeface="Times New Roman" panose="02020603050405020304" pitchFamily="18" charset="0"/>
              </a:rPr>
              <a:t>लोकप्रिय</a:t>
            </a:r>
            <a:r>
              <a:rPr lang="en-IN" sz="1800" dirty="0">
                <a:effectLst/>
                <a:latin typeface="Calibri" panose="020F0502020204030204" pitchFamily="34" charset="0"/>
                <a:ea typeface="Calibri" panose="020F0502020204030204" pitchFamily="34" charset="0"/>
                <a:cs typeface="Times New Roman" panose="02020603050405020304" pitchFamily="18" charset="0"/>
              </a:rPr>
              <a:t> </a:t>
            </a:r>
            <a:r>
              <a:rPr lang="en-IN" sz="1800" dirty="0" err="1">
                <a:effectLst/>
                <a:latin typeface="Nirmala UI" panose="020B0502040204020203" pitchFamily="34" charset="0"/>
                <a:ea typeface="Calibri" panose="020F0502020204030204" pitchFamily="34" charset="0"/>
                <a:cs typeface="Times New Roman" panose="02020603050405020304" pitchFamily="18" charset="0"/>
              </a:rPr>
              <a:t>आहे</a:t>
            </a:r>
            <a:r>
              <a:rPr lang="en-IN" sz="1800" dirty="0">
                <a:effectLst/>
                <a:latin typeface="Calibri" panose="020F0502020204030204" pitchFamily="34" charset="0"/>
                <a:ea typeface="Calibri" panose="020F0502020204030204" pitchFamily="34" charset="0"/>
                <a:cs typeface="Times New Roman" panose="02020603050405020304" pitchFamily="18" charset="0"/>
              </a:rPr>
              <a:t>.</a:t>
            </a:r>
          </a:p>
          <a:p>
            <a:endParaRPr lang="en-IN" dirty="0"/>
          </a:p>
        </p:txBody>
      </p:sp>
    </p:spTree>
    <p:extLst>
      <p:ext uri="{BB962C8B-B14F-4D97-AF65-F5344CB8AC3E}">
        <p14:creationId xmlns:p14="http://schemas.microsoft.com/office/powerpoint/2010/main" val="3505642721"/>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0C8A181-31FB-45D6-B136-F5D5ED965D99}"/>
              </a:ext>
            </a:extLst>
          </p:cNvPr>
          <p:cNvSpPr>
            <a:spLocks noGrp="1"/>
          </p:cNvSpPr>
          <p:nvPr>
            <p:ph type="title"/>
          </p:nvPr>
        </p:nvSpPr>
        <p:spPr>
          <a:xfrm>
            <a:off x="838200" y="365126"/>
            <a:ext cx="10515600" cy="521140"/>
          </a:xfrm>
        </p:spPr>
        <p:txBody>
          <a:bodyPr>
            <a:normAutofit fontScale="90000"/>
          </a:bodyPr>
          <a:lstStyle/>
          <a:p>
            <a:pPr algn="ctr"/>
            <a:r>
              <a:rPr lang="en-IN" sz="3600" dirty="0" err="1">
                <a:solidFill>
                  <a:srgbClr val="FF0000"/>
                </a:solidFill>
                <a:effectLst/>
                <a:latin typeface="Nirmala UI" panose="020B0502040204020203" pitchFamily="34" charset="0"/>
                <a:ea typeface="Calibri" panose="020F0502020204030204" pitchFamily="34" charset="0"/>
                <a:cs typeface="Times New Roman" panose="02020603050405020304" pitchFamily="18" charset="0"/>
              </a:rPr>
              <a:t>ब्लॅक</a:t>
            </a:r>
            <a:r>
              <a:rPr lang="en-IN" sz="3600" dirty="0">
                <a:solidFill>
                  <a:srgbClr val="FF0000"/>
                </a:solidFill>
                <a:effectLst/>
                <a:latin typeface="Nirmala UI" panose="020B0502040204020203" pitchFamily="34" charset="0"/>
                <a:ea typeface="Calibri" panose="020F0502020204030204" pitchFamily="34" charset="0"/>
                <a:cs typeface="Times New Roman" panose="02020603050405020304" pitchFamily="18" charset="0"/>
              </a:rPr>
              <a:t> </a:t>
            </a:r>
            <a:r>
              <a:rPr lang="en-IN" sz="3600" dirty="0" err="1">
                <a:solidFill>
                  <a:srgbClr val="FF0000"/>
                </a:solidFill>
                <a:effectLst/>
                <a:latin typeface="Nirmala UI" panose="020B0502040204020203" pitchFamily="34" charset="0"/>
                <a:ea typeface="Calibri" panose="020F0502020204030204" pitchFamily="34" charset="0"/>
                <a:cs typeface="Times New Roman" panose="02020603050405020304" pitchFamily="18" charset="0"/>
              </a:rPr>
              <a:t>बेंगाल</a:t>
            </a:r>
            <a:endParaRPr lang="en-IN" dirty="0"/>
          </a:p>
        </p:txBody>
      </p:sp>
      <p:sp>
        <p:nvSpPr>
          <p:cNvPr id="3" name="Content Placeholder 2">
            <a:extLst>
              <a:ext uri="{FF2B5EF4-FFF2-40B4-BE49-F238E27FC236}">
                <a16:creationId xmlns:a16="http://schemas.microsoft.com/office/drawing/2014/main" id="{63316454-309C-4DBC-B0E7-B1AE0A0D2A6D}"/>
              </a:ext>
            </a:extLst>
          </p:cNvPr>
          <p:cNvSpPr>
            <a:spLocks noGrp="1"/>
          </p:cNvSpPr>
          <p:nvPr>
            <p:ph idx="1"/>
          </p:nvPr>
        </p:nvSpPr>
        <p:spPr>
          <a:xfrm>
            <a:off x="838200" y="1055077"/>
            <a:ext cx="10515600" cy="5121886"/>
          </a:xfrm>
        </p:spPr>
        <p:txBody>
          <a:bodyPr/>
          <a:lstStyle/>
          <a:p>
            <a:r>
              <a:rPr lang="en-IN" sz="2400" dirty="0">
                <a:effectLst/>
                <a:latin typeface="Calibri" panose="020F0502020204030204" pitchFamily="34" charset="0"/>
                <a:ea typeface="Calibri" panose="020F0502020204030204" pitchFamily="34" charset="0"/>
                <a:cs typeface="Times New Roman" panose="02020603050405020304" pitchFamily="18" charset="0"/>
              </a:rPr>
              <a:t> </a:t>
            </a:r>
            <a:r>
              <a:rPr lang="en-IN" sz="2400" dirty="0" err="1">
                <a:effectLst/>
                <a:latin typeface="Nirmala UI" panose="020B0502040204020203" pitchFamily="34" charset="0"/>
                <a:ea typeface="Calibri" panose="020F0502020204030204" pitchFamily="34" charset="0"/>
                <a:cs typeface="Times New Roman" panose="02020603050405020304" pitchFamily="18" charset="0"/>
              </a:rPr>
              <a:t>ब्लॅक</a:t>
            </a:r>
            <a:r>
              <a:rPr lang="en-IN" sz="2400" dirty="0">
                <a:effectLst/>
                <a:latin typeface="Calibri" panose="020F0502020204030204" pitchFamily="34" charset="0"/>
                <a:ea typeface="Calibri" panose="020F0502020204030204" pitchFamily="34" charset="0"/>
                <a:cs typeface="Times New Roman" panose="02020603050405020304" pitchFamily="18" charset="0"/>
              </a:rPr>
              <a:t> </a:t>
            </a:r>
            <a:r>
              <a:rPr lang="en-IN" sz="2400" dirty="0" err="1">
                <a:effectLst/>
                <a:latin typeface="Nirmala UI" panose="020B0502040204020203" pitchFamily="34" charset="0"/>
                <a:ea typeface="Calibri" panose="020F0502020204030204" pitchFamily="34" charset="0"/>
                <a:cs typeface="Times New Roman" panose="02020603050405020304" pitchFamily="18" charset="0"/>
              </a:rPr>
              <a:t>बंगाल</a:t>
            </a:r>
            <a:r>
              <a:rPr lang="en-IN" sz="2400" dirty="0">
                <a:effectLst/>
                <a:latin typeface="Calibri" panose="020F0502020204030204" pitchFamily="34" charset="0"/>
                <a:ea typeface="Calibri" panose="020F0502020204030204" pitchFamily="34" charset="0"/>
                <a:cs typeface="Times New Roman" panose="02020603050405020304" pitchFamily="18" charset="0"/>
              </a:rPr>
              <a:t> </a:t>
            </a:r>
            <a:r>
              <a:rPr lang="en-IN" sz="2400" dirty="0">
                <a:effectLst/>
                <a:latin typeface="Nirmala UI" panose="020B0502040204020203" pitchFamily="34" charset="0"/>
                <a:ea typeface="Calibri" panose="020F0502020204030204" pitchFamily="34" charset="0"/>
                <a:cs typeface="Times New Roman" panose="02020603050405020304" pitchFamily="18" charset="0"/>
              </a:rPr>
              <a:t>शेळ्या</a:t>
            </a:r>
            <a:r>
              <a:rPr lang="en-IN" sz="2400" dirty="0">
                <a:effectLst/>
                <a:latin typeface="Calibri" panose="020F0502020204030204" pitchFamily="34" charset="0"/>
                <a:ea typeface="Calibri" panose="020F0502020204030204" pitchFamily="34" charset="0"/>
                <a:cs typeface="Times New Roman" panose="02020603050405020304" pitchFamily="18" charset="0"/>
              </a:rPr>
              <a:t> </a:t>
            </a:r>
            <a:r>
              <a:rPr lang="en-IN" sz="2400" dirty="0" err="1">
                <a:effectLst/>
                <a:latin typeface="Nirmala UI" panose="020B0502040204020203" pitchFamily="34" charset="0"/>
                <a:ea typeface="Calibri" panose="020F0502020204030204" pitchFamily="34" charset="0"/>
                <a:cs typeface="Times New Roman" panose="02020603050405020304" pitchFamily="18" charset="0"/>
              </a:rPr>
              <a:t>इतर</a:t>
            </a:r>
            <a:r>
              <a:rPr lang="en-IN" sz="2400" dirty="0">
                <a:effectLst/>
                <a:latin typeface="Calibri" panose="020F0502020204030204" pitchFamily="34" charset="0"/>
                <a:ea typeface="Calibri" panose="020F0502020204030204" pitchFamily="34" charset="0"/>
                <a:cs typeface="Times New Roman" panose="02020603050405020304" pitchFamily="18" charset="0"/>
              </a:rPr>
              <a:t> </a:t>
            </a:r>
            <a:r>
              <a:rPr lang="en-IN" sz="2400" dirty="0" err="1">
                <a:effectLst/>
                <a:latin typeface="Nirmala UI" panose="020B0502040204020203" pitchFamily="34" charset="0"/>
                <a:ea typeface="Calibri" panose="020F0502020204030204" pitchFamily="34" charset="0"/>
                <a:cs typeface="Times New Roman" panose="02020603050405020304" pitchFamily="18" charset="0"/>
              </a:rPr>
              <a:t>जातींच्या</a:t>
            </a:r>
            <a:r>
              <a:rPr lang="en-IN" sz="2400" dirty="0">
                <a:effectLst/>
                <a:latin typeface="Calibri" panose="020F0502020204030204" pitchFamily="34" charset="0"/>
                <a:ea typeface="Calibri" panose="020F0502020204030204" pitchFamily="34" charset="0"/>
                <a:cs typeface="Times New Roman" panose="02020603050405020304" pitchFamily="18" charset="0"/>
              </a:rPr>
              <a:t> </a:t>
            </a:r>
            <a:r>
              <a:rPr lang="en-IN" sz="2400" dirty="0" err="1">
                <a:effectLst/>
                <a:latin typeface="Nirmala UI" panose="020B0502040204020203" pitchFamily="34" charset="0"/>
                <a:ea typeface="Calibri" panose="020F0502020204030204" pitchFamily="34" charset="0"/>
                <a:cs typeface="Times New Roman" panose="02020603050405020304" pitchFamily="18" charset="0"/>
              </a:rPr>
              <a:t>तुलनेत</a:t>
            </a:r>
            <a:r>
              <a:rPr lang="en-IN" sz="2400" dirty="0">
                <a:effectLst/>
                <a:latin typeface="Calibri" panose="020F0502020204030204" pitchFamily="34" charset="0"/>
                <a:ea typeface="Calibri" panose="020F0502020204030204" pitchFamily="34" charset="0"/>
                <a:cs typeface="Times New Roman" panose="02020603050405020304" pitchFamily="18" charset="0"/>
              </a:rPr>
              <a:t> </a:t>
            </a:r>
            <a:r>
              <a:rPr lang="en-IN" sz="2400" dirty="0" err="1">
                <a:effectLst/>
                <a:latin typeface="Nirmala UI" panose="020B0502040204020203" pitchFamily="34" charset="0"/>
                <a:ea typeface="Calibri" panose="020F0502020204030204" pitchFamily="34" charset="0"/>
                <a:cs typeface="Times New Roman" panose="02020603050405020304" pitchFamily="18" charset="0"/>
              </a:rPr>
              <a:t>लवकर</a:t>
            </a:r>
            <a:r>
              <a:rPr lang="en-IN" sz="2400" dirty="0">
                <a:effectLst/>
                <a:latin typeface="Calibri" panose="020F0502020204030204" pitchFamily="34" charset="0"/>
                <a:ea typeface="Calibri" panose="020F0502020204030204" pitchFamily="34" charset="0"/>
                <a:cs typeface="Times New Roman" panose="02020603050405020304" pitchFamily="18" charset="0"/>
              </a:rPr>
              <a:t> </a:t>
            </a:r>
            <a:r>
              <a:rPr lang="en-IN" sz="2400" dirty="0" err="1">
                <a:effectLst/>
                <a:latin typeface="Nirmala UI" panose="020B0502040204020203" pitchFamily="34" charset="0"/>
                <a:ea typeface="Calibri" panose="020F0502020204030204" pitchFamily="34" charset="0"/>
                <a:cs typeface="Times New Roman" panose="02020603050405020304" pitchFamily="18" charset="0"/>
              </a:rPr>
              <a:t>वयात</a:t>
            </a:r>
            <a:r>
              <a:rPr lang="en-IN" sz="2400" dirty="0">
                <a:effectLst/>
                <a:latin typeface="Calibri" panose="020F0502020204030204" pitchFamily="34" charset="0"/>
                <a:ea typeface="Calibri" panose="020F0502020204030204" pitchFamily="34" charset="0"/>
                <a:cs typeface="Times New Roman" panose="02020603050405020304" pitchFamily="18" charset="0"/>
              </a:rPr>
              <a:t> </a:t>
            </a:r>
            <a:r>
              <a:rPr lang="en-IN" sz="2400" dirty="0" err="1">
                <a:effectLst/>
                <a:latin typeface="Nirmala UI" panose="020B0502040204020203" pitchFamily="34" charset="0"/>
                <a:ea typeface="Calibri" panose="020F0502020204030204" pitchFamily="34" charset="0"/>
                <a:cs typeface="Times New Roman" panose="02020603050405020304" pitchFamily="18" charset="0"/>
              </a:rPr>
              <a:t>लैंगिक</a:t>
            </a:r>
            <a:r>
              <a:rPr lang="en-IN" sz="2400" dirty="0">
                <a:effectLst/>
                <a:latin typeface="Calibri" panose="020F0502020204030204" pitchFamily="34" charset="0"/>
                <a:ea typeface="Calibri" panose="020F0502020204030204" pitchFamily="34" charset="0"/>
                <a:cs typeface="Times New Roman" panose="02020603050405020304" pitchFamily="18" charset="0"/>
              </a:rPr>
              <a:t> </a:t>
            </a:r>
            <a:r>
              <a:rPr lang="en-IN" sz="2400" dirty="0" err="1">
                <a:effectLst/>
                <a:latin typeface="Nirmala UI" panose="020B0502040204020203" pitchFamily="34" charset="0"/>
                <a:ea typeface="Calibri" panose="020F0502020204030204" pitchFamily="34" charset="0"/>
                <a:cs typeface="Times New Roman" panose="02020603050405020304" pitchFamily="18" charset="0"/>
              </a:rPr>
              <a:t>परिपक्वता</a:t>
            </a:r>
            <a:r>
              <a:rPr lang="en-IN" sz="2400" dirty="0">
                <a:effectLst/>
                <a:latin typeface="Calibri" panose="020F0502020204030204" pitchFamily="34" charset="0"/>
                <a:ea typeface="Calibri" panose="020F0502020204030204" pitchFamily="34" charset="0"/>
                <a:cs typeface="Times New Roman" panose="02020603050405020304" pitchFamily="18" charset="0"/>
              </a:rPr>
              <a:t> </a:t>
            </a:r>
            <a:r>
              <a:rPr lang="en-IN" sz="2400" dirty="0">
                <a:effectLst/>
                <a:latin typeface="Nirmala UI" panose="020B0502040204020203" pitchFamily="34" charset="0"/>
                <a:ea typeface="Calibri" panose="020F0502020204030204" pitchFamily="34" charset="0"/>
                <a:cs typeface="Times New Roman" panose="02020603050405020304" pitchFamily="18" charset="0"/>
              </a:rPr>
              <a:t>प्राप्त</a:t>
            </a:r>
            <a:r>
              <a:rPr lang="en-IN" sz="2400" dirty="0">
                <a:effectLst/>
                <a:latin typeface="Calibri" panose="020F0502020204030204" pitchFamily="34" charset="0"/>
                <a:ea typeface="Calibri" panose="020F0502020204030204" pitchFamily="34" charset="0"/>
                <a:cs typeface="Times New Roman" panose="02020603050405020304" pitchFamily="18" charset="0"/>
              </a:rPr>
              <a:t> </a:t>
            </a:r>
            <a:r>
              <a:rPr lang="en-IN" sz="2400" dirty="0" err="1">
                <a:effectLst/>
                <a:latin typeface="Nirmala UI" panose="020B0502040204020203" pitchFamily="34" charset="0"/>
                <a:ea typeface="Calibri" panose="020F0502020204030204" pitchFamily="34" charset="0"/>
                <a:cs typeface="Times New Roman" panose="02020603050405020304" pitchFamily="18" charset="0"/>
              </a:rPr>
              <a:t>करतात</a:t>
            </a:r>
            <a:r>
              <a:rPr lang="en-IN" sz="2400" dirty="0">
                <a:effectLst/>
                <a:latin typeface="Calibri" panose="020F0502020204030204" pitchFamily="34" charset="0"/>
                <a:ea typeface="Calibri" panose="020F0502020204030204" pitchFamily="34" charset="0"/>
                <a:cs typeface="Times New Roman" panose="02020603050405020304" pitchFamily="18" charset="0"/>
              </a:rPr>
              <a:t>. </a:t>
            </a:r>
            <a:r>
              <a:rPr lang="en-IN" sz="2400" dirty="0" err="1">
                <a:effectLst/>
                <a:latin typeface="Nirmala UI" panose="020B0502040204020203" pitchFamily="34" charset="0"/>
                <a:ea typeface="Calibri" panose="020F0502020204030204" pitchFamily="34" charset="0"/>
                <a:cs typeface="Times New Roman" panose="02020603050405020304" pitchFamily="18" charset="0"/>
              </a:rPr>
              <a:t>मादी</a:t>
            </a:r>
            <a:r>
              <a:rPr lang="en-IN" sz="2400" dirty="0">
                <a:effectLst/>
                <a:latin typeface="Calibri" panose="020F0502020204030204" pitchFamily="34" charset="0"/>
                <a:ea typeface="Calibri" panose="020F0502020204030204" pitchFamily="34" charset="0"/>
                <a:cs typeface="Times New Roman" panose="02020603050405020304" pitchFamily="18" charset="0"/>
              </a:rPr>
              <a:t> </a:t>
            </a:r>
            <a:r>
              <a:rPr lang="en-IN" sz="2400" dirty="0">
                <a:effectLst/>
                <a:latin typeface="Nirmala UI" panose="020B0502040204020203" pitchFamily="34" charset="0"/>
                <a:ea typeface="Calibri" panose="020F0502020204030204" pitchFamily="34" charset="0"/>
                <a:cs typeface="Times New Roman" panose="02020603050405020304" pitchFamily="18" charset="0"/>
              </a:rPr>
              <a:t>शेळी</a:t>
            </a:r>
            <a:r>
              <a:rPr lang="en-IN" sz="2400" dirty="0">
                <a:effectLst/>
                <a:latin typeface="Calibri" panose="020F0502020204030204" pitchFamily="34" charset="0"/>
                <a:ea typeface="Calibri" panose="020F0502020204030204" pitchFamily="34" charset="0"/>
                <a:cs typeface="Times New Roman" panose="02020603050405020304" pitchFamily="18" charset="0"/>
              </a:rPr>
              <a:t> </a:t>
            </a:r>
            <a:r>
              <a:rPr lang="en-IN" sz="2400" dirty="0" err="1">
                <a:effectLst/>
                <a:latin typeface="Nirmala UI" panose="020B0502040204020203" pitchFamily="34" charset="0"/>
                <a:ea typeface="Calibri" panose="020F0502020204030204" pitchFamily="34" charset="0"/>
                <a:cs typeface="Times New Roman" panose="02020603050405020304" pitchFamily="18" charset="0"/>
              </a:rPr>
              <a:t>वर्षातून</a:t>
            </a:r>
            <a:r>
              <a:rPr lang="en-IN" sz="2400" dirty="0">
                <a:effectLst/>
                <a:latin typeface="Calibri" panose="020F0502020204030204" pitchFamily="34" charset="0"/>
                <a:ea typeface="Calibri" panose="020F0502020204030204" pitchFamily="34" charset="0"/>
                <a:cs typeface="Times New Roman" panose="02020603050405020304" pitchFamily="18" charset="0"/>
              </a:rPr>
              <a:t> </a:t>
            </a:r>
            <a:r>
              <a:rPr lang="en-IN" sz="2400" dirty="0" err="1">
                <a:effectLst/>
                <a:latin typeface="Nirmala UI" panose="020B0502040204020203" pitchFamily="34" charset="0"/>
                <a:ea typeface="Calibri" panose="020F0502020204030204" pitchFamily="34" charset="0"/>
                <a:cs typeface="Times New Roman" panose="02020603050405020304" pitchFamily="18" charset="0"/>
              </a:rPr>
              <a:t>दोनदा</a:t>
            </a:r>
            <a:r>
              <a:rPr lang="en-IN" sz="2400" dirty="0">
                <a:effectLst/>
                <a:latin typeface="Calibri" panose="020F0502020204030204" pitchFamily="34" charset="0"/>
                <a:ea typeface="Calibri" panose="020F0502020204030204" pitchFamily="34" charset="0"/>
                <a:cs typeface="Times New Roman" panose="02020603050405020304" pitchFamily="18" charset="0"/>
              </a:rPr>
              <a:t> </a:t>
            </a:r>
            <a:r>
              <a:rPr lang="en-IN" sz="2400" dirty="0" err="1">
                <a:effectLst/>
                <a:latin typeface="Nirmala UI" panose="020B0502040204020203" pitchFamily="34" charset="0"/>
                <a:ea typeface="Calibri" panose="020F0502020204030204" pitchFamily="34" charset="0"/>
                <a:cs typeface="Times New Roman" panose="02020603050405020304" pitchFamily="18" charset="0"/>
              </a:rPr>
              <a:t>गरोदर</a:t>
            </a:r>
            <a:r>
              <a:rPr lang="en-IN" sz="2400" dirty="0">
                <a:effectLst/>
                <a:latin typeface="Calibri" panose="020F0502020204030204" pitchFamily="34" charset="0"/>
                <a:ea typeface="Calibri" panose="020F0502020204030204" pitchFamily="34" charset="0"/>
                <a:cs typeface="Times New Roman" panose="02020603050405020304" pitchFamily="18" charset="0"/>
              </a:rPr>
              <a:t> </a:t>
            </a:r>
            <a:r>
              <a:rPr lang="en-IN" sz="2400" dirty="0" err="1">
                <a:effectLst/>
                <a:latin typeface="Nirmala UI" panose="020B0502040204020203" pitchFamily="34" charset="0"/>
                <a:ea typeface="Calibri" panose="020F0502020204030204" pitchFamily="34" charset="0"/>
                <a:cs typeface="Times New Roman" panose="02020603050405020304" pitchFamily="18" charset="0"/>
              </a:rPr>
              <a:t>राहते</a:t>
            </a:r>
            <a:r>
              <a:rPr lang="en-IN" sz="2400" dirty="0">
                <a:effectLst/>
                <a:latin typeface="Calibri" panose="020F0502020204030204" pitchFamily="34" charset="0"/>
                <a:ea typeface="Calibri" panose="020F0502020204030204" pitchFamily="34" charset="0"/>
                <a:cs typeface="Times New Roman" panose="02020603050405020304" pitchFamily="18" charset="0"/>
              </a:rPr>
              <a:t> </a:t>
            </a:r>
            <a:r>
              <a:rPr lang="en-IN" sz="2400" dirty="0">
                <a:effectLst/>
                <a:latin typeface="Nirmala UI" panose="020B0502040204020203" pitchFamily="34" charset="0"/>
                <a:ea typeface="Calibri" panose="020F0502020204030204" pitchFamily="34" charset="0"/>
                <a:cs typeface="Times New Roman" panose="02020603050405020304" pitchFamily="18" charset="0"/>
              </a:rPr>
              <a:t>आणि</a:t>
            </a:r>
            <a:r>
              <a:rPr lang="en-IN" sz="2400" dirty="0">
                <a:effectLst/>
                <a:latin typeface="Calibri" panose="020F0502020204030204" pitchFamily="34" charset="0"/>
                <a:ea typeface="Calibri" panose="020F0502020204030204" pitchFamily="34" charset="0"/>
                <a:cs typeface="Times New Roman" panose="02020603050405020304" pitchFamily="18" charset="0"/>
              </a:rPr>
              <a:t> </a:t>
            </a:r>
            <a:r>
              <a:rPr lang="en-IN" sz="2400" dirty="0" err="1">
                <a:effectLst/>
                <a:latin typeface="Nirmala UI" panose="020B0502040204020203" pitchFamily="34" charset="0"/>
                <a:ea typeface="Calibri" panose="020F0502020204030204" pitchFamily="34" charset="0"/>
                <a:cs typeface="Times New Roman" panose="02020603050405020304" pitchFamily="18" charset="0"/>
              </a:rPr>
              <a:t>एक</a:t>
            </a:r>
            <a:r>
              <a:rPr lang="en-IN" sz="2400" dirty="0">
                <a:effectLst/>
                <a:latin typeface="Calibri" panose="020F0502020204030204" pitchFamily="34" charset="0"/>
                <a:ea typeface="Calibri" panose="020F0502020204030204" pitchFamily="34" charset="0"/>
                <a:cs typeface="Times New Roman" panose="02020603050405020304" pitchFamily="18" charset="0"/>
              </a:rPr>
              <a:t> </a:t>
            </a:r>
            <a:r>
              <a:rPr lang="en-IN" sz="2400" dirty="0">
                <a:effectLst/>
                <a:latin typeface="Nirmala UI" panose="020B0502040204020203" pitchFamily="34" charset="0"/>
                <a:ea typeface="Calibri" panose="020F0502020204030204" pitchFamily="34" charset="0"/>
                <a:cs typeface="Times New Roman" panose="02020603050405020304" pitchFamily="18" charset="0"/>
              </a:rPr>
              <a:t>ते</a:t>
            </a:r>
            <a:r>
              <a:rPr lang="en-IN" sz="2400" dirty="0">
                <a:effectLst/>
                <a:latin typeface="Calibri" panose="020F0502020204030204" pitchFamily="34" charset="0"/>
                <a:ea typeface="Calibri" panose="020F0502020204030204" pitchFamily="34" charset="0"/>
                <a:cs typeface="Times New Roman" panose="02020603050405020304" pitchFamily="18" charset="0"/>
              </a:rPr>
              <a:t> </a:t>
            </a:r>
            <a:r>
              <a:rPr lang="en-IN" sz="2400" dirty="0">
                <a:effectLst/>
                <a:latin typeface="Nirmala UI" panose="020B0502040204020203" pitchFamily="34" charset="0"/>
                <a:ea typeface="Calibri" panose="020F0502020204030204" pitchFamily="34" charset="0"/>
                <a:cs typeface="Times New Roman" panose="02020603050405020304" pitchFamily="18" charset="0"/>
              </a:rPr>
              <a:t>तीन</a:t>
            </a:r>
            <a:r>
              <a:rPr lang="en-IN" sz="2400" dirty="0">
                <a:effectLst/>
                <a:latin typeface="Calibri" panose="020F0502020204030204" pitchFamily="34" charset="0"/>
                <a:ea typeface="Calibri" panose="020F0502020204030204" pitchFamily="34" charset="0"/>
                <a:cs typeface="Times New Roman" panose="02020603050405020304" pitchFamily="18" charset="0"/>
              </a:rPr>
              <a:t> </a:t>
            </a:r>
            <a:r>
              <a:rPr lang="en-IN" sz="2400" dirty="0" err="1">
                <a:effectLst/>
                <a:latin typeface="Nirmala UI" panose="020B0502040204020203" pitchFamily="34" charset="0"/>
                <a:ea typeface="Calibri" panose="020F0502020204030204" pitchFamily="34" charset="0"/>
                <a:cs typeface="Times New Roman" panose="02020603050405020304" pitchFamily="18" charset="0"/>
              </a:rPr>
              <a:t>पिलांना</a:t>
            </a:r>
            <a:r>
              <a:rPr lang="en-IN" sz="2400" dirty="0">
                <a:effectLst/>
                <a:latin typeface="Calibri" panose="020F0502020204030204" pitchFamily="34" charset="0"/>
                <a:ea typeface="Calibri" panose="020F0502020204030204" pitchFamily="34" charset="0"/>
                <a:cs typeface="Times New Roman" panose="02020603050405020304" pitchFamily="18" charset="0"/>
              </a:rPr>
              <a:t> </a:t>
            </a:r>
            <a:r>
              <a:rPr lang="en-IN" sz="2400" dirty="0" err="1">
                <a:effectLst/>
                <a:latin typeface="Nirmala UI" panose="020B0502040204020203" pitchFamily="34" charset="0"/>
                <a:ea typeface="Calibri" panose="020F0502020204030204" pitchFamily="34" charset="0"/>
                <a:cs typeface="Times New Roman" panose="02020603050405020304" pitchFamily="18" charset="0"/>
              </a:rPr>
              <a:t>जन्म</a:t>
            </a:r>
            <a:r>
              <a:rPr lang="en-IN" sz="2400" dirty="0">
                <a:effectLst/>
                <a:latin typeface="Calibri" panose="020F0502020204030204" pitchFamily="34" charset="0"/>
                <a:ea typeface="Calibri" panose="020F0502020204030204" pitchFamily="34" charset="0"/>
                <a:cs typeface="Times New Roman" panose="02020603050405020304" pitchFamily="18" charset="0"/>
              </a:rPr>
              <a:t> </a:t>
            </a:r>
            <a:r>
              <a:rPr lang="en-IN" sz="2400" dirty="0" err="1">
                <a:effectLst/>
                <a:latin typeface="Nirmala UI" panose="020B0502040204020203" pitchFamily="34" charset="0"/>
                <a:ea typeface="Calibri" panose="020F0502020204030204" pitchFamily="34" charset="0"/>
                <a:cs typeface="Times New Roman" panose="02020603050405020304" pitchFamily="18" charset="0"/>
              </a:rPr>
              <a:t>देते</a:t>
            </a:r>
            <a:r>
              <a:rPr lang="en-IN" sz="2400" dirty="0">
                <a:effectLst/>
                <a:latin typeface="Calibri" panose="020F0502020204030204" pitchFamily="34" charset="0"/>
                <a:ea typeface="Calibri" panose="020F0502020204030204" pitchFamily="34" charset="0"/>
                <a:cs typeface="Times New Roman" panose="02020603050405020304" pitchFamily="18" charset="0"/>
              </a:rPr>
              <a:t>. </a:t>
            </a:r>
            <a:r>
              <a:rPr lang="en-IN" sz="2400" dirty="0">
                <a:effectLst/>
                <a:latin typeface="Nirmala UI" panose="020B0502040204020203" pitchFamily="34" charset="0"/>
                <a:ea typeface="Calibri" panose="020F0502020204030204" pitchFamily="34" charset="0"/>
                <a:cs typeface="Times New Roman" panose="02020603050405020304" pitchFamily="18" charset="0"/>
              </a:rPr>
              <a:t>ही</a:t>
            </a:r>
            <a:r>
              <a:rPr lang="en-IN" sz="2400" dirty="0">
                <a:effectLst/>
                <a:latin typeface="Calibri" panose="020F0502020204030204" pitchFamily="34" charset="0"/>
                <a:ea typeface="Calibri" panose="020F0502020204030204" pitchFamily="34" charset="0"/>
                <a:cs typeface="Times New Roman" panose="02020603050405020304" pitchFamily="18" charset="0"/>
              </a:rPr>
              <a:t> </a:t>
            </a:r>
            <a:r>
              <a:rPr lang="en-IN" sz="2400" dirty="0" err="1">
                <a:effectLst/>
                <a:latin typeface="Nirmala UI" panose="020B0502040204020203" pitchFamily="34" charset="0"/>
                <a:ea typeface="Calibri" panose="020F0502020204030204" pitchFamily="34" charset="0"/>
                <a:cs typeface="Times New Roman" panose="02020603050405020304" pitchFamily="18" charset="0"/>
              </a:rPr>
              <a:t>जात</a:t>
            </a:r>
            <a:r>
              <a:rPr lang="en-IN" sz="2400" dirty="0">
                <a:effectLst/>
                <a:latin typeface="Calibri" panose="020F0502020204030204" pitchFamily="34" charset="0"/>
                <a:ea typeface="Calibri" panose="020F0502020204030204" pitchFamily="34" charset="0"/>
                <a:cs typeface="Times New Roman" panose="02020603050405020304" pitchFamily="18" charset="0"/>
              </a:rPr>
              <a:t> </a:t>
            </a:r>
            <a:r>
              <a:rPr lang="en-IN" sz="2400" dirty="0" err="1">
                <a:effectLst/>
                <a:latin typeface="Nirmala UI" panose="020B0502040204020203" pitchFamily="34" charset="0"/>
                <a:ea typeface="Calibri" panose="020F0502020204030204" pitchFamily="34" charset="0"/>
                <a:cs typeface="Times New Roman" panose="02020603050405020304" pitchFamily="18" charset="0"/>
              </a:rPr>
              <a:t>कोणत्याही</a:t>
            </a:r>
            <a:r>
              <a:rPr lang="en-IN" sz="2400" dirty="0">
                <a:effectLst/>
                <a:latin typeface="Calibri" panose="020F0502020204030204" pitchFamily="34" charset="0"/>
                <a:ea typeface="Calibri" panose="020F0502020204030204" pitchFamily="34" charset="0"/>
                <a:cs typeface="Times New Roman" panose="02020603050405020304" pitchFamily="18" charset="0"/>
              </a:rPr>
              <a:t> </a:t>
            </a:r>
            <a:r>
              <a:rPr lang="en-IN" sz="2400" dirty="0" err="1">
                <a:effectLst/>
                <a:latin typeface="Nirmala UI" panose="020B0502040204020203" pitchFamily="34" charset="0"/>
                <a:ea typeface="Calibri" panose="020F0502020204030204" pitchFamily="34" charset="0"/>
                <a:cs typeface="Times New Roman" panose="02020603050405020304" pitchFamily="18" charset="0"/>
              </a:rPr>
              <a:t>वातावरणाशी</a:t>
            </a:r>
            <a:r>
              <a:rPr lang="en-IN" sz="2400" dirty="0">
                <a:effectLst/>
                <a:latin typeface="Calibri" panose="020F0502020204030204" pitchFamily="34" charset="0"/>
                <a:ea typeface="Calibri" panose="020F0502020204030204" pitchFamily="34" charset="0"/>
                <a:cs typeface="Times New Roman" panose="02020603050405020304" pitchFamily="18" charset="0"/>
              </a:rPr>
              <a:t> </a:t>
            </a:r>
            <a:r>
              <a:rPr lang="en-IN" sz="2400" dirty="0" err="1">
                <a:effectLst/>
                <a:latin typeface="Nirmala UI" panose="020B0502040204020203" pitchFamily="34" charset="0"/>
                <a:ea typeface="Calibri" panose="020F0502020204030204" pitchFamily="34" charset="0"/>
                <a:cs typeface="Times New Roman" panose="02020603050405020304" pitchFamily="18" charset="0"/>
              </a:rPr>
              <a:t>सहज</a:t>
            </a:r>
            <a:r>
              <a:rPr lang="en-IN" sz="2400" dirty="0">
                <a:effectLst/>
                <a:latin typeface="Calibri" panose="020F0502020204030204" pitchFamily="34" charset="0"/>
                <a:ea typeface="Calibri" panose="020F0502020204030204" pitchFamily="34" charset="0"/>
                <a:cs typeface="Times New Roman" panose="02020603050405020304" pitchFamily="18" charset="0"/>
              </a:rPr>
              <a:t> </a:t>
            </a:r>
            <a:r>
              <a:rPr lang="en-IN" sz="2400" dirty="0" err="1">
                <a:effectLst/>
                <a:latin typeface="Nirmala UI" panose="020B0502040204020203" pitchFamily="34" charset="0"/>
                <a:ea typeface="Calibri" panose="020F0502020204030204" pitchFamily="34" charset="0"/>
                <a:cs typeface="Times New Roman" panose="02020603050405020304" pitchFamily="18" charset="0"/>
              </a:rPr>
              <a:t>जुळवून</a:t>
            </a:r>
            <a:r>
              <a:rPr lang="en-IN" sz="2400" dirty="0">
                <a:effectLst/>
                <a:latin typeface="Calibri" panose="020F0502020204030204" pitchFamily="34" charset="0"/>
                <a:ea typeface="Calibri" panose="020F0502020204030204" pitchFamily="34" charset="0"/>
                <a:cs typeface="Times New Roman" panose="02020603050405020304" pitchFamily="18" charset="0"/>
              </a:rPr>
              <a:t> </a:t>
            </a:r>
            <a:r>
              <a:rPr lang="en-IN" sz="2400" dirty="0" err="1">
                <a:effectLst/>
                <a:latin typeface="Nirmala UI" panose="020B0502040204020203" pitchFamily="34" charset="0"/>
                <a:ea typeface="Calibri" panose="020F0502020204030204" pitchFamily="34" charset="0"/>
                <a:cs typeface="Times New Roman" panose="02020603050405020304" pitchFamily="18" charset="0"/>
              </a:rPr>
              <a:t>घेऊ</a:t>
            </a:r>
            <a:r>
              <a:rPr lang="en-IN" sz="2400" dirty="0">
                <a:effectLst/>
                <a:latin typeface="Calibri" panose="020F0502020204030204" pitchFamily="34" charset="0"/>
                <a:ea typeface="Calibri" panose="020F0502020204030204" pitchFamily="34" charset="0"/>
                <a:cs typeface="Times New Roman" panose="02020603050405020304" pitchFamily="18" charset="0"/>
              </a:rPr>
              <a:t> </a:t>
            </a:r>
            <a:r>
              <a:rPr lang="en-IN" sz="2400" dirty="0" err="1">
                <a:effectLst/>
                <a:latin typeface="Nirmala UI" panose="020B0502040204020203" pitchFamily="34" charset="0"/>
                <a:ea typeface="Calibri" panose="020F0502020204030204" pitchFamily="34" charset="0"/>
                <a:cs typeface="Times New Roman" panose="02020603050405020304" pitchFamily="18" charset="0"/>
              </a:rPr>
              <a:t>शकते</a:t>
            </a:r>
            <a:r>
              <a:rPr lang="en-IN" sz="2400" dirty="0">
                <a:effectLst/>
                <a:latin typeface="Calibri" panose="020F0502020204030204" pitchFamily="34" charset="0"/>
                <a:ea typeface="Calibri" panose="020F0502020204030204" pitchFamily="34" charset="0"/>
                <a:cs typeface="Times New Roman" panose="02020603050405020304" pitchFamily="18" charset="0"/>
              </a:rPr>
              <a:t> </a:t>
            </a:r>
            <a:r>
              <a:rPr lang="en-IN" sz="2400" dirty="0">
                <a:effectLst/>
                <a:latin typeface="Nirmala UI" panose="020B0502040204020203" pitchFamily="34" charset="0"/>
                <a:ea typeface="Calibri" panose="020F0502020204030204" pitchFamily="34" charset="0"/>
                <a:cs typeface="Times New Roman" panose="02020603050405020304" pitchFamily="18" charset="0"/>
              </a:rPr>
              <a:t>आणि</a:t>
            </a:r>
            <a:r>
              <a:rPr lang="en-IN" sz="2400" dirty="0">
                <a:effectLst/>
                <a:latin typeface="Calibri" panose="020F0502020204030204" pitchFamily="34" charset="0"/>
                <a:ea typeface="Calibri" panose="020F0502020204030204" pitchFamily="34" charset="0"/>
                <a:cs typeface="Times New Roman" panose="02020603050405020304" pitchFamily="18" charset="0"/>
              </a:rPr>
              <a:t> </a:t>
            </a:r>
            <a:r>
              <a:rPr lang="en-IN" sz="2400" dirty="0" err="1">
                <a:effectLst/>
                <a:latin typeface="Nirmala UI" panose="020B0502040204020203" pitchFamily="34" charset="0"/>
                <a:ea typeface="Calibri" panose="020F0502020204030204" pitchFamily="34" charset="0"/>
                <a:cs typeface="Times New Roman" panose="02020603050405020304" pitchFamily="18" charset="0"/>
              </a:rPr>
              <a:t>तिची</a:t>
            </a:r>
            <a:r>
              <a:rPr lang="en-IN" sz="2400" dirty="0">
                <a:effectLst/>
                <a:latin typeface="Calibri" panose="020F0502020204030204" pitchFamily="34" charset="0"/>
                <a:ea typeface="Calibri" panose="020F0502020204030204" pitchFamily="34" charset="0"/>
                <a:cs typeface="Times New Roman" panose="02020603050405020304" pitchFamily="18" charset="0"/>
              </a:rPr>
              <a:t> </a:t>
            </a:r>
            <a:r>
              <a:rPr lang="en-IN" sz="2400" dirty="0">
                <a:effectLst/>
                <a:latin typeface="Nirmala UI" panose="020B0502040204020203" pitchFamily="34" charset="0"/>
                <a:ea typeface="Calibri" panose="020F0502020204030204" pitchFamily="34" charset="0"/>
                <a:cs typeface="Times New Roman" panose="02020603050405020304" pitchFamily="18" charset="0"/>
              </a:rPr>
              <a:t>रोग</a:t>
            </a:r>
            <a:r>
              <a:rPr lang="en-IN" sz="2400" dirty="0">
                <a:effectLst/>
                <a:latin typeface="Calibri" panose="020F0502020204030204" pitchFamily="34" charset="0"/>
                <a:ea typeface="Calibri" panose="020F0502020204030204" pitchFamily="34" charset="0"/>
                <a:cs typeface="Times New Roman" panose="02020603050405020304" pitchFamily="18" charset="0"/>
              </a:rPr>
              <a:t> </a:t>
            </a:r>
            <a:r>
              <a:rPr lang="en-IN" sz="2400" dirty="0" err="1">
                <a:effectLst/>
                <a:latin typeface="Nirmala UI" panose="020B0502040204020203" pitchFamily="34" charset="0"/>
                <a:ea typeface="Calibri" panose="020F0502020204030204" pitchFamily="34" charset="0"/>
                <a:cs typeface="Times New Roman" panose="02020603050405020304" pitchFamily="18" charset="0"/>
              </a:rPr>
              <a:t>प्रतिकारशक्ती</a:t>
            </a:r>
            <a:r>
              <a:rPr lang="en-IN" sz="2400" dirty="0">
                <a:effectLst/>
                <a:latin typeface="Calibri" panose="020F0502020204030204" pitchFamily="34" charset="0"/>
                <a:ea typeface="Calibri" panose="020F0502020204030204" pitchFamily="34" charset="0"/>
                <a:cs typeface="Times New Roman" panose="02020603050405020304" pitchFamily="18" charset="0"/>
              </a:rPr>
              <a:t> </a:t>
            </a:r>
            <a:r>
              <a:rPr lang="en-IN" sz="2400" dirty="0" err="1">
                <a:effectLst/>
                <a:latin typeface="Nirmala UI" panose="020B0502040204020203" pitchFamily="34" charset="0"/>
                <a:ea typeface="Calibri" panose="020F0502020204030204" pitchFamily="34" charset="0"/>
                <a:cs typeface="Times New Roman" panose="02020603050405020304" pitchFamily="18" charset="0"/>
              </a:rPr>
              <a:t>खूप</a:t>
            </a:r>
            <a:r>
              <a:rPr lang="en-IN" sz="2400" dirty="0">
                <a:effectLst/>
                <a:latin typeface="Calibri" panose="020F0502020204030204" pitchFamily="34" charset="0"/>
                <a:ea typeface="Calibri" panose="020F0502020204030204" pitchFamily="34" charset="0"/>
                <a:cs typeface="Times New Roman" panose="02020603050405020304" pitchFamily="18" charset="0"/>
              </a:rPr>
              <a:t> </a:t>
            </a:r>
            <a:r>
              <a:rPr lang="en-IN" sz="2400" dirty="0">
                <a:effectLst/>
                <a:latin typeface="Nirmala UI" panose="020B0502040204020203" pitchFamily="34" charset="0"/>
                <a:ea typeface="Calibri" panose="020F0502020204030204" pitchFamily="34" charset="0"/>
                <a:cs typeface="Times New Roman" panose="02020603050405020304" pitchFamily="18" charset="0"/>
              </a:rPr>
              <a:t>जास्त</a:t>
            </a:r>
            <a:r>
              <a:rPr lang="en-IN" sz="2400" dirty="0">
                <a:effectLst/>
                <a:latin typeface="Calibri" panose="020F0502020204030204" pitchFamily="34" charset="0"/>
                <a:ea typeface="Calibri" panose="020F0502020204030204" pitchFamily="34" charset="0"/>
                <a:cs typeface="Times New Roman" panose="02020603050405020304" pitchFamily="18" charset="0"/>
              </a:rPr>
              <a:t> </a:t>
            </a:r>
            <a:r>
              <a:rPr lang="en-IN" sz="2400" dirty="0" err="1">
                <a:effectLst/>
                <a:latin typeface="Nirmala UI" panose="020B0502040204020203" pitchFamily="34" charset="0"/>
                <a:ea typeface="Calibri" panose="020F0502020204030204" pitchFamily="34" charset="0"/>
                <a:cs typeface="Times New Roman" panose="02020603050405020304" pitchFamily="18" charset="0"/>
              </a:rPr>
              <a:t>आहे</a:t>
            </a:r>
            <a:r>
              <a:rPr lang="en-IN" sz="2400" dirty="0">
                <a:effectLst/>
                <a:latin typeface="Calibri" panose="020F0502020204030204" pitchFamily="34" charset="0"/>
                <a:ea typeface="Calibri" panose="020F0502020204030204" pitchFamily="34" charset="0"/>
                <a:cs typeface="Times New Roman" panose="02020603050405020304" pitchFamily="18" charset="0"/>
              </a:rPr>
              <a:t>.</a:t>
            </a:r>
          </a:p>
          <a:p>
            <a:r>
              <a:rPr lang="en-IN" sz="2400" dirty="0">
                <a:effectLst/>
                <a:latin typeface="Nirmala UI" panose="020B0502040204020203" pitchFamily="34" charset="0"/>
                <a:ea typeface="Calibri" panose="020F0502020204030204" pitchFamily="34" charset="0"/>
                <a:cs typeface="Times New Roman" panose="02020603050405020304" pitchFamily="18" charset="0"/>
              </a:rPr>
              <a:t>ही</a:t>
            </a:r>
            <a:r>
              <a:rPr lang="en-IN" sz="2400" dirty="0">
                <a:effectLst/>
                <a:latin typeface="Calibri" panose="020F0502020204030204" pitchFamily="34" charset="0"/>
                <a:ea typeface="Calibri" panose="020F0502020204030204" pitchFamily="34" charset="0"/>
                <a:cs typeface="Times New Roman" panose="02020603050405020304" pitchFamily="18" charset="0"/>
              </a:rPr>
              <a:t> </a:t>
            </a:r>
            <a:r>
              <a:rPr lang="en-IN" sz="2400" dirty="0" err="1">
                <a:effectLst/>
                <a:latin typeface="Nirmala UI" panose="020B0502040204020203" pitchFamily="34" charset="0"/>
                <a:ea typeface="Calibri" panose="020F0502020204030204" pitchFamily="34" charset="0"/>
                <a:cs typeface="Times New Roman" panose="02020603050405020304" pitchFamily="18" charset="0"/>
              </a:rPr>
              <a:t>जात</a:t>
            </a:r>
            <a:r>
              <a:rPr lang="en-IN" sz="2400" dirty="0">
                <a:effectLst/>
                <a:latin typeface="Calibri" panose="020F0502020204030204" pitchFamily="34" charset="0"/>
                <a:ea typeface="Calibri" panose="020F0502020204030204" pitchFamily="34" charset="0"/>
                <a:cs typeface="Times New Roman" panose="02020603050405020304" pitchFamily="18" charset="0"/>
              </a:rPr>
              <a:t> </a:t>
            </a:r>
            <a:r>
              <a:rPr lang="en-IN" sz="2400" dirty="0" err="1">
                <a:effectLst/>
                <a:latin typeface="Nirmala UI" panose="020B0502040204020203" pitchFamily="34" charset="0"/>
                <a:ea typeface="Calibri" panose="020F0502020204030204" pitchFamily="34" charset="0"/>
                <a:cs typeface="Times New Roman" panose="02020603050405020304" pitchFamily="18" charset="0"/>
              </a:rPr>
              <a:t>भारताच्या</a:t>
            </a:r>
            <a:r>
              <a:rPr lang="en-IN" sz="2400" dirty="0">
                <a:effectLst/>
                <a:latin typeface="Calibri" panose="020F0502020204030204" pitchFamily="34" charset="0"/>
                <a:ea typeface="Calibri" panose="020F0502020204030204" pitchFamily="34" charset="0"/>
                <a:cs typeface="Times New Roman" panose="02020603050405020304" pitchFamily="18" charset="0"/>
              </a:rPr>
              <a:t> </a:t>
            </a:r>
            <a:r>
              <a:rPr lang="en-IN" sz="2400" dirty="0" err="1">
                <a:effectLst/>
                <a:latin typeface="Nirmala UI" panose="020B0502040204020203" pitchFamily="34" charset="0"/>
                <a:ea typeface="Calibri" panose="020F0502020204030204" pitchFamily="34" charset="0"/>
                <a:cs typeface="Times New Roman" panose="02020603050405020304" pitchFamily="18" charset="0"/>
              </a:rPr>
              <a:t>पूर्व</a:t>
            </a:r>
            <a:r>
              <a:rPr lang="en-IN" sz="2400" dirty="0">
                <a:effectLst/>
                <a:latin typeface="Calibri" panose="020F0502020204030204" pitchFamily="34" charset="0"/>
                <a:ea typeface="Calibri" panose="020F0502020204030204" pitchFamily="34" charset="0"/>
                <a:cs typeface="Times New Roman" panose="02020603050405020304" pitchFamily="18" charset="0"/>
              </a:rPr>
              <a:t> </a:t>
            </a:r>
            <a:r>
              <a:rPr lang="en-IN" sz="2400" dirty="0" err="1">
                <a:effectLst/>
                <a:latin typeface="Nirmala UI" panose="020B0502040204020203" pitchFamily="34" charset="0"/>
                <a:ea typeface="Calibri" panose="020F0502020204030204" pitchFamily="34" charset="0"/>
                <a:cs typeface="Times New Roman" panose="02020603050405020304" pitchFamily="18" charset="0"/>
              </a:rPr>
              <a:t>भागात</a:t>
            </a:r>
            <a:r>
              <a:rPr lang="en-IN" sz="2400" dirty="0">
                <a:effectLst/>
                <a:latin typeface="Calibri" panose="020F0502020204030204" pitchFamily="34" charset="0"/>
                <a:ea typeface="Calibri" panose="020F0502020204030204" pitchFamily="34" charset="0"/>
                <a:cs typeface="Times New Roman" panose="02020603050405020304" pitchFamily="18" charset="0"/>
              </a:rPr>
              <a:t> </a:t>
            </a:r>
            <a:r>
              <a:rPr lang="en-IN" sz="2400" dirty="0" err="1">
                <a:effectLst/>
                <a:latin typeface="Nirmala UI" panose="020B0502040204020203" pitchFamily="34" charset="0"/>
                <a:ea typeface="Calibri" panose="020F0502020204030204" pitchFamily="34" charset="0"/>
                <a:cs typeface="Times New Roman" panose="02020603050405020304" pitchFamily="18" charset="0"/>
              </a:rPr>
              <a:t>आढळते</a:t>
            </a:r>
            <a:r>
              <a:rPr lang="en-IN" sz="2400" dirty="0">
                <a:effectLst/>
                <a:latin typeface="Calibri" panose="020F0502020204030204" pitchFamily="34" charset="0"/>
                <a:ea typeface="Calibri" panose="020F0502020204030204" pitchFamily="34" charset="0"/>
                <a:cs typeface="Times New Roman" panose="02020603050405020304" pitchFamily="18" charset="0"/>
              </a:rPr>
              <a:t>. </a:t>
            </a:r>
            <a:r>
              <a:rPr lang="en-IN" sz="2400" dirty="0" err="1">
                <a:effectLst/>
                <a:latin typeface="Nirmala UI" panose="020B0502040204020203" pitchFamily="34" charset="0"/>
                <a:ea typeface="Calibri" panose="020F0502020204030204" pitchFamily="34" charset="0"/>
                <a:cs typeface="Times New Roman" panose="02020603050405020304" pitchFamily="18" charset="0"/>
              </a:rPr>
              <a:t>ब्लॅक</a:t>
            </a:r>
            <a:r>
              <a:rPr lang="en-IN" sz="2400" dirty="0">
                <a:effectLst/>
                <a:latin typeface="Calibri" panose="020F0502020204030204" pitchFamily="34" charset="0"/>
                <a:ea typeface="Calibri" panose="020F0502020204030204" pitchFamily="34" charset="0"/>
                <a:cs typeface="Times New Roman" panose="02020603050405020304" pitchFamily="18" charset="0"/>
              </a:rPr>
              <a:t> </a:t>
            </a:r>
            <a:r>
              <a:rPr lang="en-IN" sz="2400" dirty="0" err="1">
                <a:effectLst/>
                <a:latin typeface="Nirmala UI" panose="020B0502040204020203" pitchFamily="34" charset="0"/>
                <a:ea typeface="Calibri" panose="020F0502020204030204" pitchFamily="34" charset="0"/>
                <a:cs typeface="Times New Roman" panose="02020603050405020304" pitchFamily="18" charset="0"/>
              </a:rPr>
              <a:t>बंगालमध्ये</a:t>
            </a:r>
            <a:r>
              <a:rPr lang="en-IN" sz="2400" dirty="0">
                <a:effectLst/>
                <a:latin typeface="Calibri" panose="020F0502020204030204" pitchFamily="34" charset="0"/>
                <a:ea typeface="Calibri" panose="020F0502020204030204" pitchFamily="34" charset="0"/>
                <a:cs typeface="Times New Roman" panose="02020603050405020304" pitchFamily="18" charset="0"/>
              </a:rPr>
              <a:t> </a:t>
            </a:r>
            <a:r>
              <a:rPr lang="en-IN" sz="2400" dirty="0">
                <a:effectLst/>
                <a:latin typeface="Nirmala UI" panose="020B0502040204020203" pitchFamily="34" charset="0"/>
                <a:ea typeface="Calibri" panose="020F0502020204030204" pitchFamily="34" charset="0"/>
                <a:cs typeface="Times New Roman" panose="02020603050405020304" pitchFamily="18" charset="0"/>
              </a:rPr>
              <a:t>लहान</a:t>
            </a:r>
            <a:r>
              <a:rPr lang="en-IN" sz="2400" dirty="0">
                <a:effectLst/>
                <a:latin typeface="Calibri" panose="020F0502020204030204" pitchFamily="34" charset="0"/>
                <a:ea typeface="Calibri" panose="020F0502020204030204" pitchFamily="34" charset="0"/>
                <a:cs typeface="Times New Roman" panose="02020603050405020304" pitchFamily="18" charset="0"/>
              </a:rPr>
              <a:t> </a:t>
            </a:r>
            <a:r>
              <a:rPr lang="en-IN" sz="2400" dirty="0" err="1">
                <a:effectLst/>
                <a:latin typeface="Nirmala UI" panose="020B0502040204020203" pitchFamily="34" charset="0"/>
                <a:ea typeface="Calibri" panose="020F0502020204030204" pitchFamily="34" charset="0"/>
                <a:cs typeface="Times New Roman" panose="02020603050405020304" pitchFamily="18" charset="0"/>
              </a:rPr>
              <a:t>पाय</a:t>
            </a:r>
            <a:r>
              <a:rPr lang="en-IN" sz="2400" dirty="0">
                <a:effectLst/>
                <a:latin typeface="Calibri" panose="020F0502020204030204" pitchFamily="34" charset="0"/>
                <a:ea typeface="Calibri" panose="020F0502020204030204" pitchFamily="34" charset="0"/>
                <a:cs typeface="Times New Roman" panose="02020603050405020304" pitchFamily="18" charset="0"/>
              </a:rPr>
              <a:t> </a:t>
            </a:r>
            <a:r>
              <a:rPr lang="en-IN" sz="2400" dirty="0">
                <a:effectLst/>
                <a:latin typeface="Nirmala UI" panose="020B0502040204020203" pitchFamily="34" charset="0"/>
                <a:ea typeface="Calibri" panose="020F0502020204030204" pitchFamily="34" charset="0"/>
                <a:cs typeface="Times New Roman" panose="02020603050405020304" pitchFamily="18" charset="0"/>
              </a:rPr>
              <a:t>आणि</a:t>
            </a:r>
            <a:r>
              <a:rPr lang="en-IN" sz="2400" dirty="0">
                <a:effectLst/>
                <a:latin typeface="Calibri" panose="020F0502020204030204" pitchFamily="34" charset="0"/>
                <a:ea typeface="Calibri" panose="020F0502020204030204" pitchFamily="34" charset="0"/>
                <a:cs typeface="Times New Roman" panose="02020603050405020304" pitchFamily="18" charset="0"/>
              </a:rPr>
              <a:t> </a:t>
            </a:r>
            <a:r>
              <a:rPr lang="en-IN" sz="2400" dirty="0" err="1">
                <a:effectLst/>
                <a:latin typeface="Nirmala UI" panose="020B0502040204020203" pitchFamily="34" charset="0"/>
                <a:ea typeface="Calibri" panose="020F0502020204030204" pitchFamily="34" charset="0"/>
                <a:cs typeface="Times New Roman" panose="02020603050405020304" pitchFamily="18" charset="0"/>
              </a:rPr>
              <a:t>एक</a:t>
            </a:r>
            <a:r>
              <a:rPr lang="en-IN" sz="2400" dirty="0">
                <a:effectLst/>
                <a:latin typeface="Calibri" panose="020F0502020204030204" pitchFamily="34" charset="0"/>
                <a:ea typeface="Calibri" panose="020F0502020204030204" pitchFamily="34" charset="0"/>
                <a:cs typeface="Times New Roman" panose="02020603050405020304" pitchFamily="18" charset="0"/>
              </a:rPr>
              <a:t> </a:t>
            </a:r>
            <a:r>
              <a:rPr lang="en-IN" sz="2400" dirty="0" err="1">
                <a:effectLst/>
                <a:latin typeface="Nirmala UI" panose="020B0502040204020203" pitchFamily="34" charset="0"/>
                <a:ea typeface="Calibri" panose="020F0502020204030204" pitchFamily="34" charset="0"/>
                <a:cs typeface="Times New Roman" panose="02020603050405020304" pitchFamily="18" charset="0"/>
              </a:rPr>
              <a:t>संक्षिप्त</a:t>
            </a:r>
            <a:r>
              <a:rPr lang="en-IN" sz="2400" dirty="0">
                <a:effectLst/>
                <a:latin typeface="Calibri" panose="020F0502020204030204" pitchFamily="34" charset="0"/>
                <a:ea typeface="Calibri" panose="020F0502020204030204" pitchFamily="34" charset="0"/>
                <a:cs typeface="Times New Roman" panose="02020603050405020304" pitchFamily="18" charset="0"/>
              </a:rPr>
              <a:t> </a:t>
            </a:r>
            <a:r>
              <a:rPr lang="en-IN" sz="2400" dirty="0" err="1">
                <a:effectLst/>
                <a:latin typeface="Nirmala UI" panose="020B0502040204020203" pitchFamily="34" charset="0"/>
                <a:ea typeface="Calibri" panose="020F0502020204030204" pitchFamily="34" charset="0"/>
                <a:cs typeface="Times New Roman" panose="02020603050405020304" pitchFamily="18" charset="0"/>
              </a:rPr>
              <a:t>शरीर</a:t>
            </a:r>
            <a:r>
              <a:rPr lang="en-IN" sz="2400" dirty="0">
                <a:effectLst/>
                <a:latin typeface="Calibri" panose="020F0502020204030204" pitchFamily="34" charset="0"/>
                <a:ea typeface="Calibri" panose="020F0502020204030204" pitchFamily="34" charset="0"/>
                <a:cs typeface="Times New Roman" panose="02020603050405020304" pitchFamily="18" charset="0"/>
              </a:rPr>
              <a:t> </a:t>
            </a:r>
            <a:r>
              <a:rPr lang="en-IN" sz="2400" dirty="0" err="1">
                <a:effectLst/>
                <a:latin typeface="Nirmala UI" panose="020B0502040204020203" pitchFamily="34" charset="0"/>
                <a:ea typeface="Calibri" panose="020F0502020204030204" pitchFamily="34" charset="0"/>
                <a:cs typeface="Times New Roman" panose="02020603050405020304" pitchFamily="18" charset="0"/>
              </a:rPr>
              <a:t>आहे</a:t>
            </a:r>
            <a:r>
              <a:rPr lang="en-IN" sz="2400" dirty="0">
                <a:effectLst/>
                <a:latin typeface="Calibri" panose="020F0502020204030204" pitchFamily="34" charset="0"/>
                <a:ea typeface="Calibri" panose="020F0502020204030204" pitchFamily="34" charset="0"/>
                <a:cs typeface="Times New Roman" panose="02020603050405020304" pitchFamily="18" charset="0"/>
              </a:rPr>
              <a:t>. </a:t>
            </a:r>
            <a:r>
              <a:rPr lang="en-IN" sz="2400" dirty="0" err="1">
                <a:effectLst/>
                <a:latin typeface="Nirmala UI" panose="020B0502040204020203" pitchFamily="34" charset="0"/>
                <a:ea typeface="Calibri" panose="020F0502020204030204" pitchFamily="34" charset="0"/>
                <a:cs typeface="Times New Roman" panose="02020603050405020304" pitchFamily="18" charset="0"/>
              </a:rPr>
              <a:t>कोटचा</a:t>
            </a:r>
            <a:r>
              <a:rPr lang="en-IN" sz="2400" dirty="0">
                <a:effectLst/>
                <a:latin typeface="Calibri" panose="020F0502020204030204" pitchFamily="34" charset="0"/>
                <a:ea typeface="Calibri" panose="020F0502020204030204" pitchFamily="34" charset="0"/>
                <a:cs typeface="Times New Roman" panose="02020603050405020304" pitchFamily="18" charset="0"/>
              </a:rPr>
              <a:t> </a:t>
            </a:r>
            <a:r>
              <a:rPr lang="en-IN" sz="2400" dirty="0" err="1">
                <a:effectLst/>
                <a:latin typeface="Nirmala UI" panose="020B0502040204020203" pitchFamily="34" charset="0"/>
                <a:ea typeface="Calibri" panose="020F0502020204030204" pitchFamily="34" charset="0"/>
                <a:cs typeface="Times New Roman" panose="02020603050405020304" pitchFamily="18" charset="0"/>
              </a:rPr>
              <a:t>रंग</a:t>
            </a:r>
            <a:r>
              <a:rPr lang="en-IN" sz="2400" dirty="0">
                <a:effectLst/>
                <a:latin typeface="Calibri" panose="020F0502020204030204" pitchFamily="34" charset="0"/>
                <a:ea typeface="Calibri" panose="020F0502020204030204" pitchFamily="34" charset="0"/>
                <a:cs typeface="Times New Roman" panose="02020603050405020304" pitchFamily="18" charset="0"/>
              </a:rPr>
              <a:t> </a:t>
            </a:r>
            <a:r>
              <a:rPr lang="en-IN" sz="2400" dirty="0" err="1">
                <a:effectLst/>
                <a:latin typeface="Nirmala UI" panose="020B0502040204020203" pitchFamily="34" charset="0"/>
                <a:ea typeface="Calibri" panose="020F0502020204030204" pitchFamily="34" charset="0"/>
                <a:cs typeface="Times New Roman" panose="02020603050405020304" pitchFamily="18" charset="0"/>
              </a:rPr>
              <a:t>काळा</a:t>
            </a:r>
            <a:r>
              <a:rPr lang="en-IN" sz="2400" dirty="0">
                <a:effectLst/>
                <a:latin typeface="Calibri" panose="020F0502020204030204" pitchFamily="34" charset="0"/>
                <a:ea typeface="Calibri" panose="020F0502020204030204" pitchFamily="34" charset="0"/>
                <a:cs typeface="Times New Roman" panose="02020603050405020304" pitchFamily="18" charset="0"/>
              </a:rPr>
              <a:t> </a:t>
            </a:r>
            <a:r>
              <a:rPr lang="en-IN" sz="2400" dirty="0" err="1">
                <a:effectLst/>
                <a:latin typeface="Nirmala UI" panose="020B0502040204020203" pitchFamily="34" charset="0"/>
                <a:ea typeface="Calibri" panose="020F0502020204030204" pitchFamily="34" charset="0"/>
                <a:cs typeface="Times New Roman" panose="02020603050405020304" pitchFamily="18" charset="0"/>
              </a:rPr>
              <a:t>आहे</a:t>
            </a:r>
            <a:r>
              <a:rPr lang="en-IN" sz="2400" dirty="0">
                <a:effectLst/>
                <a:latin typeface="Calibri" panose="020F0502020204030204" pitchFamily="34" charset="0"/>
                <a:ea typeface="Calibri" panose="020F0502020204030204" pitchFamily="34" charset="0"/>
                <a:cs typeface="Times New Roman" panose="02020603050405020304" pitchFamily="18" charset="0"/>
              </a:rPr>
              <a:t>. </a:t>
            </a:r>
            <a:r>
              <a:rPr lang="en-IN" sz="2400" dirty="0" err="1">
                <a:effectLst/>
                <a:latin typeface="Nirmala UI" panose="020B0502040204020203" pitchFamily="34" charset="0"/>
                <a:ea typeface="Calibri" panose="020F0502020204030204" pitchFamily="34" charset="0"/>
                <a:cs typeface="Times New Roman" panose="02020603050405020304" pitchFamily="18" charset="0"/>
              </a:rPr>
              <a:t>ब्लॅक</a:t>
            </a:r>
            <a:r>
              <a:rPr lang="en-IN" sz="2400" dirty="0">
                <a:effectLst/>
                <a:latin typeface="Calibri" panose="020F0502020204030204" pitchFamily="34" charset="0"/>
                <a:ea typeface="Calibri" panose="020F0502020204030204" pitchFamily="34" charset="0"/>
                <a:cs typeface="Times New Roman" panose="02020603050405020304" pitchFamily="18" charset="0"/>
              </a:rPr>
              <a:t> </a:t>
            </a:r>
            <a:r>
              <a:rPr lang="en-IN" sz="2400" dirty="0" err="1">
                <a:effectLst/>
                <a:latin typeface="Nirmala UI" panose="020B0502040204020203" pitchFamily="34" charset="0"/>
                <a:ea typeface="Calibri" panose="020F0502020204030204" pitchFamily="34" charset="0"/>
                <a:cs typeface="Times New Roman" panose="02020603050405020304" pitchFamily="18" charset="0"/>
              </a:rPr>
              <a:t>बेंगाल</a:t>
            </a:r>
            <a:r>
              <a:rPr lang="en-IN" sz="2400" dirty="0">
                <a:effectLst/>
                <a:latin typeface="Calibri" panose="020F0502020204030204" pitchFamily="34" charset="0"/>
                <a:ea typeface="Calibri" panose="020F0502020204030204" pitchFamily="34" charset="0"/>
                <a:cs typeface="Times New Roman" panose="02020603050405020304" pitchFamily="18" charset="0"/>
              </a:rPr>
              <a:t> </a:t>
            </a:r>
            <a:r>
              <a:rPr lang="en-IN" sz="2400" dirty="0">
                <a:effectLst/>
                <a:latin typeface="Nirmala UI" panose="020B0502040204020203" pitchFamily="34" charset="0"/>
                <a:ea typeface="Calibri" panose="020F0502020204030204" pitchFamily="34" charset="0"/>
                <a:cs typeface="Times New Roman" panose="02020603050405020304" pitchFamily="18" charset="0"/>
              </a:rPr>
              <a:t>ही</a:t>
            </a:r>
            <a:r>
              <a:rPr lang="en-IN" sz="2400" dirty="0">
                <a:effectLst/>
                <a:latin typeface="Calibri" panose="020F0502020204030204" pitchFamily="34" charset="0"/>
                <a:ea typeface="Calibri" panose="020F0502020204030204" pitchFamily="34" charset="0"/>
                <a:cs typeface="Times New Roman" panose="02020603050405020304" pitchFamily="18" charset="0"/>
              </a:rPr>
              <a:t> </a:t>
            </a:r>
            <a:r>
              <a:rPr lang="en-IN" sz="2400" dirty="0" err="1">
                <a:effectLst/>
                <a:latin typeface="Nirmala UI" panose="020B0502040204020203" pitchFamily="34" charset="0"/>
                <a:ea typeface="Calibri" panose="020F0502020204030204" pitchFamily="34" charset="0"/>
                <a:cs typeface="Times New Roman" panose="02020603050405020304" pitchFamily="18" charset="0"/>
              </a:rPr>
              <a:t>भारतातील</a:t>
            </a:r>
            <a:r>
              <a:rPr lang="en-IN" sz="2400" dirty="0">
                <a:effectLst/>
                <a:latin typeface="Calibri" panose="020F0502020204030204" pitchFamily="34" charset="0"/>
                <a:ea typeface="Calibri" panose="020F0502020204030204" pitchFamily="34" charset="0"/>
                <a:cs typeface="Times New Roman" panose="02020603050405020304" pitchFamily="18" charset="0"/>
              </a:rPr>
              <a:t> </a:t>
            </a:r>
            <a:r>
              <a:rPr lang="en-IN" sz="2400" dirty="0" err="1">
                <a:effectLst/>
                <a:latin typeface="Nirmala UI" panose="020B0502040204020203" pitchFamily="34" charset="0"/>
                <a:ea typeface="Calibri" panose="020F0502020204030204" pitchFamily="34" charset="0"/>
                <a:cs typeface="Times New Roman" panose="02020603050405020304" pitchFamily="18" charset="0"/>
              </a:rPr>
              <a:t>शेळीची</a:t>
            </a:r>
            <a:r>
              <a:rPr lang="en-IN" sz="2400" dirty="0">
                <a:effectLst/>
                <a:latin typeface="Calibri" panose="020F0502020204030204" pitchFamily="34" charset="0"/>
                <a:ea typeface="Calibri" panose="020F0502020204030204" pitchFamily="34" charset="0"/>
                <a:cs typeface="Times New Roman" panose="02020603050405020304" pitchFamily="18" charset="0"/>
              </a:rPr>
              <a:t> </a:t>
            </a:r>
            <a:r>
              <a:rPr lang="en-IN" sz="2400" dirty="0" err="1">
                <a:effectLst/>
                <a:latin typeface="Nirmala UI" panose="020B0502040204020203" pitchFamily="34" charset="0"/>
                <a:ea typeface="Calibri" panose="020F0502020204030204" pitchFamily="34" charset="0"/>
                <a:cs typeface="Times New Roman" panose="02020603050405020304" pitchFamily="18" charset="0"/>
              </a:rPr>
              <a:t>सर्वाधिक</a:t>
            </a:r>
            <a:r>
              <a:rPr lang="en-IN" sz="2400" dirty="0">
                <a:effectLst/>
                <a:latin typeface="Calibri" panose="020F0502020204030204" pitchFamily="34" charset="0"/>
                <a:ea typeface="Calibri" panose="020F0502020204030204" pitchFamily="34" charset="0"/>
                <a:cs typeface="Times New Roman" panose="02020603050405020304" pitchFamily="18" charset="0"/>
              </a:rPr>
              <a:t> </a:t>
            </a:r>
            <a:r>
              <a:rPr lang="en-IN" sz="2400" dirty="0" err="1">
                <a:effectLst/>
                <a:latin typeface="Nirmala UI" panose="020B0502040204020203" pitchFamily="34" charset="0"/>
                <a:ea typeface="Calibri" panose="020F0502020204030204" pitchFamily="34" charset="0"/>
                <a:cs typeface="Times New Roman" panose="02020603050405020304" pitchFamily="18" charset="0"/>
              </a:rPr>
              <a:t>उत्पत्तीची</a:t>
            </a:r>
            <a:r>
              <a:rPr lang="en-IN" sz="2400" dirty="0">
                <a:effectLst/>
                <a:latin typeface="Calibri" panose="020F0502020204030204" pitchFamily="34" charset="0"/>
                <a:ea typeface="Calibri" panose="020F0502020204030204" pitchFamily="34" charset="0"/>
                <a:cs typeface="Times New Roman" panose="02020603050405020304" pitchFamily="18" charset="0"/>
              </a:rPr>
              <a:t> </a:t>
            </a:r>
            <a:r>
              <a:rPr lang="en-IN" sz="2400" dirty="0" err="1">
                <a:effectLst/>
                <a:latin typeface="Nirmala UI" panose="020B0502040204020203" pitchFamily="34" charset="0"/>
                <a:ea typeface="Calibri" panose="020F0502020204030204" pitchFamily="34" charset="0"/>
                <a:cs typeface="Times New Roman" panose="02020603050405020304" pitchFamily="18" charset="0"/>
              </a:rPr>
              <a:t>जात</a:t>
            </a:r>
            <a:r>
              <a:rPr lang="en-IN" sz="2400" dirty="0">
                <a:effectLst/>
                <a:latin typeface="Calibri" panose="020F0502020204030204" pitchFamily="34" charset="0"/>
                <a:ea typeface="Calibri" panose="020F0502020204030204" pitchFamily="34" charset="0"/>
                <a:cs typeface="Times New Roman" panose="02020603050405020304" pitchFamily="18" charset="0"/>
              </a:rPr>
              <a:t> </a:t>
            </a:r>
            <a:r>
              <a:rPr lang="en-IN" sz="2400" dirty="0" err="1">
                <a:effectLst/>
                <a:latin typeface="Nirmala UI" panose="020B0502040204020203" pitchFamily="34" charset="0"/>
                <a:ea typeface="Calibri" panose="020F0502020204030204" pitchFamily="34" charset="0"/>
                <a:cs typeface="Times New Roman" panose="02020603050405020304" pitchFamily="18" charset="0"/>
              </a:rPr>
              <a:t>आहे</a:t>
            </a:r>
            <a:r>
              <a:rPr lang="en-IN" sz="2400" dirty="0">
                <a:effectLst/>
                <a:latin typeface="Calibri" panose="020F0502020204030204" pitchFamily="34" charset="0"/>
                <a:ea typeface="Calibri" panose="020F0502020204030204" pitchFamily="34" charset="0"/>
                <a:cs typeface="Times New Roman" panose="02020603050405020304" pitchFamily="18" charset="0"/>
              </a:rPr>
              <a:t>.</a:t>
            </a:r>
          </a:p>
          <a:p>
            <a:r>
              <a:rPr lang="en-IN" sz="2400" dirty="0" err="1">
                <a:effectLst/>
                <a:latin typeface="Nirmala UI" panose="020B0502040204020203" pitchFamily="34" charset="0"/>
                <a:ea typeface="Calibri" panose="020F0502020204030204" pitchFamily="34" charset="0"/>
                <a:cs typeface="Times New Roman" panose="02020603050405020304" pitchFamily="18" charset="0"/>
              </a:rPr>
              <a:t>बोकडाचे</a:t>
            </a:r>
            <a:r>
              <a:rPr lang="en-IN" sz="2400" dirty="0">
                <a:effectLst/>
                <a:latin typeface="Calibri" panose="020F0502020204030204" pitchFamily="34" charset="0"/>
                <a:ea typeface="Calibri" panose="020F0502020204030204" pitchFamily="34" charset="0"/>
                <a:cs typeface="Times New Roman" panose="02020603050405020304" pitchFamily="18" charset="0"/>
              </a:rPr>
              <a:t> </a:t>
            </a:r>
            <a:r>
              <a:rPr lang="en-IN" sz="2400" dirty="0" err="1">
                <a:effectLst/>
                <a:latin typeface="Nirmala UI" panose="020B0502040204020203" pitchFamily="34" charset="0"/>
                <a:ea typeface="Calibri" panose="020F0502020204030204" pitchFamily="34" charset="0"/>
                <a:cs typeface="Times New Roman" panose="02020603050405020304" pitchFamily="18" charset="0"/>
              </a:rPr>
              <a:t>सरासरी</a:t>
            </a:r>
            <a:r>
              <a:rPr lang="en-IN" sz="2400" dirty="0">
                <a:effectLst/>
                <a:latin typeface="Calibri" panose="020F0502020204030204" pitchFamily="34" charset="0"/>
                <a:ea typeface="Calibri" panose="020F0502020204030204" pitchFamily="34" charset="0"/>
                <a:cs typeface="Times New Roman" panose="02020603050405020304" pitchFamily="18" charset="0"/>
              </a:rPr>
              <a:t> </a:t>
            </a:r>
            <a:r>
              <a:rPr lang="en-IN" sz="2400" dirty="0">
                <a:effectLst/>
                <a:latin typeface="Nirmala UI" panose="020B0502040204020203" pitchFamily="34" charset="0"/>
                <a:ea typeface="Calibri" panose="020F0502020204030204" pitchFamily="34" charset="0"/>
                <a:cs typeface="Times New Roman" panose="02020603050405020304" pitchFamily="18" charset="0"/>
              </a:rPr>
              <a:t>वजन</a:t>
            </a:r>
            <a:r>
              <a:rPr lang="en-IN" sz="2400" dirty="0">
                <a:effectLst/>
                <a:latin typeface="Calibri" panose="020F0502020204030204" pitchFamily="34" charset="0"/>
                <a:ea typeface="Calibri" panose="020F0502020204030204" pitchFamily="34" charset="0"/>
                <a:cs typeface="Times New Roman" panose="02020603050405020304" pitchFamily="18" charset="0"/>
              </a:rPr>
              <a:t> 15 </a:t>
            </a:r>
            <a:r>
              <a:rPr lang="en-IN" sz="2400" dirty="0" err="1">
                <a:effectLst/>
                <a:latin typeface="Nirmala UI" panose="020B0502040204020203" pitchFamily="34" charset="0"/>
                <a:ea typeface="Calibri" panose="020F0502020204030204" pitchFamily="34" charset="0"/>
                <a:cs typeface="Times New Roman" panose="02020603050405020304" pitchFamily="18" charset="0"/>
              </a:rPr>
              <a:t>किलो</a:t>
            </a:r>
            <a:r>
              <a:rPr lang="en-IN" sz="2400" dirty="0">
                <a:effectLst/>
                <a:latin typeface="Calibri" panose="020F0502020204030204" pitchFamily="34" charset="0"/>
                <a:ea typeface="Calibri" panose="020F0502020204030204" pitchFamily="34" charset="0"/>
                <a:cs typeface="Times New Roman" panose="02020603050405020304" pitchFamily="18" charset="0"/>
              </a:rPr>
              <a:t> </a:t>
            </a:r>
            <a:r>
              <a:rPr lang="en-IN" sz="2400" dirty="0">
                <a:effectLst/>
                <a:latin typeface="Nirmala UI" panose="020B0502040204020203" pitchFamily="34" charset="0"/>
                <a:ea typeface="Calibri" panose="020F0502020204030204" pitchFamily="34" charset="0"/>
                <a:cs typeface="Times New Roman" panose="02020603050405020304" pitchFamily="18" charset="0"/>
              </a:rPr>
              <a:t>आणि</a:t>
            </a:r>
            <a:r>
              <a:rPr lang="en-IN" sz="2400" dirty="0">
                <a:effectLst/>
                <a:latin typeface="Calibri" panose="020F0502020204030204" pitchFamily="34" charset="0"/>
                <a:ea typeface="Calibri" panose="020F0502020204030204" pitchFamily="34" charset="0"/>
                <a:cs typeface="Times New Roman" panose="02020603050405020304" pitchFamily="18" charset="0"/>
              </a:rPr>
              <a:t> </a:t>
            </a:r>
            <a:r>
              <a:rPr lang="en-IN" sz="2400" dirty="0" err="1">
                <a:effectLst/>
                <a:latin typeface="Nirmala UI" panose="020B0502040204020203" pitchFamily="34" charset="0"/>
                <a:ea typeface="Calibri" panose="020F0502020204030204" pitchFamily="34" charset="0"/>
                <a:cs typeface="Times New Roman" panose="02020603050405020304" pitchFamily="18" charset="0"/>
              </a:rPr>
              <a:t>डोईचे</a:t>
            </a:r>
            <a:r>
              <a:rPr lang="en-IN" sz="2400" dirty="0">
                <a:effectLst/>
                <a:latin typeface="Calibri" panose="020F0502020204030204" pitchFamily="34" charset="0"/>
                <a:ea typeface="Calibri" panose="020F0502020204030204" pitchFamily="34" charset="0"/>
                <a:cs typeface="Times New Roman" panose="02020603050405020304" pitchFamily="18" charset="0"/>
              </a:rPr>
              <a:t> 12 </a:t>
            </a:r>
            <a:r>
              <a:rPr lang="en-IN" sz="2400" dirty="0" err="1">
                <a:effectLst/>
                <a:latin typeface="Nirmala UI" panose="020B0502040204020203" pitchFamily="34" charset="0"/>
                <a:ea typeface="Calibri" panose="020F0502020204030204" pitchFamily="34" charset="0"/>
                <a:cs typeface="Times New Roman" panose="02020603050405020304" pitchFamily="18" charset="0"/>
              </a:rPr>
              <a:t>किलो</a:t>
            </a:r>
            <a:r>
              <a:rPr lang="en-IN" sz="2400" dirty="0">
                <a:effectLst/>
                <a:latin typeface="Calibri" panose="020F0502020204030204" pitchFamily="34" charset="0"/>
                <a:ea typeface="Calibri" panose="020F0502020204030204" pitchFamily="34" charset="0"/>
                <a:cs typeface="Times New Roman" panose="02020603050405020304" pitchFamily="18" charset="0"/>
              </a:rPr>
              <a:t> </a:t>
            </a:r>
            <a:r>
              <a:rPr lang="en-IN" sz="2400" dirty="0" err="1">
                <a:effectLst/>
                <a:latin typeface="Nirmala UI" panose="020B0502040204020203" pitchFamily="34" charset="0"/>
                <a:ea typeface="Calibri" panose="020F0502020204030204" pitchFamily="34" charset="0"/>
                <a:cs typeface="Times New Roman" panose="02020603050405020304" pitchFamily="18" charset="0"/>
              </a:rPr>
              <a:t>असते</a:t>
            </a:r>
            <a:r>
              <a:rPr lang="en-IN" sz="2400" dirty="0">
                <a:effectLst/>
                <a:latin typeface="Calibri" panose="020F0502020204030204" pitchFamily="34" charset="0"/>
                <a:ea typeface="Calibri" panose="020F0502020204030204" pitchFamily="34" charset="0"/>
                <a:cs typeface="Times New Roman" panose="02020603050405020304" pitchFamily="18" charset="0"/>
              </a:rPr>
              <a:t>. </a:t>
            </a:r>
            <a:r>
              <a:rPr lang="en-IN" sz="2400" dirty="0">
                <a:effectLst/>
                <a:latin typeface="Nirmala UI" panose="020B0502040204020203" pitchFamily="34" charset="0"/>
                <a:ea typeface="Calibri" panose="020F0502020204030204" pitchFamily="34" charset="0"/>
                <a:cs typeface="Times New Roman" panose="02020603050405020304" pitchFamily="18" charset="0"/>
              </a:rPr>
              <a:t>या</a:t>
            </a:r>
            <a:r>
              <a:rPr lang="en-IN" sz="2400" dirty="0">
                <a:effectLst/>
                <a:latin typeface="Calibri" panose="020F0502020204030204" pitchFamily="34" charset="0"/>
                <a:ea typeface="Calibri" panose="020F0502020204030204" pitchFamily="34" charset="0"/>
                <a:cs typeface="Times New Roman" panose="02020603050405020304" pitchFamily="18" charset="0"/>
              </a:rPr>
              <a:t> </a:t>
            </a:r>
            <a:r>
              <a:rPr lang="en-IN" sz="2400" dirty="0" err="1">
                <a:effectLst/>
                <a:latin typeface="Nirmala UI" panose="020B0502040204020203" pitchFamily="34" charset="0"/>
                <a:ea typeface="Calibri" panose="020F0502020204030204" pitchFamily="34" charset="0"/>
                <a:cs typeface="Times New Roman" panose="02020603050405020304" pitchFamily="18" charset="0"/>
              </a:rPr>
              <a:t>जातीसाठी</a:t>
            </a:r>
            <a:r>
              <a:rPr lang="en-IN" sz="2400" dirty="0">
                <a:effectLst/>
                <a:latin typeface="Calibri" panose="020F0502020204030204" pitchFamily="34" charset="0"/>
                <a:ea typeface="Calibri" panose="020F0502020204030204" pitchFamily="34" charset="0"/>
                <a:cs typeface="Times New Roman" panose="02020603050405020304" pitchFamily="18" charset="0"/>
              </a:rPr>
              <a:t> </a:t>
            </a:r>
            <a:r>
              <a:rPr lang="en-IN" sz="2400" dirty="0" err="1">
                <a:effectLst/>
                <a:latin typeface="Nirmala UI" panose="020B0502040204020203" pitchFamily="34" charset="0"/>
                <a:ea typeface="Calibri" panose="020F0502020204030204" pitchFamily="34" charset="0"/>
                <a:cs typeface="Times New Roman" panose="02020603050405020304" pitchFamily="18" charset="0"/>
              </a:rPr>
              <a:t>अनेक</a:t>
            </a:r>
            <a:r>
              <a:rPr lang="en-IN" sz="2400" dirty="0">
                <a:effectLst/>
                <a:latin typeface="Calibri" panose="020F0502020204030204" pitchFamily="34" charset="0"/>
                <a:ea typeface="Calibri" panose="020F0502020204030204" pitchFamily="34" charset="0"/>
                <a:cs typeface="Times New Roman" panose="02020603050405020304" pitchFamily="18" charset="0"/>
              </a:rPr>
              <a:t> </a:t>
            </a:r>
            <a:r>
              <a:rPr lang="en-IN" sz="2400" dirty="0" err="1">
                <a:effectLst/>
                <a:latin typeface="Nirmala UI" panose="020B0502040204020203" pitchFamily="34" charset="0"/>
                <a:ea typeface="Calibri" panose="020F0502020204030204" pitchFamily="34" charset="0"/>
                <a:cs typeface="Times New Roman" panose="02020603050405020304" pitchFamily="18" charset="0"/>
              </a:rPr>
              <a:t>जन्म</a:t>
            </a:r>
            <a:r>
              <a:rPr lang="en-IN" sz="2400" dirty="0">
                <a:effectLst/>
                <a:latin typeface="Calibri" panose="020F0502020204030204" pitchFamily="34" charset="0"/>
                <a:ea typeface="Calibri" panose="020F0502020204030204" pitchFamily="34" charset="0"/>
                <a:cs typeface="Times New Roman" panose="02020603050405020304" pitchFamily="18" charset="0"/>
              </a:rPr>
              <a:t> </a:t>
            </a:r>
            <a:r>
              <a:rPr lang="en-IN" sz="2400" dirty="0" err="1">
                <a:effectLst/>
                <a:latin typeface="Nirmala UI" panose="020B0502040204020203" pitchFamily="34" charset="0"/>
                <a:ea typeface="Calibri" panose="020F0502020204030204" pitchFamily="34" charset="0"/>
                <a:cs typeface="Times New Roman" panose="02020603050405020304" pitchFamily="18" charset="0"/>
              </a:rPr>
              <a:t>सामान्य</a:t>
            </a:r>
            <a:r>
              <a:rPr lang="en-IN" sz="2400" dirty="0">
                <a:effectLst/>
                <a:latin typeface="Calibri" panose="020F0502020204030204" pitchFamily="34" charset="0"/>
                <a:ea typeface="Calibri" panose="020F0502020204030204" pitchFamily="34" charset="0"/>
                <a:cs typeface="Times New Roman" panose="02020603050405020304" pitchFamily="18" charset="0"/>
              </a:rPr>
              <a:t> </a:t>
            </a:r>
            <a:r>
              <a:rPr lang="en-IN" sz="2400" dirty="0">
                <a:effectLst/>
                <a:latin typeface="Nirmala UI" panose="020B0502040204020203" pitchFamily="34" charset="0"/>
                <a:ea typeface="Calibri" panose="020F0502020204030204" pitchFamily="34" charset="0"/>
                <a:cs typeface="Times New Roman" panose="02020603050405020304" pitchFamily="18" charset="0"/>
              </a:rPr>
              <a:t>आहेत</a:t>
            </a:r>
            <a:r>
              <a:rPr lang="en-IN" sz="2400" dirty="0">
                <a:effectLst/>
                <a:latin typeface="Calibri" panose="020F0502020204030204" pitchFamily="34" charset="0"/>
                <a:ea typeface="Calibri" panose="020F0502020204030204" pitchFamily="34" charset="0"/>
                <a:cs typeface="Times New Roman" panose="02020603050405020304" pitchFamily="18" charset="0"/>
              </a:rPr>
              <a:t>- 2, 3, </a:t>
            </a:r>
            <a:r>
              <a:rPr lang="en-IN" sz="2400" dirty="0">
                <a:effectLst/>
                <a:latin typeface="Nirmala UI" panose="020B0502040204020203" pitchFamily="34" charset="0"/>
                <a:ea typeface="Calibri" panose="020F0502020204030204" pitchFamily="34" charset="0"/>
                <a:cs typeface="Times New Roman" panose="02020603050405020304" pitchFamily="18" charset="0"/>
              </a:rPr>
              <a:t>किंवा</a:t>
            </a:r>
            <a:r>
              <a:rPr lang="en-IN" sz="2400" dirty="0">
                <a:effectLst/>
                <a:latin typeface="Calibri" panose="020F0502020204030204" pitchFamily="34" charset="0"/>
                <a:ea typeface="Calibri" panose="020F0502020204030204" pitchFamily="34" charset="0"/>
                <a:cs typeface="Times New Roman" panose="02020603050405020304" pitchFamily="18" charset="0"/>
              </a:rPr>
              <a:t> 4 </a:t>
            </a:r>
            <a:r>
              <a:rPr lang="en-IN" sz="2400" dirty="0" err="1">
                <a:effectLst/>
                <a:latin typeface="Nirmala UI" panose="020B0502040204020203" pitchFamily="34" charset="0"/>
                <a:ea typeface="Calibri" panose="020F0502020204030204" pitchFamily="34" charset="0"/>
                <a:cs typeface="Times New Roman" panose="02020603050405020304" pitchFamily="18" charset="0"/>
              </a:rPr>
              <a:t>मुले</a:t>
            </a:r>
            <a:r>
              <a:rPr lang="en-IN" sz="2400" dirty="0">
                <a:effectLst/>
                <a:latin typeface="Calibri" panose="020F0502020204030204" pitchFamily="34" charset="0"/>
                <a:ea typeface="Calibri" panose="020F0502020204030204" pitchFamily="34" charset="0"/>
                <a:cs typeface="Times New Roman" panose="02020603050405020304" pitchFamily="18" charset="0"/>
              </a:rPr>
              <a:t> </a:t>
            </a:r>
            <a:r>
              <a:rPr lang="en-IN" sz="2400" dirty="0" err="1">
                <a:effectLst/>
                <a:latin typeface="Nirmala UI" panose="020B0502040204020203" pitchFamily="34" charset="0"/>
                <a:ea typeface="Calibri" panose="020F0502020204030204" pitchFamily="34" charset="0"/>
                <a:cs typeface="Times New Roman" panose="02020603050405020304" pitchFamily="18" charset="0"/>
              </a:rPr>
              <a:t>एका</a:t>
            </a:r>
            <a:r>
              <a:rPr lang="en-IN" sz="2400" dirty="0">
                <a:effectLst/>
                <a:latin typeface="Calibri" panose="020F0502020204030204" pitchFamily="34" charset="0"/>
                <a:ea typeface="Calibri" panose="020F0502020204030204" pitchFamily="34" charset="0"/>
                <a:cs typeface="Times New Roman" panose="02020603050405020304" pitchFamily="18" charset="0"/>
              </a:rPr>
              <a:t> </a:t>
            </a:r>
            <a:r>
              <a:rPr lang="en-IN" sz="2400" dirty="0" err="1">
                <a:effectLst/>
                <a:latin typeface="Nirmala UI" panose="020B0502040204020203" pitchFamily="34" charset="0"/>
                <a:ea typeface="Calibri" panose="020F0502020204030204" pitchFamily="34" charset="0"/>
                <a:cs typeface="Times New Roman" panose="02020603050405020304" pitchFamily="18" charset="0"/>
              </a:rPr>
              <a:t>वेळी</a:t>
            </a:r>
            <a:r>
              <a:rPr lang="en-IN" sz="2400" dirty="0">
                <a:effectLst/>
                <a:latin typeface="Calibri" panose="020F0502020204030204" pitchFamily="34" charset="0"/>
                <a:ea typeface="Calibri" panose="020F0502020204030204" pitchFamily="34" charset="0"/>
                <a:cs typeface="Times New Roman" panose="02020603050405020304" pitchFamily="18" charset="0"/>
              </a:rPr>
              <a:t> </a:t>
            </a:r>
            <a:r>
              <a:rPr lang="en-IN" sz="2400" dirty="0" err="1">
                <a:effectLst/>
                <a:latin typeface="Nirmala UI" panose="020B0502040204020203" pitchFamily="34" charset="0"/>
                <a:ea typeface="Calibri" panose="020F0502020204030204" pitchFamily="34" charset="0"/>
                <a:cs typeface="Times New Roman" panose="02020603050405020304" pitchFamily="18" charset="0"/>
              </a:rPr>
              <a:t>जन्माला</a:t>
            </a:r>
            <a:r>
              <a:rPr lang="en-IN" sz="2400" dirty="0">
                <a:effectLst/>
                <a:latin typeface="Calibri" panose="020F0502020204030204" pitchFamily="34" charset="0"/>
                <a:ea typeface="Calibri" panose="020F0502020204030204" pitchFamily="34" charset="0"/>
                <a:cs typeface="Times New Roman" panose="02020603050405020304" pitchFamily="18" charset="0"/>
              </a:rPr>
              <a:t> </a:t>
            </a:r>
            <a:r>
              <a:rPr lang="en-IN" sz="2400" dirty="0" err="1">
                <a:effectLst/>
                <a:latin typeface="Nirmala UI" panose="020B0502040204020203" pitchFamily="34" charset="0"/>
                <a:ea typeface="Calibri" panose="020F0502020204030204" pitchFamily="34" charset="0"/>
                <a:cs typeface="Times New Roman" panose="02020603050405020304" pitchFamily="18" charset="0"/>
              </a:rPr>
              <a:t>येतात</a:t>
            </a:r>
            <a:r>
              <a:rPr lang="en-IN" sz="2400" dirty="0">
                <a:effectLst/>
                <a:latin typeface="Calibri" panose="020F0502020204030204" pitchFamily="34" charset="0"/>
                <a:ea typeface="Calibri" panose="020F0502020204030204" pitchFamily="34" charset="0"/>
                <a:cs typeface="Times New Roman" panose="02020603050405020304" pitchFamily="18" charset="0"/>
              </a:rPr>
              <a:t>. </a:t>
            </a:r>
            <a:r>
              <a:rPr lang="en-IN" sz="2400" dirty="0" err="1">
                <a:effectLst/>
                <a:latin typeface="Nirmala UI" panose="020B0502040204020203" pitchFamily="34" charset="0"/>
                <a:ea typeface="Calibri" panose="020F0502020204030204" pitchFamily="34" charset="0"/>
                <a:cs typeface="Times New Roman" panose="02020603050405020304" pitchFamily="18" charset="0"/>
              </a:rPr>
              <a:t>पहिल्या</a:t>
            </a:r>
            <a:r>
              <a:rPr lang="en-IN" sz="2400" dirty="0">
                <a:effectLst/>
                <a:latin typeface="Calibri" panose="020F0502020204030204" pitchFamily="34" charset="0"/>
                <a:ea typeface="Calibri" panose="020F0502020204030204" pitchFamily="34" charset="0"/>
                <a:cs typeface="Times New Roman" panose="02020603050405020304" pitchFamily="18" charset="0"/>
              </a:rPr>
              <a:t> </a:t>
            </a:r>
            <a:r>
              <a:rPr lang="en-IN" sz="2400" dirty="0" err="1">
                <a:effectLst/>
                <a:latin typeface="Nirmala UI" panose="020B0502040204020203" pitchFamily="34" charset="0"/>
                <a:ea typeface="Calibri" panose="020F0502020204030204" pitchFamily="34" charset="0"/>
                <a:cs typeface="Times New Roman" panose="02020603050405020304" pitchFamily="18" charset="0"/>
              </a:rPr>
              <a:t>किडिंगचे</a:t>
            </a:r>
            <a:r>
              <a:rPr lang="en-IN" sz="2400" dirty="0">
                <a:effectLst/>
                <a:latin typeface="Calibri" panose="020F0502020204030204" pitchFamily="34" charset="0"/>
                <a:ea typeface="Calibri" panose="020F0502020204030204" pitchFamily="34" charset="0"/>
                <a:cs typeface="Times New Roman" panose="02020603050405020304" pitchFamily="18" charset="0"/>
              </a:rPr>
              <a:t> </a:t>
            </a:r>
            <a:r>
              <a:rPr lang="en-IN" sz="2400" dirty="0" err="1">
                <a:effectLst/>
                <a:latin typeface="Nirmala UI" panose="020B0502040204020203" pitchFamily="34" charset="0"/>
                <a:ea typeface="Calibri" panose="020F0502020204030204" pitchFamily="34" charset="0"/>
                <a:cs typeface="Times New Roman" panose="02020603050405020304" pitchFamily="18" charset="0"/>
              </a:rPr>
              <a:t>वय</a:t>
            </a:r>
            <a:r>
              <a:rPr lang="en-IN" sz="2400" dirty="0">
                <a:effectLst/>
                <a:latin typeface="Calibri" panose="020F0502020204030204" pitchFamily="34" charset="0"/>
                <a:ea typeface="Calibri" panose="020F0502020204030204" pitchFamily="34" charset="0"/>
                <a:cs typeface="Times New Roman" panose="02020603050405020304" pitchFamily="18" charset="0"/>
              </a:rPr>
              <a:t> 8-10 </a:t>
            </a:r>
            <a:r>
              <a:rPr lang="en-IN" sz="2400" dirty="0" err="1">
                <a:effectLst/>
                <a:latin typeface="Nirmala UI" panose="020B0502040204020203" pitchFamily="34" charset="0"/>
                <a:ea typeface="Calibri" panose="020F0502020204030204" pitchFamily="34" charset="0"/>
                <a:cs typeface="Times New Roman" panose="02020603050405020304" pitchFamily="18" charset="0"/>
              </a:rPr>
              <a:t>महिने</a:t>
            </a:r>
            <a:r>
              <a:rPr lang="en-IN" sz="2400" dirty="0">
                <a:effectLst/>
                <a:latin typeface="Calibri" panose="020F0502020204030204" pitchFamily="34" charset="0"/>
                <a:ea typeface="Calibri" panose="020F0502020204030204" pitchFamily="34" charset="0"/>
                <a:cs typeface="Times New Roman" panose="02020603050405020304" pitchFamily="18" charset="0"/>
              </a:rPr>
              <a:t> </a:t>
            </a:r>
            <a:r>
              <a:rPr lang="en-IN" sz="2400" dirty="0" err="1">
                <a:effectLst/>
                <a:latin typeface="Nirmala UI" panose="020B0502040204020203" pitchFamily="34" charset="0"/>
                <a:ea typeface="Calibri" panose="020F0502020204030204" pitchFamily="34" charset="0"/>
                <a:cs typeface="Times New Roman" panose="02020603050405020304" pitchFamily="18" charset="0"/>
              </a:rPr>
              <a:t>आहे</a:t>
            </a:r>
            <a:r>
              <a:rPr lang="en-IN" sz="2400" dirty="0">
                <a:effectLst/>
                <a:latin typeface="Calibri" panose="020F0502020204030204" pitchFamily="34" charset="0"/>
                <a:ea typeface="Calibri" panose="020F0502020204030204" pitchFamily="34" charset="0"/>
                <a:cs typeface="Times New Roman" panose="02020603050405020304" pitchFamily="18" charset="0"/>
              </a:rPr>
              <a:t>. 90 </a:t>
            </a:r>
            <a:r>
              <a:rPr lang="en-IN" sz="2400" dirty="0">
                <a:effectLst/>
                <a:latin typeface="Nirmala UI" panose="020B0502040204020203" pitchFamily="34" charset="0"/>
                <a:ea typeface="Calibri" panose="020F0502020204030204" pitchFamily="34" charset="0"/>
                <a:cs typeface="Times New Roman" panose="02020603050405020304" pitchFamily="18" charset="0"/>
              </a:rPr>
              <a:t>ते</a:t>
            </a:r>
            <a:r>
              <a:rPr lang="en-IN" sz="2400" dirty="0">
                <a:effectLst/>
                <a:latin typeface="Calibri" panose="020F0502020204030204" pitchFamily="34" charset="0"/>
                <a:ea typeface="Calibri" panose="020F0502020204030204" pitchFamily="34" charset="0"/>
                <a:cs typeface="Times New Roman" panose="02020603050405020304" pitchFamily="18" charset="0"/>
              </a:rPr>
              <a:t> 120 </a:t>
            </a:r>
            <a:r>
              <a:rPr lang="en-IN" sz="2400" dirty="0" err="1">
                <a:effectLst/>
                <a:latin typeface="Nirmala UI" panose="020B0502040204020203" pitchFamily="34" charset="0"/>
                <a:ea typeface="Calibri" panose="020F0502020204030204" pitchFamily="34" charset="0"/>
                <a:cs typeface="Times New Roman" panose="02020603050405020304" pitchFamily="18" charset="0"/>
              </a:rPr>
              <a:t>दिवसांच्या</a:t>
            </a:r>
            <a:r>
              <a:rPr lang="en-IN" sz="2400" dirty="0">
                <a:effectLst/>
                <a:latin typeface="Calibri" panose="020F0502020204030204" pitchFamily="34" charset="0"/>
                <a:ea typeface="Calibri" panose="020F0502020204030204" pitchFamily="34" charset="0"/>
                <a:cs typeface="Times New Roman" panose="02020603050405020304" pitchFamily="18" charset="0"/>
              </a:rPr>
              <a:t> </a:t>
            </a:r>
            <a:r>
              <a:rPr lang="en-IN" sz="2400" dirty="0" err="1">
                <a:effectLst/>
                <a:latin typeface="Nirmala UI" panose="020B0502040204020203" pitchFamily="34" charset="0"/>
                <a:ea typeface="Calibri" panose="020F0502020204030204" pitchFamily="34" charset="0"/>
                <a:cs typeface="Times New Roman" panose="02020603050405020304" pitchFamily="18" charset="0"/>
              </a:rPr>
              <a:t>दुग्धपान</a:t>
            </a:r>
            <a:r>
              <a:rPr lang="en-IN" sz="2400" dirty="0">
                <a:effectLst/>
                <a:latin typeface="Calibri" panose="020F0502020204030204" pitchFamily="34" charset="0"/>
                <a:ea typeface="Calibri" panose="020F0502020204030204" pitchFamily="34" charset="0"/>
                <a:cs typeface="Times New Roman" panose="02020603050405020304" pitchFamily="18" charset="0"/>
              </a:rPr>
              <a:t> </a:t>
            </a:r>
            <a:r>
              <a:rPr lang="en-IN" sz="2400" dirty="0" err="1">
                <a:effectLst/>
                <a:latin typeface="Nirmala UI" panose="020B0502040204020203" pitchFamily="34" charset="0"/>
                <a:ea typeface="Calibri" panose="020F0502020204030204" pitchFamily="34" charset="0"/>
                <a:cs typeface="Times New Roman" panose="02020603050405020304" pitchFamily="18" charset="0"/>
              </a:rPr>
              <a:t>कालावधीत</a:t>
            </a:r>
            <a:r>
              <a:rPr lang="en-IN" sz="2400" dirty="0">
                <a:effectLst/>
                <a:latin typeface="Calibri" panose="020F0502020204030204" pitchFamily="34" charset="0"/>
                <a:ea typeface="Calibri" panose="020F0502020204030204" pitchFamily="34" charset="0"/>
                <a:cs typeface="Times New Roman" panose="02020603050405020304" pitchFamily="18" charset="0"/>
              </a:rPr>
              <a:t> </a:t>
            </a:r>
            <a:r>
              <a:rPr lang="en-IN" sz="2400" dirty="0" err="1">
                <a:effectLst/>
                <a:latin typeface="Nirmala UI" panose="020B0502040204020203" pitchFamily="34" charset="0"/>
                <a:ea typeface="Calibri" panose="020F0502020204030204" pitchFamily="34" charset="0"/>
                <a:cs typeface="Times New Roman" panose="02020603050405020304" pitchFamily="18" charset="0"/>
              </a:rPr>
              <a:t>सरासरी</a:t>
            </a:r>
            <a:r>
              <a:rPr lang="en-IN" sz="2400" dirty="0">
                <a:effectLst/>
                <a:latin typeface="Calibri" panose="020F0502020204030204" pitchFamily="34" charset="0"/>
                <a:ea typeface="Calibri" panose="020F0502020204030204" pitchFamily="34" charset="0"/>
                <a:cs typeface="Times New Roman" panose="02020603050405020304" pitchFamily="18" charset="0"/>
              </a:rPr>
              <a:t> </a:t>
            </a:r>
            <a:r>
              <a:rPr lang="en-IN" sz="2400" dirty="0" err="1">
                <a:effectLst/>
                <a:latin typeface="Nirmala UI" panose="020B0502040204020203" pitchFamily="34" charset="0"/>
                <a:ea typeface="Calibri" panose="020F0502020204030204" pitchFamily="34" charset="0"/>
                <a:cs typeface="Times New Roman" panose="02020603050405020304" pitchFamily="18" charset="0"/>
              </a:rPr>
              <a:t>दुग्धपान</a:t>
            </a:r>
            <a:r>
              <a:rPr lang="en-IN" sz="2400" dirty="0">
                <a:effectLst/>
                <a:latin typeface="Calibri" panose="020F0502020204030204" pitchFamily="34" charset="0"/>
                <a:ea typeface="Calibri" panose="020F0502020204030204" pitchFamily="34" charset="0"/>
                <a:cs typeface="Times New Roman" panose="02020603050405020304" pitchFamily="18" charset="0"/>
              </a:rPr>
              <a:t> </a:t>
            </a:r>
            <a:r>
              <a:rPr lang="en-IN" sz="2400" dirty="0">
                <a:effectLst/>
                <a:latin typeface="Nirmala UI" panose="020B0502040204020203" pitchFamily="34" charset="0"/>
                <a:ea typeface="Calibri" panose="020F0502020204030204" pitchFamily="34" charset="0"/>
                <a:cs typeface="Times New Roman" panose="02020603050405020304" pitchFamily="18" charset="0"/>
              </a:rPr>
              <a:t>उत्पादन</a:t>
            </a:r>
            <a:r>
              <a:rPr lang="en-IN" sz="2400" dirty="0">
                <a:effectLst/>
                <a:latin typeface="Calibri" panose="020F0502020204030204" pitchFamily="34" charset="0"/>
                <a:ea typeface="Calibri" panose="020F0502020204030204" pitchFamily="34" charset="0"/>
                <a:cs typeface="Times New Roman" panose="02020603050405020304" pitchFamily="18" charset="0"/>
              </a:rPr>
              <a:t> 53 </a:t>
            </a:r>
            <a:r>
              <a:rPr lang="en-IN" sz="2400" dirty="0" err="1">
                <a:effectLst/>
                <a:latin typeface="Nirmala UI" panose="020B0502040204020203" pitchFamily="34" charset="0"/>
                <a:ea typeface="Calibri" panose="020F0502020204030204" pitchFamily="34" charset="0"/>
                <a:cs typeface="Times New Roman" panose="02020603050405020304" pitchFamily="18" charset="0"/>
              </a:rPr>
              <a:t>किलो</a:t>
            </a:r>
            <a:r>
              <a:rPr lang="en-IN" sz="2400" dirty="0">
                <a:effectLst/>
                <a:latin typeface="Calibri" panose="020F0502020204030204" pitchFamily="34" charset="0"/>
                <a:ea typeface="Calibri" panose="020F0502020204030204" pitchFamily="34" charset="0"/>
                <a:cs typeface="Times New Roman" panose="02020603050405020304" pitchFamily="18" charset="0"/>
              </a:rPr>
              <a:t> </a:t>
            </a:r>
            <a:r>
              <a:rPr lang="en-IN" sz="2400" dirty="0" err="1">
                <a:effectLst/>
                <a:latin typeface="Nirmala UI" panose="020B0502040204020203" pitchFamily="34" charset="0"/>
                <a:ea typeface="Calibri" panose="020F0502020204030204" pitchFamily="34" charset="0"/>
                <a:cs typeface="Times New Roman" panose="02020603050405020304" pitchFamily="18" charset="0"/>
              </a:rPr>
              <a:t>आहे</a:t>
            </a:r>
            <a:r>
              <a:rPr lang="en-IN" sz="2400" dirty="0">
                <a:effectLst/>
                <a:latin typeface="Calibri" panose="020F0502020204030204" pitchFamily="34" charset="0"/>
                <a:ea typeface="Calibri" panose="020F0502020204030204" pitchFamily="34" charset="0"/>
                <a:cs typeface="Times New Roman" panose="02020603050405020304" pitchFamily="18" charset="0"/>
              </a:rPr>
              <a:t>.</a:t>
            </a:r>
          </a:p>
          <a:p>
            <a:endParaRPr lang="en-IN" dirty="0"/>
          </a:p>
        </p:txBody>
      </p:sp>
    </p:spTree>
    <p:extLst>
      <p:ext uri="{BB962C8B-B14F-4D97-AF65-F5344CB8AC3E}">
        <p14:creationId xmlns:p14="http://schemas.microsoft.com/office/powerpoint/2010/main" val="307215639"/>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9ECDCDC-E6EB-431B-8DD3-765FAFBB57CA}"/>
              </a:ext>
            </a:extLst>
          </p:cNvPr>
          <p:cNvSpPr>
            <a:spLocks noGrp="1"/>
          </p:cNvSpPr>
          <p:nvPr>
            <p:ph type="title"/>
          </p:nvPr>
        </p:nvSpPr>
        <p:spPr>
          <a:xfrm>
            <a:off x="839788" y="457200"/>
            <a:ext cx="3932237" cy="530225"/>
          </a:xfrm>
        </p:spPr>
        <p:txBody>
          <a:bodyPr>
            <a:normAutofit/>
          </a:bodyPr>
          <a:lstStyle/>
          <a:p>
            <a:pPr algn="ctr"/>
            <a:r>
              <a:rPr lang="en-IN" sz="2400" dirty="0" err="1">
                <a:solidFill>
                  <a:srgbClr val="FF0000"/>
                </a:solidFill>
                <a:effectLst/>
                <a:latin typeface="Nirmala UI" panose="020B0502040204020203" pitchFamily="34" charset="0"/>
                <a:ea typeface="Calibri" panose="020F0502020204030204" pitchFamily="34" charset="0"/>
              </a:rPr>
              <a:t>सिरोही</a:t>
            </a:r>
            <a:endParaRPr lang="en-IN" dirty="0">
              <a:solidFill>
                <a:srgbClr val="FF0000"/>
              </a:solidFill>
            </a:endParaRPr>
          </a:p>
        </p:txBody>
      </p:sp>
      <p:pic>
        <p:nvPicPr>
          <p:cNvPr id="6" name="Content Placeholder 5">
            <a:extLst>
              <a:ext uri="{FF2B5EF4-FFF2-40B4-BE49-F238E27FC236}">
                <a16:creationId xmlns:a16="http://schemas.microsoft.com/office/drawing/2014/main" id="{74C6C1CE-B442-4DBA-A479-9382CBDCA644}"/>
              </a:ext>
            </a:extLst>
          </p:cNvPr>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5183188" y="1688306"/>
            <a:ext cx="6172200" cy="3471862"/>
          </a:xfrm>
        </p:spPr>
      </p:pic>
      <p:sp>
        <p:nvSpPr>
          <p:cNvPr id="4" name="Text Placeholder 3">
            <a:extLst>
              <a:ext uri="{FF2B5EF4-FFF2-40B4-BE49-F238E27FC236}">
                <a16:creationId xmlns:a16="http://schemas.microsoft.com/office/drawing/2014/main" id="{3A8DCC2F-EF22-4226-BB20-1FA8D4E92035}"/>
              </a:ext>
            </a:extLst>
          </p:cNvPr>
          <p:cNvSpPr>
            <a:spLocks noGrp="1"/>
          </p:cNvSpPr>
          <p:nvPr>
            <p:ph type="body" sz="half" idx="2"/>
          </p:nvPr>
        </p:nvSpPr>
        <p:spPr>
          <a:xfrm>
            <a:off x="839788" y="995363"/>
            <a:ext cx="3932237" cy="4873625"/>
          </a:xfrm>
        </p:spPr>
        <p:txBody>
          <a:bodyPr>
            <a:normAutofit fontScale="85000" lnSpcReduction="10000"/>
          </a:bodyPr>
          <a:lstStyle/>
          <a:p>
            <a:pPr marL="285750" indent="-285750">
              <a:lnSpc>
                <a:spcPct val="107000"/>
              </a:lnSpc>
              <a:spcAft>
                <a:spcPts val="800"/>
              </a:spcAft>
              <a:buFont typeface="Arial" panose="020B0604020202020204" pitchFamily="34" charset="0"/>
              <a:buChar char="•"/>
            </a:pPr>
            <a:r>
              <a:rPr lang="en-IN" sz="1800" dirty="0">
                <a:effectLst/>
                <a:latin typeface="Nirmala UI" panose="020B0502040204020203" pitchFamily="34" charset="0"/>
                <a:ea typeface="Calibri" panose="020F0502020204030204" pitchFamily="34" charset="0"/>
                <a:cs typeface="Times New Roman" panose="02020603050405020304" pitchFamily="18" charset="0"/>
              </a:rPr>
              <a:t>या</a:t>
            </a:r>
            <a:r>
              <a:rPr lang="en-IN" sz="1800" dirty="0">
                <a:effectLst/>
                <a:latin typeface="Calibri" panose="020F0502020204030204" pitchFamily="34" charset="0"/>
                <a:ea typeface="Calibri" panose="020F0502020204030204" pitchFamily="34" charset="0"/>
                <a:cs typeface="Times New Roman" panose="02020603050405020304" pitchFamily="18" charset="0"/>
              </a:rPr>
              <a:t> </a:t>
            </a:r>
            <a:r>
              <a:rPr lang="en-IN" sz="1800" dirty="0" err="1">
                <a:effectLst/>
                <a:latin typeface="Nirmala UI" panose="020B0502040204020203" pitchFamily="34" charset="0"/>
                <a:ea typeface="Calibri" panose="020F0502020204030204" pitchFamily="34" charset="0"/>
                <a:cs typeface="Times New Roman" panose="02020603050405020304" pitchFamily="18" charset="0"/>
              </a:rPr>
              <a:t>भारतीय</a:t>
            </a:r>
            <a:r>
              <a:rPr lang="en-IN" sz="1800" dirty="0">
                <a:effectLst/>
                <a:latin typeface="Calibri" panose="020F0502020204030204" pitchFamily="34" charset="0"/>
                <a:ea typeface="Calibri" panose="020F0502020204030204" pitchFamily="34" charset="0"/>
                <a:cs typeface="Times New Roman" panose="02020603050405020304" pitchFamily="18" charset="0"/>
              </a:rPr>
              <a:t> </a:t>
            </a:r>
            <a:r>
              <a:rPr lang="en-IN" sz="1800" dirty="0" err="1">
                <a:effectLst/>
                <a:latin typeface="Nirmala UI" panose="020B0502040204020203" pitchFamily="34" charset="0"/>
                <a:ea typeface="Calibri" panose="020F0502020204030204" pitchFamily="34" charset="0"/>
                <a:cs typeface="Times New Roman" panose="02020603050405020304" pitchFamily="18" charset="0"/>
              </a:rPr>
              <a:t>देशी</a:t>
            </a:r>
            <a:r>
              <a:rPr lang="en-IN" sz="1800" dirty="0">
                <a:effectLst/>
                <a:latin typeface="Calibri" panose="020F0502020204030204" pitchFamily="34" charset="0"/>
                <a:ea typeface="Calibri" panose="020F0502020204030204" pitchFamily="34" charset="0"/>
                <a:cs typeface="Times New Roman" panose="02020603050405020304" pitchFamily="18" charset="0"/>
              </a:rPr>
              <a:t> </a:t>
            </a:r>
            <a:r>
              <a:rPr lang="en-IN" sz="1800" dirty="0" err="1">
                <a:effectLst/>
                <a:latin typeface="Nirmala UI" panose="020B0502040204020203" pitchFamily="34" charset="0"/>
                <a:ea typeface="Calibri" panose="020F0502020204030204" pitchFamily="34" charset="0"/>
                <a:cs typeface="Times New Roman" panose="02020603050405020304" pitchFamily="18" charset="0"/>
              </a:rPr>
              <a:t>शेळीच्या</a:t>
            </a:r>
            <a:r>
              <a:rPr lang="en-IN" sz="1800" dirty="0">
                <a:effectLst/>
                <a:latin typeface="Calibri" panose="020F0502020204030204" pitchFamily="34" charset="0"/>
                <a:ea typeface="Calibri" panose="020F0502020204030204" pitchFamily="34" charset="0"/>
                <a:cs typeface="Times New Roman" panose="02020603050405020304" pitchFamily="18" charset="0"/>
              </a:rPr>
              <a:t> </a:t>
            </a:r>
            <a:r>
              <a:rPr lang="en-IN" sz="1800" dirty="0" err="1">
                <a:effectLst/>
                <a:latin typeface="Nirmala UI" panose="020B0502040204020203" pitchFamily="34" charset="0"/>
                <a:ea typeface="Calibri" panose="020F0502020204030204" pitchFamily="34" charset="0"/>
                <a:cs typeface="Times New Roman" panose="02020603050405020304" pitchFamily="18" charset="0"/>
              </a:rPr>
              <a:t>जातीचा</a:t>
            </a:r>
            <a:r>
              <a:rPr lang="en-IN" sz="1800" dirty="0">
                <a:effectLst/>
                <a:latin typeface="Calibri" panose="020F0502020204030204" pitchFamily="34" charset="0"/>
                <a:ea typeface="Calibri" panose="020F0502020204030204" pitchFamily="34" charset="0"/>
                <a:cs typeface="Times New Roman" panose="02020603050405020304" pitchFamily="18" charset="0"/>
              </a:rPr>
              <a:t> </a:t>
            </a:r>
            <a:r>
              <a:rPr lang="en-IN" sz="1800" dirty="0" err="1">
                <a:effectLst/>
                <a:latin typeface="Nirmala UI" panose="020B0502040204020203" pitchFamily="34" charset="0"/>
                <a:ea typeface="Calibri" panose="020F0502020204030204" pitchFamily="34" charset="0"/>
                <a:cs typeface="Times New Roman" panose="02020603050405020304" pitchFamily="18" charset="0"/>
              </a:rPr>
              <a:t>उगम</a:t>
            </a:r>
            <a:r>
              <a:rPr lang="en-IN" sz="1800" dirty="0">
                <a:effectLst/>
                <a:latin typeface="Calibri" panose="020F0502020204030204" pitchFamily="34" charset="0"/>
                <a:ea typeface="Calibri" panose="020F0502020204030204" pitchFamily="34" charset="0"/>
                <a:cs typeface="Times New Roman" panose="02020603050405020304" pitchFamily="18" charset="0"/>
              </a:rPr>
              <a:t> </a:t>
            </a:r>
            <a:r>
              <a:rPr lang="en-IN" sz="1800" dirty="0" err="1">
                <a:effectLst/>
                <a:latin typeface="Nirmala UI" panose="020B0502040204020203" pitchFamily="34" charset="0"/>
                <a:ea typeface="Calibri" panose="020F0502020204030204" pitchFamily="34" charset="0"/>
                <a:cs typeface="Times New Roman" panose="02020603050405020304" pitchFamily="18" charset="0"/>
              </a:rPr>
              <a:t>राजस्थानच्या</a:t>
            </a:r>
            <a:r>
              <a:rPr lang="en-IN" sz="1800" dirty="0">
                <a:effectLst/>
                <a:latin typeface="Calibri" panose="020F0502020204030204" pitchFamily="34" charset="0"/>
                <a:ea typeface="Calibri" panose="020F0502020204030204" pitchFamily="34" charset="0"/>
                <a:cs typeface="Times New Roman" panose="02020603050405020304" pitchFamily="18" charset="0"/>
              </a:rPr>
              <a:t> </a:t>
            </a:r>
            <a:r>
              <a:rPr lang="en-IN" sz="1800" dirty="0" err="1">
                <a:effectLst/>
                <a:latin typeface="Nirmala UI" panose="020B0502040204020203" pitchFamily="34" charset="0"/>
                <a:ea typeface="Calibri" panose="020F0502020204030204" pitchFamily="34" charset="0"/>
                <a:cs typeface="Times New Roman" panose="02020603050405020304" pitchFamily="18" charset="0"/>
              </a:rPr>
              <a:t>सिरोही</a:t>
            </a:r>
            <a:r>
              <a:rPr lang="en-IN" sz="1800" dirty="0">
                <a:effectLst/>
                <a:latin typeface="Calibri" panose="020F0502020204030204" pitchFamily="34" charset="0"/>
                <a:ea typeface="Calibri" panose="020F0502020204030204" pitchFamily="34" charset="0"/>
                <a:cs typeface="Times New Roman" panose="02020603050405020304" pitchFamily="18" charset="0"/>
              </a:rPr>
              <a:t> </a:t>
            </a:r>
            <a:r>
              <a:rPr lang="en-IN" sz="1800" dirty="0" err="1">
                <a:effectLst/>
                <a:latin typeface="Nirmala UI" panose="020B0502040204020203" pitchFamily="34" charset="0"/>
                <a:ea typeface="Calibri" panose="020F0502020204030204" pitchFamily="34" charset="0"/>
                <a:cs typeface="Times New Roman" panose="02020603050405020304" pitchFamily="18" charset="0"/>
              </a:rPr>
              <a:t>जिल्ह्यात</a:t>
            </a:r>
            <a:r>
              <a:rPr lang="en-IN" sz="1800" dirty="0">
                <a:effectLst/>
                <a:latin typeface="Calibri" panose="020F0502020204030204" pitchFamily="34" charset="0"/>
                <a:ea typeface="Calibri" panose="020F0502020204030204" pitchFamily="34" charset="0"/>
                <a:cs typeface="Times New Roman" panose="02020603050405020304" pitchFamily="18" charset="0"/>
              </a:rPr>
              <a:t> </a:t>
            </a:r>
            <a:r>
              <a:rPr lang="en-IN" sz="1800" dirty="0">
                <a:effectLst/>
                <a:latin typeface="Nirmala UI" panose="020B0502040204020203" pitchFamily="34" charset="0"/>
                <a:ea typeface="Calibri" panose="020F0502020204030204" pitchFamily="34" charset="0"/>
                <a:cs typeface="Times New Roman" panose="02020603050405020304" pitchFamily="18" charset="0"/>
              </a:rPr>
              <a:t>झाला</a:t>
            </a:r>
            <a:r>
              <a:rPr lang="en-IN" sz="1800" dirty="0">
                <a:effectLst/>
                <a:latin typeface="Calibri" panose="020F0502020204030204" pitchFamily="34" charset="0"/>
                <a:ea typeface="Calibri" panose="020F0502020204030204" pitchFamily="34" charset="0"/>
                <a:cs typeface="Times New Roman" panose="02020603050405020304" pitchFamily="18" charset="0"/>
              </a:rPr>
              <a:t>. </a:t>
            </a:r>
            <a:r>
              <a:rPr lang="en-IN" sz="1800" dirty="0">
                <a:effectLst/>
                <a:latin typeface="Nirmala UI" panose="020B0502040204020203" pitchFamily="34" charset="0"/>
                <a:ea typeface="Calibri" panose="020F0502020204030204" pitchFamily="34" charset="0"/>
                <a:cs typeface="Times New Roman" panose="02020603050405020304" pitchFamily="18" charset="0"/>
              </a:rPr>
              <a:t>ही</a:t>
            </a:r>
            <a:r>
              <a:rPr lang="en-IN" sz="1800" dirty="0">
                <a:effectLst/>
                <a:latin typeface="Calibri" panose="020F0502020204030204" pitchFamily="34" charset="0"/>
                <a:ea typeface="Calibri" panose="020F0502020204030204" pitchFamily="34" charset="0"/>
                <a:cs typeface="Times New Roman" panose="02020603050405020304" pitchFamily="18" charset="0"/>
              </a:rPr>
              <a:t> </a:t>
            </a:r>
            <a:r>
              <a:rPr lang="en-IN" sz="1800" dirty="0" err="1">
                <a:effectLst/>
                <a:latin typeface="Nirmala UI" panose="020B0502040204020203" pitchFamily="34" charset="0"/>
                <a:ea typeface="Calibri" panose="020F0502020204030204" pitchFamily="34" charset="0"/>
                <a:cs typeface="Times New Roman" panose="02020603050405020304" pitchFamily="18" charset="0"/>
              </a:rPr>
              <a:t>एक</a:t>
            </a:r>
            <a:r>
              <a:rPr lang="en-IN" sz="1800" dirty="0">
                <a:effectLst/>
                <a:latin typeface="Calibri" panose="020F0502020204030204" pitchFamily="34" charset="0"/>
                <a:ea typeface="Calibri" panose="020F0502020204030204" pitchFamily="34" charset="0"/>
                <a:cs typeface="Times New Roman" panose="02020603050405020304" pitchFamily="18" charset="0"/>
              </a:rPr>
              <a:t> </a:t>
            </a:r>
            <a:r>
              <a:rPr lang="en-IN" sz="1800" dirty="0" err="1">
                <a:effectLst/>
                <a:latin typeface="Nirmala UI" panose="020B0502040204020203" pitchFamily="34" charset="0"/>
                <a:ea typeface="Calibri" panose="020F0502020204030204" pitchFamily="34" charset="0"/>
                <a:cs typeface="Times New Roman" panose="02020603050405020304" pitchFamily="18" charset="0"/>
              </a:rPr>
              <a:t>मध्यम</a:t>
            </a:r>
            <a:r>
              <a:rPr lang="en-IN" sz="1800" dirty="0">
                <a:effectLst/>
                <a:latin typeface="Calibri" panose="020F0502020204030204" pitchFamily="34" charset="0"/>
                <a:ea typeface="Calibri" panose="020F0502020204030204" pitchFamily="34" charset="0"/>
                <a:cs typeface="Times New Roman" panose="02020603050405020304" pitchFamily="18" charset="0"/>
              </a:rPr>
              <a:t> </a:t>
            </a:r>
            <a:r>
              <a:rPr lang="en-IN" sz="1800" dirty="0">
                <a:effectLst/>
                <a:latin typeface="Nirmala UI" panose="020B0502040204020203" pitchFamily="34" charset="0"/>
                <a:ea typeface="Calibri" panose="020F0502020204030204" pitchFamily="34" charset="0"/>
                <a:cs typeface="Times New Roman" panose="02020603050405020304" pitchFamily="18" charset="0"/>
              </a:rPr>
              <a:t>ते</a:t>
            </a:r>
            <a:r>
              <a:rPr lang="en-IN" sz="1800" dirty="0">
                <a:effectLst/>
                <a:latin typeface="Calibri" panose="020F0502020204030204" pitchFamily="34" charset="0"/>
                <a:ea typeface="Calibri" panose="020F0502020204030204" pitchFamily="34" charset="0"/>
                <a:cs typeface="Times New Roman" panose="02020603050405020304" pitchFamily="18" charset="0"/>
              </a:rPr>
              <a:t> </a:t>
            </a:r>
            <a:r>
              <a:rPr lang="en-IN" sz="1800" dirty="0" err="1">
                <a:effectLst/>
                <a:latin typeface="Nirmala UI" panose="020B0502040204020203" pitchFamily="34" charset="0"/>
                <a:ea typeface="Calibri" panose="020F0502020204030204" pitchFamily="34" charset="0"/>
                <a:cs typeface="Times New Roman" panose="02020603050405020304" pitchFamily="18" charset="0"/>
              </a:rPr>
              <a:t>मोठ्या</a:t>
            </a:r>
            <a:r>
              <a:rPr lang="en-IN" sz="1800" dirty="0">
                <a:effectLst/>
                <a:latin typeface="Calibri" panose="020F0502020204030204" pitchFamily="34" charset="0"/>
                <a:ea typeface="Calibri" panose="020F0502020204030204" pitchFamily="34" charset="0"/>
                <a:cs typeface="Times New Roman" panose="02020603050405020304" pitchFamily="18" charset="0"/>
              </a:rPr>
              <a:t> </a:t>
            </a:r>
            <a:r>
              <a:rPr lang="en-IN" sz="1800" dirty="0" err="1">
                <a:effectLst/>
                <a:latin typeface="Nirmala UI" panose="020B0502040204020203" pitchFamily="34" charset="0"/>
                <a:ea typeface="Calibri" panose="020F0502020204030204" pitchFamily="34" charset="0"/>
                <a:cs typeface="Times New Roman" panose="02020603050405020304" pitchFamily="18" charset="0"/>
              </a:rPr>
              <a:t>आकाराची</a:t>
            </a:r>
            <a:r>
              <a:rPr lang="en-IN" sz="1800" dirty="0">
                <a:effectLst/>
                <a:latin typeface="Calibri" panose="020F0502020204030204" pitchFamily="34" charset="0"/>
                <a:ea typeface="Calibri" panose="020F0502020204030204" pitchFamily="34" charset="0"/>
                <a:cs typeface="Times New Roman" panose="02020603050405020304" pitchFamily="18" charset="0"/>
              </a:rPr>
              <a:t> </a:t>
            </a:r>
            <a:r>
              <a:rPr lang="en-IN" sz="1800" dirty="0" err="1">
                <a:effectLst/>
                <a:latin typeface="Nirmala UI" panose="020B0502040204020203" pitchFamily="34" charset="0"/>
                <a:ea typeface="Calibri" panose="020F0502020204030204" pitchFamily="34" charset="0"/>
                <a:cs typeface="Times New Roman" panose="02020603050405020304" pitchFamily="18" charset="0"/>
              </a:rPr>
              <a:t>शेळीची</a:t>
            </a:r>
            <a:r>
              <a:rPr lang="en-IN" sz="1800" dirty="0">
                <a:effectLst/>
                <a:latin typeface="Calibri" panose="020F0502020204030204" pitchFamily="34" charset="0"/>
                <a:ea typeface="Calibri" panose="020F0502020204030204" pitchFamily="34" charset="0"/>
                <a:cs typeface="Times New Roman" panose="02020603050405020304" pitchFamily="18" charset="0"/>
              </a:rPr>
              <a:t> </a:t>
            </a:r>
            <a:r>
              <a:rPr lang="en-IN" sz="1800" dirty="0" err="1">
                <a:effectLst/>
                <a:latin typeface="Nirmala UI" panose="020B0502040204020203" pitchFamily="34" charset="0"/>
                <a:ea typeface="Calibri" panose="020F0502020204030204" pitchFamily="34" charset="0"/>
                <a:cs typeface="Times New Roman" panose="02020603050405020304" pitchFamily="18" charset="0"/>
              </a:rPr>
              <a:t>जात</a:t>
            </a:r>
            <a:r>
              <a:rPr lang="en-IN" sz="1800" dirty="0">
                <a:effectLst/>
                <a:latin typeface="Calibri" panose="020F0502020204030204" pitchFamily="34" charset="0"/>
                <a:ea typeface="Calibri" panose="020F0502020204030204" pitchFamily="34" charset="0"/>
                <a:cs typeface="Times New Roman" panose="02020603050405020304" pitchFamily="18" charset="0"/>
              </a:rPr>
              <a:t> </a:t>
            </a:r>
            <a:r>
              <a:rPr lang="en-IN" sz="1800" dirty="0" err="1">
                <a:effectLst/>
                <a:latin typeface="Nirmala UI" panose="020B0502040204020203" pitchFamily="34" charset="0"/>
                <a:ea typeface="Calibri" panose="020F0502020204030204" pitchFamily="34" charset="0"/>
                <a:cs typeface="Times New Roman" panose="02020603050405020304" pitchFamily="18" charset="0"/>
              </a:rPr>
              <a:t>आहे</a:t>
            </a:r>
            <a:r>
              <a:rPr lang="en-IN" sz="1800" dirty="0">
                <a:effectLst/>
                <a:latin typeface="Calibri" panose="020F0502020204030204" pitchFamily="34" charset="0"/>
                <a:ea typeface="Calibri" panose="020F0502020204030204" pitchFamily="34" charset="0"/>
                <a:cs typeface="Times New Roman" panose="02020603050405020304" pitchFamily="18" charset="0"/>
              </a:rPr>
              <a:t> </a:t>
            </a:r>
            <a:r>
              <a:rPr lang="en-IN" sz="1800" dirty="0" err="1">
                <a:effectLst/>
                <a:latin typeface="Nirmala UI" panose="020B0502040204020203" pitchFamily="34" charset="0"/>
                <a:ea typeface="Calibri" panose="020F0502020204030204" pitchFamily="34" charset="0"/>
                <a:cs typeface="Times New Roman" panose="02020603050405020304" pitchFamily="18" charset="0"/>
              </a:rPr>
              <a:t>जी</a:t>
            </a:r>
            <a:r>
              <a:rPr lang="en-IN" sz="1800" dirty="0">
                <a:effectLst/>
                <a:latin typeface="Calibri" panose="020F0502020204030204" pitchFamily="34" charset="0"/>
                <a:ea typeface="Calibri" panose="020F0502020204030204" pitchFamily="34" charset="0"/>
                <a:cs typeface="Times New Roman" panose="02020603050405020304" pitchFamily="18" charset="0"/>
              </a:rPr>
              <a:t> </a:t>
            </a:r>
            <a:r>
              <a:rPr lang="en-IN" sz="1800" dirty="0" err="1">
                <a:effectLst/>
                <a:latin typeface="Nirmala UI" panose="020B0502040204020203" pitchFamily="34" charset="0"/>
                <a:ea typeface="Calibri" panose="020F0502020204030204" pitchFamily="34" charset="0"/>
                <a:cs typeface="Times New Roman" panose="02020603050405020304" pitchFamily="18" charset="0"/>
              </a:rPr>
              <a:t>मांस</a:t>
            </a:r>
            <a:r>
              <a:rPr lang="en-IN" sz="1800" dirty="0">
                <a:effectLst/>
                <a:latin typeface="Calibri" panose="020F0502020204030204" pitchFamily="34" charset="0"/>
                <a:ea typeface="Calibri" panose="020F0502020204030204" pitchFamily="34" charset="0"/>
                <a:cs typeface="Times New Roman" panose="02020603050405020304" pitchFamily="18" charset="0"/>
              </a:rPr>
              <a:t> </a:t>
            </a:r>
            <a:r>
              <a:rPr lang="en-IN" sz="1800" dirty="0">
                <a:effectLst/>
                <a:latin typeface="Nirmala UI" panose="020B0502040204020203" pitchFamily="34" charset="0"/>
                <a:ea typeface="Calibri" panose="020F0502020204030204" pitchFamily="34" charset="0"/>
                <a:cs typeface="Times New Roman" panose="02020603050405020304" pitchFamily="18" charset="0"/>
              </a:rPr>
              <a:t>आणि</a:t>
            </a:r>
            <a:r>
              <a:rPr lang="en-IN" sz="1800" dirty="0">
                <a:effectLst/>
                <a:latin typeface="Calibri" panose="020F0502020204030204" pitchFamily="34" charset="0"/>
                <a:ea typeface="Calibri" panose="020F0502020204030204" pitchFamily="34" charset="0"/>
                <a:cs typeface="Times New Roman" panose="02020603050405020304" pitchFamily="18" charset="0"/>
              </a:rPr>
              <a:t> </a:t>
            </a:r>
            <a:r>
              <a:rPr lang="en-IN" sz="1800" dirty="0" err="1">
                <a:effectLst/>
                <a:latin typeface="Nirmala UI" panose="020B0502040204020203" pitchFamily="34" charset="0"/>
                <a:ea typeface="Calibri" panose="020F0502020204030204" pitchFamily="34" charset="0"/>
                <a:cs typeface="Times New Roman" panose="02020603050405020304" pitchFamily="18" charset="0"/>
              </a:rPr>
              <a:t>दूध</a:t>
            </a:r>
            <a:r>
              <a:rPr lang="en-IN" sz="1800" dirty="0">
                <a:effectLst/>
                <a:latin typeface="Calibri" panose="020F0502020204030204" pitchFamily="34" charset="0"/>
                <a:ea typeface="Calibri" panose="020F0502020204030204" pitchFamily="34" charset="0"/>
                <a:cs typeface="Times New Roman" panose="02020603050405020304" pitchFamily="18" charset="0"/>
              </a:rPr>
              <a:t> </a:t>
            </a:r>
            <a:r>
              <a:rPr lang="en-IN" sz="1800" dirty="0" err="1">
                <a:effectLst/>
                <a:latin typeface="Nirmala UI" panose="020B0502040204020203" pitchFamily="34" charset="0"/>
                <a:ea typeface="Calibri" panose="020F0502020204030204" pitchFamily="34" charset="0"/>
                <a:cs typeface="Times New Roman" panose="02020603050405020304" pitchFamily="18" charset="0"/>
              </a:rPr>
              <a:t>दोन्हीसाठी</a:t>
            </a:r>
            <a:r>
              <a:rPr lang="en-IN" sz="1800" dirty="0">
                <a:effectLst/>
                <a:latin typeface="Calibri" panose="020F0502020204030204" pitchFamily="34" charset="0"/>
                <a:ea typeface="Calibri" panose="020F0502020204030204" pitchFamily="34" charset="0"/>
                <a:cs typeface="Times New Roman" panose="02020603050405020304" pitchFamily="18" charset="0"/>
              </a:rPr>
              <a:t> </a:t>
            </a:r>
            <a:r>
              <a:rPr lang="en-IN" sz="1800" dirty="0" err="1">
                <a:effectLst/>
                <a:latin typeface="Nirmala UI" panose="020B0502040204020203" pitchFamily="34" charset="0"/>
                <a:ea typeface="Calibri" panose="020F0502020204030204" pitchFamily="34" charset="0"/>
                <a:cs typeface="Times New Roman" panose="02020603050405020304" pitchFamily="18" charset="0"/>
              </a:rPr>
              <a:t>पाळली</a:t>
            </a:r>
            <a:r>
              <a:rPr lang="en-IN" sz="1800" dirty="0">
                <a:effectLst/>
                <a:latin typeface="Calibri" panose="020F0502020204030204" pitchFamily="34" charset="0"/>
                <a:ea typeface="Calibri" panose="020F0502020204030204" pitchFamily="34" charset="0"/>
                <a:cs typeface="Times New Roman" panose="02020603050405020304" pitchFamily="18" charset="0"/>
              </a:rPr>
              <a:t> </a:t>
            </a:r>
            <a:r>
              <a:rPr lang="en-IN" sz="1800" dirty="0">
                <a:effectLst/>
                <a:latin typeface="Nirmala UI" panose="020B0502040204020203" pitchFamily="34" charset="0"/>
                <a:ea typeface="Calibri" panose="020F0502020204030204" pitchFamily="34" charset="0"/>
                <a:cs typeface="Times New Roman" panose="02020603050405020304" pitchFamily="18" charset="0"/>
              </a:rPr>
              <a:t>जाते</a:t>
            </a:r>
            <a:r>
              <a:rPr lang="en-IN" sz="1800" dirty="0">
                <a:effectLst/>
                <a:latin typeface="Calibri" panose="020F0502020204030204" pitchFamily="34" charset="0"/>
                <a:ea typeface="Calibri" panose="020F0502020204030204" pitchFamily="34" charset="0"/>
                <a:cs typeface="Times New Roman" panose="02020603050405020304" pitchFamily="18" charset="0"/>
              </a:rPr>
              <a:t>. </a:t>
            </a:r>
            <a:r>
              <a:rPr lang="en-IN" sz="1800" dirty="0" err="1">
                <a:effectLst/>
                <a:latin typeface="Nirmala UI" panose="020B0502040204020203" pitchFamily="34" charset="0"/>
                <a:ea typeface="Calibri" panose="020F0502020204030204" pitchFamily="34" charset="0"/>
                <a:cs typeface="Times New Roman" panose="02020603050405020304" pitchFamily="18" charset="0"/>
              </a:rPr>
              <a:t>सिरोही</a:t>
            </a:r>
            <a:r>
              <a:rPr lang="en-IN" sz="1800" dirty="0">
                <a:effectLst/>
                <a:latin typeface="Calibri" panose="020F0502020204030204" pitchFamily="34" charset="0"/>
                <a:ea typeface="Calibri" panose="020F0502020204030204" pitchFamily="34" charset="0"/>
                <a:cs typeface="Times New Roman" panose="02020603050405020304" pitchFamily="18" charset="0"/>
              </a:rPr>
              <a:t> </a:t>
            </a:r>
            <a:r>
              <a:rPr lang="en-IN" sz="1800" dirty="0">
                <a:effectLst/>
                <a:latin typeface="Nirmala UI" panose="020B0502040204020203" pitchFamily="34" charset="0"/>
                <a:ea typeface="Calibri" panose="020F0502020204030204" pitchFamily="34" charset="0"/>
                <a:cs typeface="Times New Roman" panose="02020603050405020304" pitchFamily="18" charset="0"/>
              </a:rPr>
              <a:t>ही</a:t>
            </a:r>
            <a:r>
              <a:rPr lang="en-IN" sz="1800" dirty="0">
                <a:effectLst/>
                <a:latin typeface="Calibri" panose="020F0502020204030204" pitchFamily="34" charset="0"/>
                <a:ea typeface="Calibri" panose="020F0502020204030204" pitchFamily="34" charset="0"/>
                <a:cs typeface="Times New Roman" panose="02020603050405020304" pitchFamily="18" charset="0"/>
              </a:rPr>
              <a:t> </a:t>
            </a:r>
            <a:r>
              <a:rPr lang="en-IN" sz="1800" dirty="0" err="1">
                <a:effectLst/>
                <a:latin typeface="Nirmala UI" panose="020B0502040204020203" pitchFamily="34" charset="0"/>
                <a:ea typeface="Calibri" panose="020F0502020204030204" pitchFamily="34" charset="0"/>
                <a:cs typeface="Times New Roman" panose="02020603050405020304" pitchFamily="18" charset="0"/>
              </a:rPr>
              <a:t>भारतातील</a:t>
            </a:r>
            <a:r>
              <a:rPr lang="en-IN" sz="1800" dirty="0">
                <a:effectLst/>
                <a:latin typeface="Calibri" panose="020F0502020204030204" pitchFamily="34" charset="0"/>
                <a:ea typeface="Calibri" panose="020F0502020204030204" pitchFamily="34" charset="0"/>
                <a:cs typeface="Times New Roman" panose="02020603050405020304" pitchFamily="18" charset="0"/>
              </a:rPr>
              <a:t> </a:t>
            </a:r>
            <a:r>
              <a:rPr lang="en-IN" sz="1800" dirty="0" err="1">
                <a:effectLst/>
                <a:latin typeface="Nirmala UI" panose="020B0502040204020203" pitchFamily="34" charset="0"/>
                <a:ea typeface="Calibri" panose="020F0502020204030204" pitchFamily="34" charset="0"/>
                <a:cs typeface="Times New Roman" panose="02020603050405020304" pitchFamily="18" charset="0"/>
              </a:rPr>
              <a:t>मांसासाठी</a:t>
            </a:r>
            <a:r>
              <a:rPr lang="en-IN" sz="1800" dirty="0">
                <a:effectLst/>
                <a:latin typeface="Calibri" panose="020F0502020204030204" pitchFamily="34" charset="0"/>
                <a:ea typeface="Calibri" panose="020F0502020204030204" pitchFamily="34" charset="0"/>
                <a:cs typeface="Times New Roman" panose="02020603050405020304" pitchFamily="18" charset="0"/>
              </a:rPr>
              <a:t> </a:t>
            </a:r>
            <a:r>
              <a:rPr lang="en-IN" sz="1800" dirty="0" err="1">
                <a:effectLst/>
                <a:latin typeface="Nirmala UI" panose="020B0502040204020203" pitchFamily="34" charset="0"/>
                <a:ea typeface="Calibri" panose="020F0502020204030204" pitchFamily="34" charset="0"/>
                <a:cs typeface="Times New Roman" panose="02020603050405020304" pitchFamily="18" charset="0"/>
              </a:rPr>
              <a:t>सर्वोत्तम</a:t>
            </a:r>
            <a:r>
              <a:rPr lang="en-IN" sz="1800" dirty="0">
                <a:effectLst/>
                <a:latin typeface="Calibri" panose="020F0502020204030204" pitchFamily="34" charset="0"/>
                <a:ea typeface="Calibri" panose="020F0502020204030204" pitchFamily="34" charset="0"/>
                <a:cs typeface="Times New Roman" panose="02020603050405020304" pitchFamily="18" charset="0"/>
              </a:rPr>
              <a:t> </a:t>
            </a:r>
            <a:r>
              <a:rPr lang="en-IN" sz="1800" dirty="0">
                <a:effectLst/>
                <a:latin typeface="Nirmala UI" panose="020B0502040204020203" pitchFamily="34" charset="0"/>
                <a:ea typeface="Calibri" panose="020F0502020204030204" pitchFamily="34" charset="0"/>
                <a:cs typeface="Times New Roman" panose="02020603050405020304" pitchFamily="18" charset="0"/>
              </a:rPr>
              <a:t>शेळी</a:t>
            </a:r>
            <a:r>
              <a:rPr lang="en-IN" sz="1800" dirty="0">
                <a:effectLst/>
                <a:latin typeface="Calibri" panose="020F0502020204030204" pitchFamily="34" charset="0"/>
                <a:ea typeface="Calibri" panose="020F0502020204030204" pitchFamily="34" charset="0"/>
                <a:cs typeface="Times New Roman" panose="02020603050405020304" pitchFamily="18" charset="0"/>
              </a:rPr>
              <a:t> </a:t>
            </a:r>
            <a:r>
              <a:rPr lang="en-IN" sz="1800" dirty="0" err="1">
                <a:effectLst/>
                <a:latin typeface="Nirmala UI" panose="020B0502040204020203" pitchFamily="34" charset="0"/>
                <a:ea typeface="Calibri" panose="020F0502020204030204" pitchFamily="34" charset="0"/>
                <a:cs typeface="Times New Roman" panose="02020603050405020304" pitchFamily="18" charset="0"/>
              </a:rPr>
              <a:t>जातींपैकी</a:t>
            </a:r>
            <a:r>
              <a:rPr lang="en-IN" sz="1800" dirty="0">
                <a:effectLst/>
                <a:latin typeface="Calibri" panose="020F0502020204030204" pitchFamily="34" charset="0"/>
                <a:ea typeface="Calibri" panose="020F0502020204030204" pitchFamily="34" charset="0"/>
                <a:cs typeface="Times New Roman" panose="02020603050405020304" pitchFamily="18" charset="0"/>
              </a:rPr>
              <a:t> </a:t>
            </a:r>
            <a:r>
              <a:rPr lang="en-IN" sz="1800" dirty="0" err="1">
                <a:effectLst/>
                <a:latin typeface="Nirmala UI" panose="020B0502040204020203" pitchFamily="34" charset="0"/>
                <a:ea typeface="Calibri" panose="020F0502020204030204" pitchFamily="34" charset="0"/>
                <a:cs typeface="Times New Roman" panose="02020603050405020304" pitchFamily="18" charset="0"/>
              </a:rPr>
              <a:t>एक</a:t>
            </a:r>
            <a:r>
              <a:rPr lang="en-IN" sz="1800" dirty="0">
                <a:effectLst/>
                <a:latin typeface="Calibri" panose="020F0502020204030204" pitchFamily="34" charset="0"/>
                <a:ea typeface="Calibri" panose="020F0502020204030204" pitchFamily="34" charset="0"/>
                <a:cs typeface="Times New Roman" panose="02020603050405020304" pitchFamily="18" charset="0"/>
              </a:rPr>
              <a:t> </a:t>
            </a:r>
            <a:r>
              <a:rPr lang="en-IN" sz="1800" dirty="0" err="1">
                <a:effectLst/>
                <a:latin typeface="Nirmala UI" panose="020B0502040204020203" pitchFamily="34" charset="0"/>
                <a:ea typeface="Calibri" panose="020F0502020204030204" pitchFamily="34" charset="0"/>
                <a:cs typeface="Times New Roman" panose="02020603050405020304" pitchFamily="18" charset="0"/>
              </a:rPr>
              <a:t>आहे</a:t>
            </a:r>
            <a:r>
              <a:rPr lang="en-IN" sz="1800" dirty="0">
                <a:effectLst/>
                <a:latin typeface="Calibri" panose="020F0502020204030204" pitchFamily="34" charset="0"/>
                <a:ea typeface="Calibri" panose="020F0502020204030204" pitchFamily="34" charset="0"/>
                <a:cs typeface="Times New Roman" panose="02020603050405020304" pitchFamily="18" charset="0"/>
              </a:rPr>
              <a:t>. </a:t>
            </a:r>
            <a:r>
              <a:rPr lang="en-IN" sz="1800" dirty="0">
                <a:effectLst/>
                <a:latin typeface="Nirmala UI" panose="020B0502040204020203" pitchFamily="34" charset="0"/>
                <a:ea typeface="Calibri" panose="020F0502020204030204" pitchFamily="34" charset="0"/>
                <a:cs typeface="Times New Roman" panose="02020603050405020304" pitchFamily="18" charset="0"/>
              </a:rPr>
              <a:t>ही</a:t>
            </a:r>
            <a:r>
              <a:rPr lang="en-IN" sz="1800" dirty="0">
                <a:effectLst/>
                <a:latin typeface="Calibri" panose="020F0502020204030204" pitchFamily="34" charset="0"/>
                <a:ea typeface="Calibri" panose="020F0502020204030204" pitchFamily="34" charset="0"/>
                <a:cs typeface="Times New Roman" panose="02020603050405020304" pitchFamily="18" charset="0"/>
              </a:rPr>
              <a:t> </a:t>
            </a:r>
            <a:r>
              <a:rPr lang="en-IN" sz="1800" dirty="0" err="1">
                <a:effectLst/>
                <a:latin typeface="Nirmala UI" panose="020B0502040204020203" pitchFamily="34" charset="0"/>
                <a:ea typeface="Calibri" panose="020F0502020204030204" pitchFamily="34" charset="0"/>
                <a:cs typeface="Times New Roman" panose="02020603050405020304" pitchFamily="18" charset="0"/>
              </a:rPr>
              <a:t>जात</a:t>
            </a:r>
            <a:r>
              <a:rPr lang="en-IN" sz="1800" dirty="0">
                <a:effectLst/>
                <a:latin typeface="Calibri" panose="020F0502020204030204" pitchFamily="34" charset="0"/>
                <a:ea typeface="Calibri" panose="020F0502020204030204" pitchFamily="34" charset="0"/>
                <a:cs typeface="Times New Roman" panose="02020603050405020304" pitchFamily="18" charset="0"/>
              </a:rPr>
              <a:t> </a:t>
            </a:r>
            <a:r>
              <a:rPr lang="en-IN" sz="1800" dirty="0" err="1">
                <a:effectLst/>
                <a:latin typeface="Nirmala UI" panose="020B0502040204020203" pitchFamily="34" charset="0"/>
                <a:ea typeface="Calibri" panose="020F0502020204030204" pitchFamily="34" charset="0"/>
                <a:cs typeface="Times New Roman" panose="02020603050405020304" pitchFamily="18" charset="0"/>
              </a:rPr>
              <a:t>राजस्थान</a:t>
            </a:r>
            <a:r>
              <a:rPr lang="en-IN" sz="1800" dirty="0">
                <a:effectLst/>
                <a:latin typeface="Calibri" panose="020F0502020204030204" pitchFamily="34" charset="0"/>
                <a:ea typeface="Calibri" panose="020F0502020204030204" pitchFamily="34" charset="0"/>
                <a:cs typeface="Times New Roman" panose="02020603050405020304" pitchFamily="18" charset="0"/>
              </a:rPr>
              <a:t> </a:t>
            </a:r>
            <a:r>
              <a:rPr lang="en-IN" sz="1800" dirty="0">
                <a:effectLst/>
                <a:latin typeface="Nirmala UI" panose="020B0502040204020203" pitchFamily="34" charset="0"/>
                <a:ea typeface="Calibri" panose="020F0502020204030204" pitchFamily="34" charset="0"/>
                <a:cs typeface="Times New Roman" panose="02020603050405020304" pitchFamily="18" charset="0"/>
              </a:rPr>
              <a:t>आणि</a:t>
            </a:r>
            <a:r>
              <a:rPr lang="en-IN" sz="1800" dirty="0">
                <a:effectLst/>
                <a:latin typeface="Calibri" panose="020F0502020204030204" pitchFamily="34" charset="0"/>
                <a:ea typeface="Calibri" panose="020F0502020204030204" pitchFamily="34" charset="0"/>
                <a:cs typeface="Times New Roman" panose="02020603050405020304" pitchFamily="18" charset="0"/>
              </a:rPr>
              <a:t> </a:t>
            </a:r>
            <a:r>
              <a:rPr lang="en-IN" sz="1800" dirty="0" err="1">
                <a:effectLst/>
                <a:latin typeface="Nirmala UI" panose="020B0502040204020203" pitchFamily="34" charset="0"/>
                <a:ea typeface="Calibri" panose="020F0502020204030204" pitchFamily="34" charset="0"/>
                <a:cs typeface="Times New Roman" panose="02020603050405020304" pitchFamily="18" charset="0"/>
              </a:rPr>
              <a:t>लगतच्या</a:t>
            </a:r>
            <a:r>
              <a:rPr lang="en-IN" sz="1800" dirty="0">
                <a:effectLst/>
                <a:latin typeface="Calibri" panose="020F0502020204030204" pitchFamily="34" charset="0"/>
                <a:ea typeface="Calibri" panose="020F0502020204030204" pitchFamily="34" charset="0"/>
                <a:cs typeface="Times New Roman" panose="02020603050405020304" pitchFamily="18" charset="0"/>
              </a:rPr>
              <a:t> </a:t>
            </a:r>
            <a:r>
              <a:rPr lang="en-IN" sz="1800" dirty="0" err="1">
                <a:effectLst/>
                <a:latin typeface="Nirmala UI" panose="020B0502040204020203" pitchFamily="34" charset="0"/>
                <a:ea typeface="Calibri" panose="020F0502020204030204" pitchFamily="34" charset="0"/>
                <a:cs typeface="Times New Roman" panose="02020603050405020304" pitchFamily="18" charset="0"/>
              </a:rPr>
              <a:t>कोरड्या</a:t>
            </a:r>
            <a:r>
              <a:rPr lang="en-IN" sz="1800" dirty="0">
                <a:effectLst/>
                <a:latin typeface="Calibri" panose="020F0502020204030204" pitchFamily="34" charset="0"/>
                <a:ea typeface="Calibri" panose="020F0502020204030204" pitchFamily="34" charset="0"/>
                <a:cs typeface="Times New Roman" panose="02020603050405020304" pitchFamily="18" charset="0"/>
              </a:rPr>
              <a:t> </a:t>
            </a:r>
            <a:r>
              <a:rPr lang="en-IN" sz="1800" dirty="0" err="1">
                <a:effectLst/>
                <a:latin typeface="Nirmala UI" panose="020B0502040204020203" pitchFamily="34" charset="0"/>
                <a:ea typeface="Calibri" panose="020F0502020204030204" pitchFamily="34" charset="0"/>
                <a:cs typeface="Times New Roman" panose="02020603050405020304" pitchFamily="18" charset="0"/>
              </a:rPr>
              <a:t>उष्णकटिबंधीय</a:t>
            </a:r>
            <a:r>
              <a:rPr lang="en-IN" sz="1800" dirty="0">
                <a:effectLst/>
                <a:latin typeface="Calibri" panose="020F0502020204030204" pitchFamily="34" charset="0"/>
                <a:ea typeface="Calibri" panose="020F0502020204030204" pitchFamily="34" charset="0"/>
                <a:cs typeface="Times New Roman" panose="02020603050405020304" pitchFamily="18" charset="0"/>
              </a:rPr>
              <a:t> </a:t>
            </a:r>
            <a:r>
              <a:rPr lang="en-IN" sz="1800" dirty="0" err="1">
                <a:effectLst/>
                <a:latin typeface="Nirmala UI" panose="020B0502040204020203" pitchFamily="34" charset="0"/>
                <a:ea typeface="Calibri" panose="020F0502020204030204" pitchFamily="34" charset="0"/>
                <a:cs typeface="Times New Roman" panose="02020603050405020304" pitchFamily="18" charset="0"/>
              </a:rPr>
              <a:t>वाळवंटातील</a:t>
            </a:r>
            <a:r>
              <a:rPr lang="en-IN" sz="1800" dirty="0">
                <a:effectLst/>
                <a:latin typeface="Calibri" panose="020F0502020204030204" pitchFamily="34" charset="0"/>
                <a:ea typeface="Calibri" panose="020F0502020204030204" pitchFamily="34" charset="0"/>
                <a:cs typeface="Times New Roman" panose="02020603050405020304" pitchFamily="18" charset="0"/>
              </a:rPr>
              <a:t> </a:t>
            </a:r>
            <a:r>
              <a:rPr lang="en-IN" sz="1800" dirty="0" err="1">
                <a:effectLst/>
                <a:latin typeface="Nirmala UI" panose="020B0502040204020203" pitchFamily="34" charset="0"/>
                <a:ea typeface="Calibri" panose="020F0502020204030204" pitchFamily="34" charset="0"/>
                <a:cs typeface="Times New Roman" panose="02020603050405020304" pitchFamily="18" charset="0"/>
              </a:rPr>
              <a:t>हवामानास</a:t>
            </a:r>
            <a:r>
              <a:rPr lang="en-IN" sz="1800" dirty="0">
                <a:effectLst/>
                <a:latin typeface="Calibri" panose="020F0502020204030204" pitchFamily="34" charset="0"/>
                <a:ea typeface="Calibri" panose="020F0502020204030204" pitchFamily="34" charset="0"/>
                <a:cs typeface="Times New Roman" panose="02020603050405020304" pitchFamily="18" charset="0"/>
              </a:rPr>
              <a:t> </a:t>
            </a:r>
            <a:r>
              <a:rPr lang="en-IN" sz="1800" dirty="0" err="1">
                <a:effectLst/>
                <a:latin typeface="Nirmala UI" panose="020B0502040204020203" pitchFamily="34" charset="0"/>
                <a:ea typeface="Calibri" panose="020F0502020204030204" pitchFamily="34" charset="0"/>
                <a:cs typeface="Times New Roman" panose="02020603050405020304" pitchFamily="18" charset="0"/>
              </a:rPr>
              <a:t>अनुकूल</a:t>
            </a:r>
            <a:r>
              <a:rPr lang="en-IN" sz="1800" dirty="0">
                <a:effectLst/>
                <a:latin typeface="Calibri" panose="020F0502020204030204" pitchFamily="34" charset="0"/>
                <a:ea typeface="Calibri" panose="020F0502020204030204" pitchFamily="34" charset="0"/>
                <a:cs typeface="Times New Roman" panose="02020603050405020304" pitchFamily="18" charset="0"/>
              </a:rPr>
              <a:t> </a:t>
            </a:r>
            <a:r>
              <a:rPr lang="en-IN" sz="1800" dirty="0" err="1">
                <a:effectLst/>
                <a:latin typeface="Nirmala UI" panose="020B0502040204020203" pitchFamily="34" charset="0"/>
                <a:ea typeface="Calibri" panose="020F0502020204030204" pitchFamily="34" charset="0"/>
                <a:cs typeface="Times New Roman" panose="02020603050405020304" pitchFamily="18" charset="0"/>
              </a:rPr>
              <a:t>आहे</a:t>
            </a:r>
            <a:r>
              <a:rPr lang="en-IN" sz="1800" dirty="0">
                <a:effectLst/>
                <a:latin typeface="Calibri" panose="020F0502020204030204" pitchFamily="34" charset="0"/>
                <a:ea typeface="Calibri" panose="020F0502020204030204" pitchFamily="34" charset="0"/>
                <a:cs typeface="Times New Roman" panose="02020603050405020304" pitchFamily="18" charset="0"/>
              </a:rPr>
              <a:t>. </a:t>
            </a:r>
          </a:p>
          <a:p>
            <a:pPr marL="285750" indent="-285750">
              <a:lnSpc>
                <a:spcPct val="107000"/>
              </a:lnSpc>
              <a:spcAft>
                <a:spcPts val="800"/>
              </a:spcAft>
              <a:buFont typeface="Arial" panose="020B0604020202020204" pitchFamily="34" charset="0"/>
              <a:buChar char="•"/>
            </a:pPr>
            <a:r>
              <a:rPr lang="en-IN" sz="1800" dirty="0" err="1">
                <a:effectLst/>
                <a:latin typeface="Nirmala UI" panose="020B0502040204020203" pitchFamily="34" charset="0"/>
                <a:ea typeface="Calibri" panose="020F0502020204030204" pitchFamily="34" charset="0"/>
                <a:cs typeface="Times New Roman" panose="02020603050405020304" pitchFamily="18" charset="0"/>
              </a:rPr>
              <a:t>कातडीचा</a:t>
            </a:r>
            <a:r>
              <a:rPr lang="en-IN" sz="1800" dirty="0">
                <a:effectLst/>
                <a:latin typeface="Calibri" panose="020F0502020204030204" pitchFamily="34" charset="0"/>
                <a:ea typeface="Calibri" panose="020F0502020204030204" pitchFamily="34" charset="0"/>
                <a:cs typeface="Times New Roman" panose="02020603050405020304" pitchFamily="18" charset="0"/>
              </a:rPr>
              <a:t> </a:t>
            </a:r>
            <a:r>
              <a:rPr lang="en-IN" sz="1800" dirty="0" err="1">
                <a:effectLst/>
                <a:latin typeface="Nirmala UI" panose="020B0502040204020203" pitchFamily="34" charset="0"/>
                <a:ea typeface="Calibri" panose="020F0502020204030204" pitchFamily="34" charset="0"/>
                <a:cs typeface="Times New Roman" panose="02020603050405020304" pitchFamily="18" charset="0"/>
              </a:rPr>
              <a:t>रंग</a:t>
            </a:r>
            <a:r>
              <a:rPr lang="en-IN" sz="1800" dirty="0">
                <a:effectLst/>
                <a:latin typeface="Calibri" panose="020F0502020204030204" pitchFamily="34" charset="0"/>
                <a:ea typeface="Calibri" panose="020F0502020204030204" pitchFamily="34" charset="0"/>
                <a:cs typeface="Times New Roman" panose="02020603050405020304" pitchFamily="18" charset="0"/>
              </a:rPr>
              <a:t> </a:t>
            </a:r>
            <a:r>
              <a:rPr lang="en-IN" sz="1800" dirty="0" err="1">
                <a:effectLst/>
                <a:latin typeface="Nirmala UI" panose="020B0502040204020203" pitchFamily="34" charset="0"/>
                <a:ea typeface="Calibri" panose="020F0502020204030204" pitchFamily="34" charset="0"/>
                <a:cs typeface="Times New Roman" panose="02020603050405020304" pitchFamily="18" charset="0"/>
              </a:rPr>
              <a:t>तपकिरी</a:t>
            </a:r>
            <a:r>
              <a:rPr lang="en-IN" sz="1800" dirty="0">
                <a:effectLst/>
                <a:latin typeface="Calibri" panose="020F0502020204030204" pitchFamily="34" charset="0"/>
                <a:ea typeface="Calibri" panose="020F0502020204030204" pitchFamily="34" charset="0"/>
                <a:cs typeface="Times New Roman" panose="02020603050405020304" pitchFamily="18" charset="0"/>
              </a:rPr>
              <a:t> </a:t>
            </a:r>
            <a:r>
              <a:rPr lang="en-IN" sz="1800" dirty="0">
                <a:effectLst/>
                <a:latin typeface="Nirmala UI" panose="020B0502040204020203" pitchFamily="34" charset="0"/>
                <a:ea typeface="Calibri" panose="020F0502020204030204" pitchFamily="34" charset="0"/>
                <a:cs typeface="Times New Roman" panose="02020603050405020304" pitchFamily="18" charset="0"/>
              </a:rPr>
              <a:t>आणि</a:t>
            </a:r>
            <a:r>
              <a:rPr lang="en-IN" sz="1800" dirty="0">
                <a:effectLst/>
                <a:latin typeface="Calibri" panose="020F0502020204030204" pitchFamily="34" charset="0"/>
                <a:ea typeface="Calibri" panose="020F0502020204030204" pitchFamily="34" charset="0"/>
                <a:cs typeface="Times New Roman" panose="02020603050405020304" pitchFamily="18" charset="0"/>
              </a:rPr>
              <a:t> </a:t>
            </a:r>
            <a:r>
              <a:rPr lang="en-IN" sz="1800" dirty="0" err="1">
                <a:effectLst/>
                <a:latin typeface="Nirmala UI" panose="020B0502040204020203" pitchFamily="34" charset="0"/>
                <a:ea typeface="Calibri" panose="020F0502020204030204" pitchFamily="34" charset="0"/>
                <a:cs typeface="Times New Roman" panose="02020603050405020304" pitchFamily="18" charset="0"/>
              </a:rPr>
              <a:t>तपकिरी</a:t>
            </a:r>
            <a:r>
              <a:rPr lang="en-IN" sz="1800" dirty="0">
                <a:effectLst/>
                <a:latin typeface="Calibri" panose="020F0502020204030204" pitchFamily="34" charset="0"/>
                <a:ea typeface="Calibri" panose="020F0502020204030204" pitchFamily="34" charset="0"/>
                <a:cs typeface="Times New Roman" panose="02020603050405020304" pitchFamily="18" charset="0"/>
              </a:rPr>
              <a:t> </a:t>
            </a:r>
            <a:r>
              <a:rPr lang="en-IN" sz="1800" dirty="0">
                <a:effectLst/>
                <a:latin typeface="Nirmala UI" panose="020B0502040204020203" pitchFamily="34" charset="0"/>
                <a:ea typeface="Calibri" panose="020F0502020204030204" pitchFamily="34" charset="0"/>
                <a:cs typeface="Times New Roman" panose="02020603050405020304" pitchFamily="18" charset="0"/>
              </a:rPr>
              <a:t>असतो</a:t>
            </a:r>
            <a:r>
              <a:rPr lang="en-IN" sz="1800" dirty="0">
                <a:effectLst/>
                <a:latin typeface="Calibri" panose="020F0502020204030204" pitchFamily="34" charset="0"/>
                <a:ea typeface="Calibri" panose="020F0502020204030204" pitchFamily="34" charset="0"/>
                <a:cs typeface="Times New Roman" panose="02020603050405020304" pitchFamily="18" charset="0"/>
              </a:rPr>
              <a:t> </a:t>
            </a:r>
            <a:r>
              <a:rPr lang="en-IN" sz="1800" dirty="0" err="1">
                <a:effectLst/>
                <a:latin typeface="Nirmala UI" panose="020B0502040204020203" pitchFamily="34" charset="0"/>
                <a:ea typeface="Calibri" panose="020F0502020204030204" pitchFamily="34" charset="0"/>
                <a:cs typeface="Times New Roman" panose="02020603050405020304" pitchFamily="18" charset="0"/>
              </a:rPr>
              <a:t>ज्यात</a:t>
            </a:r>
            <a:r>
              <a:rPr lang="en-IN" sz="1800" dirty="0">
                <a:effectLst/>
                <a:latin typeface="Calibri" panose="020F0502020204030204" pitchFamily="34" charset="0"/>
                <a:ea typeface="Calibri" panose="020F0502020204030204" pitchFamily="34" charset="0"/>
                <a:cs typeface="Times New Roman" panose="02020603050405020304" pitchFamily="18" charset="0"/>
              </a:rPr>
              <a:t> </a:t>
            </a:r>
            <a:r>
              <a:rPr lang="en-IN" sz="1800" dirty="0" err="1">
                <a:effectLst/>
                <a:latin typeface="Nirmala UI" panose="020B0502040204020203" pitchFamily="34" charset="0"/>
                <a:ea typeface="Calibri" panose="020F0502020204030204" pitchFamily="34" charset="0"/>
                <a:cs typeface="Times New Roman" panose="02020603050405020304" pitchFamily="18" charset="0"/>
              </a:rPr>
              <a:t>हलके</a:t>
            </a:r>
            <a:r>
              <a:rPr lang="en-IN" sz="1800" dirty="0">
                <a:effectLst/>
                <a:latin typeface="Calibri" panose="020F0502020204030204" pitchFamily="34" charset="0"/>
                <a:ea typeface="Calibri" panose="020F0502020204030204" pitchFamily="34" charset="0"/>
                <a:cs typeface="Times New Roman" panose="02020603050405020304" pitchFamily="18" charset="0"/>
              </a:rPr>
              <a:t> </a:t>
            </a:r>
            <a:r>
              <a:rPr lang="en-IN" sz="1800" dirty="0">
                <a:effectLst/>
                <a:latin typeface="Nirmala UI" panose="020B0502040204020203" pitchFamily="34" charset="0"/>
                <a:ea typeface="Calibri" panose="020F0502020204030204" pitchFamily="34" charset="0"/>
                <a:cs typeface="Times New Roman" panose="02020603050405020304" pitchFamily="18" charset="0"/>
              </a:rPr>
              <a:t>ते</a:t>
            </a:r>
            <a:r>
              <a:rPr lang="en-IN" sz="1800" dirty="0">
                <a:effectLst/>
                <a:latin typeface="Calibri" panose="020F0502020204030204" pitchFamily="34" charset="0"/>
                <a:ea typeface="Calibri" panose="020F0502020204030204" pitchFamily="34" charset="0"/>
                <a:cs typeface="Times New Roman" panose="02020603050405020304" pitchFamily="18" charset="0"/>
              </a:rPr>
              <a:t> </a:t>
            </a:r>
            <a:r>
              <a:rPr lang="en-IN" sz="1800" dirty="0" err="1">
                <a:effectLst/>
                <a:latin typeface="Nirmala UI" panose="020B0502040204020203" pitchFamily="34" charset="0"/>
                <a:ea typeface="Calibri" panose="020F0502020204030204" pitchFamily="34" charset="0"/>
                <a:cs typeface="Times New Roman" panose="02020603050405020304" pitchFamily="18" charset="0"/>
              </a:rPr>
              <a:t>गडद</a:t>
            </a:r>
            <a:r>
              <a:rPr lang="en-IN" sz="1800" dirty="0">
                <a:effectLst/>
                <a:latin typeface="Calibri" panose="020F0502020204030204" pitchFamily="34" charset="0"/>
                <a:ea typeface="Calibri" panose="020F0502020204030204" pitchFamily="34" charset="0"/>
                <a:cs typeface="Times New Roman" panose="02020603050405020304" pitchFamily="18" charset="0"/>
              </a:rPr>
              <a:t> </a:t>
            </a:r>
            <a:r>
              <a:rPr lang="en-IN" sz="1800" dirty="0" err="1">
                <a:effectLst/>
                <a:latin typeface="Nirmala UI" panose="020B0502040204020203" pitchFamily="34" charset="0"/>
                <a:ea typeface="Calibri" panose="020F0502020204030204" pitchFamily="34" charset="0"/>
                <a:cs typeface="Times New Roman" panose="02020603050405020304" pitchFamily="18" charset="0"/>
              </a:rPr>
              <a:t>तपकिरी</a:t>
            </a:r>
            <a:r>
              <a:rPr lang="en-IN" sz="1800" dirty="0">
                <a:effectLst/>
                <a:latin typeface="Calibri" panose="020F0502020204030204" pitchFamily="34" charset="0"/>
                <a:ea typeface="Calibri" panose="020F0502020204030204" pitchFamily="34" charset="0"/>
                <a:cs typeface="Times New Roman" panose="02020603050405020304" pitchFamily="18" charset="0"/>
              </a:rPr>
              <a:t> </a:t>
            </a:r>
            <a:r>
              <a:rPr lang="en-IN" sz="1800" dirty="0" err="1">
                <a:effectLst/>
                <a:latin typeface="Nirmala UI" panose="020B0502040204020203" pitchFamily="34" charset="0"/>
                <a:ea typeface="Calibri" panose="020F0502020204030204" pitchFamily="34" charset="0"/>
                <a:cs typeface="Times New Roman" panose="02020603050405020304" pitchFamily="18" charset="0"/>
              </a:rPr>
              <a:t>ठिपके</a:t>
            </a:r>
            <a:r>
              <a:rPr lang="en-IN" sz="1800" dirty="0">
                <a:effectLst/>
                <a:latin typeface="Calibri" panose="020F0502020204030204" pitchFamily="34" charset="0"/>
                <a:ea typeface="Calibri" panose="020F0502020204030204" pitchFamily="34" charset="0"/>
                <a:cs typeface="Times New Roman" panose="02020603050405020304" pitchFamily="18" charset="0"/>
              </a:rPr>
              <a:t> </a:t>
            </a:r>
            <a:r>
              <a:rPr lang="en-IN" sz="1800" dirty="0">
                <a:effectLst/>
                <a:latin typeface="Nirmala UI" panose="020B0502040204020203" pitchFamily="34" charset="0"/>
                <a:ea typeface="Calibri" panose="020F0502020204030204" pitchFamily="34" charset="0"/>
                <a:cs typeface="Times New Roman" panose="02020603050405020304" pitchFamily="18" charset="0"/>
              </a:rPr>
              <a:t>असतात</a:t>
            </a:r>
            <a:r>
              <a:rPr lang="en-IN" sz="1800" dirty="0">
                <a:effectLst/>
                <a:latin typeface="Calibri" panose="020F0502020204030204" pitchFamily="34" charset="0"/>
                <a:ea typeface="Calibri" panose="020F0502020204030204" pitchFamily="34" charset="0"/>
                <a:cs typeface="Times New Roman" panose="02020603050405020304" pitchFamily="18" charset="0"/>
              </a:rPr>
              <a:t> (</a:t>
            </a:r>
            <a:r>
              <a:rPr lang="en-IN" sz="1800" dirty="0" err="1">
                <a:effectLst/>
                <a:latin typeface="Nirmala UI" panose="020B0502040204020203" pitchFamily="34" charset="0"/>
                <a:ea typeface="Calibri" panose="020F0502020204030204" pitchFamily="34" charset="0"/>
                <a:cs typeface="Times New Roman" panose="02020603050405020304" pitchFamily="18" charset="0"/>
              </a:rPr>
              <a:t>स्पॉटेड</a:t>
            </a:r>
            <a:r>
              <a:rPr lang="en-IN" sz="1800" dirty="0">
                <a:effectLst/>
                <a:latin typeface="Calibri" panose="020F0502020204030204" pitchFamily="34" charset="0"/>
                <a:ea typeface="Calibri" panose="020F0502020204030204" pitchFamily="34" charset="0"/>
                <a:cs typeface="Times New Roman" panose="02020603050405020304" pitchFamily="18" charset="0"/>
              </a:rPr>
              <a:t> </a:t>
            </a:r>
            <a:r>
              <a:rPr lang="en-IN" sz="1800" dirty="0" err="1">
                <a:effectLst/>
                <a:latin typeface="Nirmala UI" panose="020B0502040204020203" pitchFamily="34" charset="0"/>
                <a:ea typeface="Calibri" panose="020F0502020204030204" pitchFamily="34" charset="0"/>
                <a:cs typeface="Times New Roman" panose="02020603050405020304" pitchFamily="18" charset="0"/>
              </a:rPr>
              <a:t>ब्राऊन</a:t>
            </a:r>
            <a:r>
              <a:rPr lang="en-IN" sz="1800" dirty="0">
                <a:effectLst/>
                <a:latin typeface="Calibri" panose="020F0502020204030204" pitchFamily="34" charset="0"/>
                <a:ea typeface="Calibri" panose="020F0502020204030204" pitchFamily="34" charset="0"/>
                <a:cs typeface="Times New Roman" panose="02020603050405020304" pitchFamily="18" charset="0"/>
              </a:rPr>
              <a:t>). </a:t>
            </a:r>
            <a:r>
              <a:rPr lang="en-IN" sz="1800" dirty="0" err="1">
                <a:effectLst/>
                <a:latin typeface="Nirmala UI" panose="020B0502040204020203" pitchFamily="34" charset="0"/>
                <a:ea typeface="Calibri" panose="020F0502020204030204" pitchFamily="34" charset="0"/>
                <a:cs typeface="Times New Roman" panose="02020603050405020304" pitchFamily="18" charset="0"/>
              </a:rPr>
              <a:t>शरीर</a:t>
            </a:r>
            <a:r>
              <a:rPr lang="en-IN" sz="1800" dirty="0">
                <a:effectLst/>
                <a:latin typeface="Calibri" panose="020F0502020204030204" pitchFamily="34" charset="0"/>
                <a:ea typeface="Calibri" panose="020F0502020204030204" pitchFamily="34" charset="0"/>
                <a:cs typeface="Times New Roman" panose="02020603050405020304" pitchFamily="18" charset="0"/>
              </a:rPr>
              <a:t> </a:t>
            </a:r>
            <a:r>
              <a:rPr lang="en-IN" sz="1800" dirty="0" err="1">
                <a:effectLst/>
                <a:latin typeface="Nirmala UI" panose="020B0502040204020203" pitchFamily="34" charset="0"/>
                <a:ea typeface="Calibri" panose="020F0502020204030204" pitchFamily="34" charset="0"/>
                <a:cs typeface="Times New Roman" panose="02020603050405020304" pitchFamily="18" charset="0"/>
              </a:rPr>
              <a:t>बेलनाकार</a:t>
            </a:r>
            <a:r>
              <a:rPr lang="en-IN" sz="1800" dirty="0">
                <a:effectLst/>
                <a:latin typeface="Calibri" panose="020F0502020204030204" pitchFamily="34" charset="0"/>
                <a:ea typeface="Calibri" panose="020F0502020204030204" pitchFamily="34" charset="0"/>
                <a:cs typeface="Times New Roman" panose="02020603050405020304" pitchFamily="18" charset="0"/>
              </a:rPr>
              <a:t> </a:t>
            </a:r>
            <a:r>
              <a:rPr lang="en-IN" sz="1800" dirty="0" err="1">
                <a:effectLst/>
                <a:latin typeface="Nirmala UI" panose="020B0502040204020203" pitchFamily="34" charset="0"/>
                <a:ea typeface="Calibri" panose="020F0502020204030204" pitchFamily="34" charset="0"/>
                <a:cs typeface="Times New Roman" panose="02020603050405020304" pitchFamily="18" charset="0"/>
              </a:rPr>
              <a:t>आकाराचे</a:t>
            </a:r>
            <a:r>
              <a:rPr lang="en-IN" sz="1800" dirty="0">
                <a:effectLst/>
                <a:latin typeface="Calibri" panose="020F0502020204030204" pitchFamily="34" charset="0"/>
                <a:ea typeface="Calibri" panose="020F0502020204030204" pitchFamily="34" charset="0"/>
                <a:cs typeface="Times New Roman" panose="02020603050405020304" pitchFamily="18" charset="0"/>
              </a:rPr>
              <a:t> </a:t>
            </a:r>
            <a:r>
              <a:rPr lang="en-IN" sz="1800" dirty="0" err="1">
                <a:effectLst/>
                <a:latin typeface="Nirmala UI" panose="020B0502040204020203" pitchFamily="34" charset="0"/>
                <a:ea typeface="Calibri" panose="020F0502020204030204" pitchFamily="34" charset="0"/>
                <a:cs typeface="Times New Roman" panose="02020603050405020304" pitchFamily="18" charset="0"/>
              </a:rPr>
              <a:t>आहे</a:t>
            </a:r>
            <a:r>
              <a:rPr lang="en-IN" sz="1800" dirty="0">
                <a:effectLst/>
                <a:latin typeface="Calibri" panose="020F0502020204030204" pitchFamily="34" charset="0"/>
                <a:ea typeface="Calibri" panose="020F0502020204030204" pitchFamily="34" charset="0"/>
                <a:cs typeface="Times New Roman" panose="02020603050405020304" pitchFamily="18" charset="0"/>
              </a:rPr>
              <a:t> </a:t>
            </a:r>
            <a:r>
              <a:rPr lang="en-IN" sz="1800" dirty="0">
                <a:effectLst/>
                <a:latin typeface="Nirmala UI" panose="020B0502040204020203" pitchFamily="34" charset="0"/>
                <a:ea typeface="Calibri" panose="020F0502020204030204" pitchFamily="34" charset="0"/>
                <a:cs typeface="Times New Roman" panose="02020603050405020304" pitchFamily="18" charset="0"/>
              </a:rPr>
              <a:t>आणि</a:t>
            </a:r>
            <a:r>
              <a:rPr lang="en-IN" sz="1800" dirty="0">
                <a:effectLst/>
                <a:latin typeface="Calibri" panose="020F0502020204030204" pitchFamily="34" charset="0"/>
                <a:ea typeface="Calibri" panose="020F0502020204030204" pitchFamily="34" charset="0"/>
                <a:cs typeface="Times New Roman" panose="02020603050405020304" pitchFamily="18" charset="0"/>
              </a:rPr>
              <a:t> </a:t>
            </a:r>
            <a:r>
              <a:rPr lang="en-IN" sz="1800" dirty="0" err="1">
                <a:effectLst/>
                <a:latin typeface="Nirmala UI" panose="020B0502040204020203" pitchFamily="34" charset="0"/>
                <a:ea typeface="Calibri" panose="020F0502020204030204" pitchFamily="34" charset="0"/>
                <a:cs typeface="Times New Roman" panose="02020603050405020304" pitchFamily="18" charset="0"/>
              </a:rPr>
              <a:t>म्हणूनच</a:t>
            </a:r>
            <a:r>
              <a:rPr lang="en-IN" sz="1800" dirty="0">
                <a:effectLst/>
                <a:latin typeface="Calibri" panose="020F0502020204030204" pitchFamily="34" charset="0"/>
                <a:ea typeface="Calibri" panose="020F0502020204030204" pitchFamily="34" charset="0"/>
                <a:cs typeface="Times New Roman" panose="02020603050405020304" pitchFamily="18" charset="0"/>
              </a:rPr>
              <a:t> </a:t>
            </a:r>
            <a:r>
              <a:rPr lang="en-IN" sz="1800" dirty="0">
                <a:effectLst/>
                <a:latin typeface="Nirmala UI" panose="020B0502040204020203" pitchFamily="34" charset="0"/>
                <a:ea typeface="Calibri" panose="020F0502020204030204" pitchFamily="34" charset="0"/>
                <a:cs typeface="Times New Roman" panose="02020603050405020304" pitchFamily="18" charset="0"/>
              </a:rPr>
              <a:t>ते</a:t>
            </a:r>
            <a:r>
              <a:rPr lang="en-IN" sz="1800" dirty="0">
                <a:effectLst/>
                <a:latin typeface="Calibri" panose="020F0502020204030204" pitchFamily="34" charset="0"/>
                <a:ea typeface="Calibri" panose="020F0502020204030204" pitchFamily="34" charset="0"/>
                <a:cs typeface="Times New Roman" panose="02020603050405020304" pitchFamily="18" charset="0"/>
              </a:rPr>
              <a:t> </a:t>
            </a:r>
            <a:r>
              <a:rPr lang="en-IN" sz="1800" dirty="0" err="1">
                <a:effectLst/>
                <a:latin typeface="Nirmala UI" panose="020B0502040204020203" pitchFamily="34" charset="0"/>
                <a:ea typeface="Calibri" panose="020F0502020204030204" pitchFamily="34" charset="0"/>
                <a:cs typeface="Times New Roman" panose="02020603050405020304" pitchFamily="18" charset="0"/>
              </a:rPr>
              <a:t>एक</a:t>
            </a:r>
            <a:r>
              <a:rPr lang="en-IN" sz="1800" dirty="0">
                <a:effectLst/>
                <a:latin typeface="Calibri" panose="020F0502020204030204" pitchFamily="34" charset="0"/>
                <a:ea typeface="Calibri" panose="020F0502020204030204" pitchFamily="34" charset="0"/>
                <a:cs typeface="Times New Roman" panose="02020603050405020304" pitchFamily="18" charset="0"/>
              </a:rPr>
              <a:t> </a:t>
            </a:r>
            <a:r>
              <a:rPr lang="en-IN" sz="1800" dirty="0" err="1">
                <a:effectLst/>
                <a:latin typeface="Nirmala UI" panose="020B0502040204020203" pitchFamily="34" charset="0"/>
                <a:ea typeface="Calibri" panose="020F0502020204030204" pitchFamily="34" charset="0"/>
                <a:cs typeface="Times New Roman" panose="02020603050405020304" pitchFamily="18" charset="0"/>
              </a:rPr>
              <a:t>चांगले</a:t>
            </a:r>
            <a:r>
              <a:rPr lang="en-IN" sz="1800" dirty="0">
                <a:effectLst/>
                <a:latin typeface="Calibri" panose="020F0502020204030204" pitchFamily="34" charset="0"/>
                <a:ea typeface="Calibri" panose="020F0502020204030204" pitchFamily="34" charset="0"/>
                <a:cs typeface="Times New Roman" panose="02020603050405020304" pitchFamily="18" charset="0"/>
              </a:rPr>
              <a:t> </a:t>
            </a:r>
            <a:r>
              <a:rPr lang="en-IN" sz="1800" dirty="0" err="1">
                <a:effectLst/>
                <a:latin typeface="Nirmala UI" panose="020B0502040204020203" pitchFamily="34" charset="0"/>
                <a:ea typeface="Calibri" panose="020F0502020204030204" pitchFamily="34" charset="0"/>
                <a:cs typeface="Times New Roman" panose="02020603050405020304" pitchFamily="18" charset="0"/>
              </a:rPr>
              <a:t>मांस</a:t>
            </a:r>
            <a:r>
              <a:rPr lang="en-IN" sz="1800" dirty="0">
                <a:effectLst/>
                <a:latin typeface="Calibri" panose="020F0502020204030204" pitchFamily="34" charset="0"/>
                <a:ea typeface="Calibri" panose="020F0502020204030204" pitchFamily="34" charset="0"/>
                <a:cs typeface="Times New Roman" panose="02020603050405020304" pitchFamily="18" charset="0"/>
              </a:rPr>
              <a:t> </a:t>
            </a:r>
            <a:r>
              <a:rPr lang="en-IN" sz="1800" dirty="0">
                <a:effectLst/>
                <a:latin typeface="Nirmala UI" panose="020B0502040204020203" pitchFamily="34" charset="0"/>
                <a:ea typeface="Calibri" panose="020F0502020204030204" pitchFamily="34" charset="0"/>
                <a:cs typeface="Times New Roman" panose="02020603050405020304" pitchFamily="18" charset="0"/>
              </a:rPr>
              <a:t>उत्पादक</a:t>
            </a:r>
            <a:r>
              <a:rPr lang="en-IN" sz="1800" dirty="0">
                <a:effectLst/>
                <a:latin typeface="Calibri" panose="020F0502020204030204" pitchFamily="34" charset="0"/>
                <a:ea typeface="Calibri" panose="020F0502020204030204" pitchFamily="34" charset="0"/>
                <a:cs typeface="Times New Roman" panose="02020603050405020304" pitchFamily="18" charset="0"/>
              </a:rPr>
              <a:t> </a:t>
            </a:r>
            <a:r>
              <a:rPr lang="en-IN" sz="1800" dirty="0" err="1">
                <a:effectLst/>
                <a:latin typeface="Nirmala UI" panose="020B0502040204020203" pitchFamily="34" charset="0"/>
                <a:ea typeface="Calibri" panose="020F0502020204030204" pitchFamily="34" charset="0"/>
                <a:cs typeface="Times New Roman" panose="02020603050405020304" pitchFamily="18" charset="0"/>
              </a:rPr>
              <a:t>आहे</a:t>
            </a:r>
            <a:r>
              <a:rPr lang="en-IN" sz="1800" dirty="0">
                <a:effectLst/>
                <a:latin typeface="Calibri" panose="020F0502020204030204" pitchFamily="34" charset="0"/>
                <a:ea typeface="Calibri" panose="020F0502020204030204" pitchFamily="34" charset="0"/>
                <a:cs typeface="Times New Roman" panose="02020603050405020304" pitchFamily="18" charset="0"/>
              </a:rPr>
              <a:t>. </a:t>
            </a:r>
            <a:r>
              <a:rPr lang="en-IN" sz="1800" dirty="0" err="1">
                <a:effectLst/>
                <a:latin typeface="Nirmala UI" panose="020B0502040204020203" pitchFamily="34" charset="0"/>
                <a:ea typeface="Calibri" panose="020F0502020204030204" pitchFamily="34" charset="0"/>
                <a:cs typeface="Times New Roman" panose="02020603050405020304" pitchFamily="18" charset="0"/>
              </a:rPr>
              <a:t>सिरोहीला</a:t>
            </a:r>
            <a:r>
              <a:rPr lang="en-IN" sz="1800" dirty="0">
                <a:effectLst/>
                <a:latin typeface="Calibri" panose="020F0502020204030204" pitchFamily="34" charset="0"/>
                <a:ea typeface="Calibri" panose="020F0502020204030204" pitchFamily="34" charset="0"/>
                <a:cs typeface="Times New Roman" panose="02020603050405020304" pitchFamily="18" charset="0"/>
              </a:rPr>
              <a:t> </a:t>
            </a:r>
            <a:r>
              <a:rPr lang="en-IN" sz="1800" dirty="0" err="1">
                <a:effectLst/>
                <a:latin typeface="Nirmala UI" panose="020B0502040204020203" pitchFamily="34" charset="0"/>
                <a:ea typeface="Calibri" panose="020F0502020204030204" pitchFamily="34" charset="0"/>
                <a:cs typeface="Times New Roman" panose="02020603050405020304" pitchFamily="18" charset="0"/>
              </a:rPr>
              <a:t>सपाट</a:t>
            </a:r>
            <a:r>
              <a:rPr lang="en-IN" sz="1800" dirty="0">
                <a:effectLst/>
                <a:latin typeface="Calibri" panose="020F0502020204030204" pitchFamily="34" charset="0"/>
                <a:ea typeface="Calibri" panose="020F0502020204030204" pitchFamily="34" charset="0"/>
                <a:cs typeface="Times New Roman" panose="02020603050405020304" pitchFamily="18" charset="0"/>
              </a:rPr>
              <a:t>, </a:t>
            </a:r>
            <a:r>
              <a:rPr lang="en-IN" sz="1800" dirty="0" err="1">
                <a:effectLst/>
                <a:latin typeface="Nirmala UI" panose="020B0502040204020203" pitchFamily="34" charset="0"/>
                <a:ea typeface="Calibri" panose="020F0502020204030204" pitchFamily="34" charset="0"/>
                <a:cs typeface="Times New Roman" panose="02020603050405020304" pitchFamily="18" charset="0"/>
              </a:rPr>
              <a:t>पानांसारखे</a:t>
            </a:r>
            <a:r>
              <a:rPr lang="en-IN" sz="1800" dirty="0">
                <a:effectLst/>
                <a:latin typeface="Calibri" panose="020F0502020204030204" pitchFamily="34" charset="0"/>
                <a:ea typeface="Calibri" panose="020F0502020204030204" pitchFamily="34" charset="0"/>
                <a:cs typeface="Times New Roman" panose="02020603050405020304" pitchFamily="18" charset="0"/>
              </a:rPr>
              <a:t> </a:t>
            </a:r>
            <a:r>
              <a:rPr lang="en-IN" sz="1800" dirty="0" err="1">
                <a:effectLst/>
                <a:latin typeface="Nirmala UI" panose="020B0502040204020203" pitchFamily="34" charset="0"/>
                <a:ea typeface="Calibri" panose="020F0502020204030204" pitchFamily="34" charset="0"/>
                <a:cs typeface="Times New Roman" panose="02020603050405020304" pitchFamily="18" charset="0"/>
              </a:rPr>
              <a:t>कान</a:t>
            </a:r>
            <a:r>
              <a:rPr lang="en-IN" sz="1800" dirty="0">
                <a:effectLst/>
                <a:latin typeface="Calibri" panose="020F0502020204030204" pitchFamily="34" charset="0"/>
                <a:ea typeface="Calibri" panose="020F0502020204030204" pitchFamily="34" charset="0"/>
                <a:cs typeface="Times New Roman" panose="02020603050405020304" pitchFamily="18" charset="0"/>
              </a:rPr>
              <a:t> </a:t>
            </a:r>
            <a:r>
              <a:rPr lang="en-IN" sz="1800" dirty="0">
                <a:effectLst/>
                <a:latin typeface="Nirmala UI" panose="020B0502040204020203" pitchFamily="34" charset="0"/>
                <a:ea typeface="Calibri" panose="020F0502020204030204" pitchFamily="34" charset="0"/>
                <a:cs typeface="Times New Roman" panose="02020603050405020304" pitchFamily="18" charset="0"/>
              </a:rPr>
              <a:t>आहेत</a:t>
            </a:r>
            <a:r>
              <a:rPr lang="en-IN" sz="1800" dirty="0">
                <a:effectLst/>
                <a:latin typeface="Calibri" panose="020F0502020204030204" pitchFamily="34" charset="0"/>
                <a:ea typeface="Calibri" panose="020F0502020204030204" pitchFamily="34" charset="0"/>
                <a:cs typeface="Times New Roman" panose="02020603050405020304" pitchFamily="18" charset="0"/>
              </a:rPr>
              <a:t>. </a:t>
            </a:r>
            <a:r>
              <a:rPr lang="en-IN" sz="1800" dirty="0" err="1">
                <a:effectLst/>
                <a:latin typeface="Nirmala UI" panose="020B0502040204020203" pitchFamily="34" charset="0"/>
                <a:ea typeface="Calibri" panose="020F0502020204030204" pitchFamily="34" charset="0"/>
                <a:cs typeface="Times New Roman" panose="02020603050405020304" pitchFamily="18" charset="0"/>
              </a:rPr>
              <a:t>बोकडांचे</a:t>
            </a:r>
            <a:r>
              <a:rPr lang="en-IN" sz="1800" dirty="0">
                <a:effectLst/>
                <a:latin typeface="Calibri" panose="020F0502020204030204" pitchFamily="34" charset="0"/>
                <a:ea typeface="Calibri" panose="020F0502020204030204" pitchFamily="34" charset="0"/>
                <a:cs typeface="Times New Roman" panose="02020603050405020304" pitchFamily="18" charset="0"/>
              </a:rPr>
              <a:t> </a:t>
            </a:r>
            <a:r>
              <a:rPr lang="en-IN" sz="1800" dirty="0">
                <a:effectLst/>
                <a:latin typeface="Nirmala UI" panose="020B0502040204020203" pitchFamily="34" charset="0"/>
                <a:ea typeface="Calibri" panose="020F0502020204030204" pitchFamily="34" charset="0"/>
                <a:cs typeface="Times New Roman" panose="02020603050405020304" pitchFamily="18" charset="0"/>
              </a:rPr>
              <a:t>वजन</a:t>
            </a:r>
            <a:r>
              <a:rPr lang="en-IN" sz="1800" dirty="0">
                <a:effectLst/>
                <a:latin typeface="Calibri" panose="020F0502020204030204" pitchFamily="34" charset="0"/>
                <a:ea typeface="Calibri" panose="020F0502020204030204" pitchFamily="34" charset="0"/>
                <a:cs typeface="Times New Roman" panose="02020603050405020304" pitchFamily="18" charset="0"/>
              </a:rPr>
              <a:t> </a:t>
            </a:r>
            <a:r>
              <a:rPr lang="en-IN" sz="1800" dirty="0" err="1">
                <a:effectLst/>
                <a:latin typeface="Nirmala UI" panose="020B0502040204020203" pitchFamily="34" charset="0"/>
                <a:ea typeface="Calibri" panose="020F0502020204030204" pitchFamily="34" charset="0"/>
                <a:cs typeface="Times New Roman" panose="02020603050405020304" pitchFamily="18" charset="0"/>
              </a:rPr>
              <a:t>सरासरी</a:t>
            </a:r>
            <a:r>
              <a:rPr lang="en-IN" sz="1800" dirty="0">
                <a:effectLst/>
                <a:latin typeface="Calibri" panose="020F0502020204030204" pitchFamily="34" charset="0"/>
                <a:ea typeface="Calibri" panose="020F0502020204030204" pitchFamily="34" charset="0"/>
                <a:cs typeface="Times New Roman" panose="02020603050405020304" pitchFamily="18" charset="0"/>
              </a:rPr>
              <a:t> 50 </a:t>
            </a:r>
            <a:r>
              <a:rPr lang="en-IN" sz="1800" dirty="0" err="1">
                <a:effectLst/>
                <a:latin typeface="Nirmala UI" panose="020B0502040204020203" pitchFamily="34" charset="0"/>
                <a:ea typeface="Calibri" panose="020F0502020204030204" pitchFamily="34" charset="0"/>
                <a:cs typeface="Times New Roman" panose="02020603050405020304" pitchFamily="18" charset="0"/>
              </a:rPr>
              <a:t>किलो</a:t>
            </a:r>
            <a:r>
              <a:rPr lang="en-IN" sz="1800" dirty="0">
                <a:effectLst/>
                <a:latin typeface="Calibri" panose="020F0502020204030204" pitchFamily="34" charset="0"/>
                <a:ea typeface="Calibri" panose="020F0502020204030204" pitchFamily="34" charset="0"/>
                <a:cs typeface="Times New Roman" panose="02020603050405020304" pitchFamily="18" charset="0"/>
              </a:rPr>
              <a:t> </a:t>
            </a:r>
            <a:r>
              <a:rPr lang="en-IN" sz="1800" dirty="0" err="1">
                <a:effectLst/>
                <a:latin typeface="Nirmala UI" panose="020B0502040204020203" pitchFamily="34" charset="0"/>
                <a:ea typeface="Calibri" panose="020F0502020204030204" pitchFamily="34" charset="0"/>
                <a:cs typeface="Times New Roman" panose="02020603050405020304" pitchFamily="18" charset="0"/>
              </a:rPr>
              <a:t>असते</a:t>
            </a:r>
            <a:r>
              <a:rPr lang="en-IN" sz="1800" dirty="0">
                <a:effectLst/>
                <a:latin typeface="Calibri" panose="020F0502020204030204" pitchFamily="34" charset="0"/>
                <a:ea typeface="Calibri" panose="020F0502020204030204" pitchFamily="34" charset="0"/>
                <a:cs typeface="Times New Roman" panose="02020603050405020304" pitchFamily="18" charset="0"/>
              </a:rPr>
              <a:t> </a:t>
            </a:r>
            <a:r>
              <a:rPr lang="en-IN" sz="1800" dirty="0">
                <a:effectLst/>
                <a:latin typeface="Nirmala UI" panose="020B0502040204020203" pitchFamily="34" charset="0"/>
                <a:ea typeface="Calibri" panose="020F0502020204030204" pitchFamily="34" charset="0"/>
                <a:cs typeface="Times New Roman" panose="02020603050405020304" pitchFamily="18" charset="0"/>
              </a:rPr>
              <a:t>आणि</a:t>
            </a:r>
            <a:r>
              <a:rPr lang="en-IN" sz="1800" dirty="0">
                <a:effectLst/>
                <a:latin typeface="Calibri" panose="020F0502020204030204" pitchFamily="34" charset="0"/>
                <a:ea typeface="Calibri" panose="020F0502020204030204" pitchFamily="34" charset="0"/>
                <a:cs typeface="Times New Roman" panose="02020603050405020304" pitchFamily="18" charset="0"/>
              </a:rPr>
              <a:t> </a:t>
            </a:r>
            <a:r>
              <a:rPr lang="en-IN" sz="1800" dirty="0">
                <a:effectLst/>
                <a:latin typeface="Nirmala UI" panose="020B0502040204020203" pitchFamily="34" charset="0"/>
                <a:ea typeface="Calibri" panose="020F0502020204030204" pitchFamily="34" charset="0"/>
                <a:cs typeface="Times New Roman" panose="02020603050405020304" pitchFamily="18" charset="0"/>
              </a:rPr>
              <a:t>त्यांचे</a:t>
            </a:r>
            <a:r>
              <a:rPr lang="en-IN" sz="1800" dirty="0">
                <a:effectLst/>
                <a:latin typeface="Calibri" panose="020F0502020204030204" pitchFamily="34" charset="0"/>
                <a:ea typeface="Calibri" panose="020F0502020204030204" pitchFamily="34" charset="0"/>
                <a:cs typeface="Times New Roman" panose="02020603050405020304" pitchFamily="18" charset="0"/>
              </a:rPr>
              <a:t> </a:t>
            </a:r>
            <a:r>
              <a:rPr lang="en-IN" sz="1800" dirty="0">
                <a:effectLst/>
                <a:latin typeface="Nirmala UI" panose="020B0502040204020203" pitchFamily="34" charset="0"/>
                <a:ea typeface="Calibri" panose="020F0502020204030204" pitchFamily="34" charset="0"/>
                <a:cs typeface="Times New Roman" panose="02020603050405020304" pitchFamily="18" charset="0"/>
              </a:rPr>
              <a:t>वजन</a:t>
            </a:r>
            <a:r>
              <a:rPr lang="en-IN" sz="1800" dirty="0">
                <a:effectLst/>
                <a:latin typeface="Calibri" panose="020F0502020204030204" pitchFamily="34" charset="0"/>
                <a:ea typeface="Calibri" panose="020F0502020204030204" pitchFamily="34" charset="0"/>
                <a:cs typeface="Times New Roman" panose="02020603050405020304" pitchFamily="18" charset="0"/>
              </a:rPr>
              <a:t> 23 </a:t>
            </a:r>
            <a:r>
              <a:rPr lang="en-IN" sz="1800" dirty="0" err="1">
                <a:effectLst/>
                <a:latin typeface="Nirmala UI" panose="020B0502040204020203" pitchFamily="34" charset="0"/>
                <a:ea typeface="Calibri" panose="020F0502020204030204" pitchFamily="34" charset="0"/>
                <a:cs typeface="Times New Roman" panose="02020603050405020304" pitchFamily="18" charset="0"/>
              </a:rPr>
              <a:t>किलो</a:t>
            </a:r>
            <a:r>
              <a:rPr lang="en-IN" sz="1800" dirty="0">
                <a:effectLst/>
                <a:latin typeface="Calibri" panose="020F0502020204030204" pitchFamily="34" charset="0"/>
                <a:ea typeface="Calibri" panose="020F0502020204030204" pitchFamily="34" charset="0"/>
                <a:cs typeface="Times New Roman" panose="02020603050405020304" pitchFamily="18" charset="0"/>
              </a:rPr>
              <a:t> </a:t>
            </a:r>
            <a:r>
              <a:rPr lang="en-IN" sz="1800" dirty="0" err="1">
                <a:effectLst/>
                <a:latin typeface="Nirmala UI" panose="020B0502040204020203" pitchFamily="34" charset="0"/>
                <a:ea typeface="Calibri" panose="020F0502020204030204" pitchFamily="34" charset="0"/>
                <a:cs typeface="Times New Roman" panose="02020603050405020304" pitchFamily="18" charset="0"/>
              </a:rPr>
              <a:t>असते</a:t>
            </a:r>
            <a:r>
              <a:rPr lang="en-IN" sz="1800" dirty="0">
                <a:effectLst/>
                <a:latin typeface="Calibri" panose="020F0502020204030204" pitchFamily="34" charset="0"/>
                <a:ea typeface="Calibri" panose="020F0502020204030204" pitchFamily="34" charset="0"/>
                <a:cs typeface="Times New Roman" panose="02020603050405020304" pitchFamily="18" charset="0"/>
              </a:rPr>
              <a:t>.</a:t>
            </a:r>
          </a:p>
          <a:p>
            <a:pPr marL="285750" indent="-285750">
              <a:lnSpc>
                <a:spcPct val="107000"/>
              </a:lnSpc>
              <a:spcAft>
                <a:spcPts val="800"/>
              </a:spcAft>
              <a:buFont typeface="Arial" panose="020B0604020202020204" pitchFamily="34" charset="0"/>
              <a:buChar char="•"/>
            </a:pPr>
            <a:r>
              <a:rPr lang="en-IN" sz="1800" dirty="0" err="1">
                <a:effectLst/>
                <a:latin typeface="Nirmala UI" panose="020B0502040204020203" pitchFamily="34" charset="0"/>
                <a:ea typeface="Calibri" panose="020F0502020204030204" pitchFamily="34" charset="0"/>
                <a:cs typeface="Times New Roman" panose="02020603050405020304" pitchFamily="18" charset="0"/>
              </a:rPr>
              <a:t>पहिले</a:t>
            </a:r>
            <a:r>
              <a:rPr lang="en-IN" sz="1800" dirty="0">
                <a:effectLst/>
                <a:latin typeface="Calibri" panose="020F0502020204030204" pitchFamily="34" charset="0"/>
                <a:ea typeface="Calibri" panose="020F0502020204030204" pitchFamily="34" charset="0"/>
                <a:cs typeface="Times New Roman" panose="02020603050405020304" pitchFamily="18" charset="0"/>
              </a:rPr>
              <a:t> </a:t>
            </a:r>
            <a:r>
              <a:rPr lang="en-IN" sz="1800" dirty="0" err="1">
                <a:effectLst/>
                <a:latin typeface="Nirmala UI" panose="020B0502040204020203" pitchFamily="34" charset="0"/>
                <a:ea typeface="Calibri" panose="020F0502020204030204" pitchFamily="34" charset="0"/>
                <a:cs typeface="Times New Roman" panose="02020603050405020304" pitchFamily="18" charset="0"/>
              </a:rPr>
              <a:t>विताचे</a:t>
            </a:r>
            <a:r>
              <a:rPr lang="en-IN" sz="1800" dirty="0">
                <a:effectLst/>
                <a:latin typeface="Calibri" panose="020F0502020204030204" pitchFamily="34" charset="0"/>
                <a:ea typeface="Calibri" panose="020F0502020204030204" pitchFamily="34" charset="0"/>
                <a:cs typeface="Times New Roman" panose="02020603050405020304" pitchFamily="18" charset="0"/>
              </a:rPr>
              <a:t> </a:t>
            </a:r>
            <a:r>
              <a:rPr lang="en-IN" sz="1800" dirty="0" err="1">
                <a:effectLst/>
                <a:latin typeface="Nirmala UI" panose="020B0502040204020203" pitchFamily="34" charset="0"/>
                <a:ea typeface="Calibri" panose="020F0502020204030204" pitchFamily="34" charset="0"/>
                <a:cs typeface="Times New Roman" panose="02020603050405020304" pitchFamily="18" charset="0"/>
              </a:rPr>
              <a:t>वय</a:t>
            </a:r>
            <a:r>
              <a:rPr lang="en-IN" sz="1800" dirty="0">
                <a:effectLst/>
                <a:latin typeface="Calibri" panose="020F0502020204030204" pitchFamily="34" charset="0"/>
                <a:ea typeface="Calibri" panose="020F0502020204030204" pitchFamily="34" charset="0"/>
                <a:cs typeface="Times New Roman" panose="02020603050405020304" pitchFamily="18" charset="0"/>
              </a:rPr>
              <a:t> 19 </a:t>
            </a:r>
            <a:r>
              <a:rPr lang="en-IN" sz="1800" dirty="0" err="1">
                <a:effectLst/>
                <a:latin typeface="Nirmala UI" panose="020B0502040204020203" pitchFamily="34" charset="0"/>
                <a:ea typeface="Calibri" panose="020F0502020204030204" pitchFamily="34" charset="0"/>
                <a:cs typeface="Times New Roman" panose="02020603050405020304" pitchFamily="18" charset="0"/>
              </a:rPr>
              <a:t>महिने</a:t>
            </a:r>
            <a:r>
              <a:rPr lang="en-IN" sz="1800" dirty="0">
                <a:effectLst/>
                <a:latin typeface="Calibri" panose="020F0502020204030204" pitchFamily="34" charset="0"/>
                <a:ea typeface="Calibri" panose="020F0502020204030204" pitchFamily="34" charset="0"/>
                <a:cs typeface="Times New Roman" panose="02020603050405020304" pitchFamily="18" charset="0"/>
              </a:rPr>
              <a:t> </a:t>
            </a:r>
            <a:r>
              <a:rPr lang="en-IN" sz="1800" dirty="0" err="1">
                <a:effectLst/>
                <a:latin typeface="Nirmala UI" panose="020B0502040204020203" pitchFamily="34" charset="0"/>
                <a:ea typeface="Calibri" panose="020F0502020204030204" pitchFamily="34" charset="0"/>
                <a:cs typeface="Times New Roman" panose="02020603050405020304" pitchFamily="18" charset="0"/>
              </a:rPr>
              <a:t>आहे</a:t>
            </a:r>
            <a:r>
              <a:rPr lang="en-IN" sz="1800" dirty="0">
                <a:effectLst/>
                <a:latin typeface="Calibri" panose="020F0502020204030204" pitchFamily="34" charset="0"/>
                <a:ea typeface="Calibri" panose="020F0502020204030204" pitchFamily="34" charset="0"/>
                <a:cs typeface="Times New Roman" panose="02020603050405020304" pitchFamily="18" charset="0"/>
              </a:rPr>
              <a:t>. </a:t>
            </a:r>
            <a:r>
              <a:rPr lang="en-IN" sz="1800" dirty="0" err="1">
                <a:effectLst/>
                <a:latin typeface="Nirmala UI" panose="020B0502040204020203" pitchFamily="34" charset="0"/>
                <a:ea typeface="Calibri" panose="020F0502020204030204" pitchFamily="34" charset="0"/>
                <a:cs typeface="Times New Roman" panose="02020603050405020304" pitchFamily="18" charset="0"/>
              </a:rPr>
              <a:t>बहुतेकवेळा</a:t>
            </a:r>
            <a:r>
              <a:rPr lang="en-IN" sz="1800" dirty="0">
                <a:effectLst/>
                <a:latin typeface="Calibri" panose="020F0502020204030204" pitchFamily="34" charset="0"/>
                <a:ea typeface="Calibri" panose="020F0502020204030204" pitchFamily="34" charset="0"/>
                <a:cs typeface="Times New Roman" panose="02020603050405020304" pitchFamily="18" charset="0"/>
              </a:rPr>
              <a:t> </a:t>
            </a:r>
            <a:r>
              <a:rPr lang="en-IN" sz="1800" dirty="0" err="1">
                <a:effectLst/>
                <a:latin typeface="Nirmala UI" panose="020B0502040204020203" pitchFamily="34" charset="0"/>
                <a:ea typeface="Calibri" panose="020F0502020204030204" pitchFamily="34" charset="0"/>
                <a:cs typeface="Times New Roman" panose="02020603050405020304" pitchFamily="18" charset="0"/>
              </a:rPr>
              <a:t>मादी</a:t>
            </a:r>
            <a:r>
              <a:rPr lang="en-IN" sz="1800" dirty="0">
                <a:effectLst/>
                <a:latin typeface="Calibri" panose="020F0502020204030204" pitchFamily="34" charset="0"/>
                <a:ea typeface="Calibri" panose="020F0502020204030204" pitchFamily="34" charset="0"/>
                <a:cs typeface="Times New Roman" panose="02020603050405020304" pitchFamily="18" charset="0"/>
              </a:rPr>
              <a:t>  </a:t>
            </a:r>
            <a:r>
              <a:rPr lang="en-IN" sz="1800" dirty="0" err="1">
                <a:effectLst/>
                <a:latin typeface="Nirmala UI" panose="020B0502040204020203" pitchFamily="34" charset="0"/>
                <a:ea typeface="Calibri" panose="020F0502020204030204" pitchFamily="34" charset="0"/>
                <a:cs typeface="Times New Roman" panose="02020603050405020304" pitchFamily="18" charset="0"/>
              </a:rPr>
              <a:t>केवळ</a:t>
            </a:r>
            <a:r>
              <a:rPr lang="en-IN" sz="1800" dirty="0">
                <a:effectLst/>
                <a:latin typeface="Calibri" panose="020F0502020204030204" pitchFamily="34" charset="0"/>
                <a:ea typeface="Calibri" panose="020F0502020204030204" pitchFamily="34" charset="0"/>
                <a:cs typeface="Times New Roman" panose="02020603050405020304" pitchFamily="18" charset="0"/>
              </a:rPr>
              <a:t> 1 (90%) </a:t>
            </a:r>
            <a:r>
              <a:rPr lang="en-IN" sz="1800" dirty="0">
                <a:effectLst/>
                <a:latin typeface="Nirmala UI" panose="020B0502040204020203" pitchFamily="34" charset="0"/>
                <a:ea typeface="Calibri" panose="020F0502020204030204" pitchFamily="34" charset="0"/>
                <a:cs typeface="Times New Roman" panose="02020603050405020304" pitchFamily="18" charset="0"/>
              </a:rPr>
              <a:t>किंवा</a:t>
            </a:r>
            <a:r>
              <a:rPr lang="en-IN" sz="1800" dirty="0">
                <a:effectLst/>
                <a:latin typeface="Calibri" panose="020F0502020204030204" pitchFamily="34" charset="0"/>
                <a:ea typeface="Calibri" panose="020F0502020204030204" pitchFamily="34" charset="0"/>
                <a:cs typeface="Times New Roman" panose="02020603050405020304" pitchFamily="18" charset="0"/>
              </a:rPr>
              <a:t> 2 </a:t>
            </a:r>
            <a:r>
              <a:rPr lang="en-IN" sz="1800" dirty="0" err="1">
                <a:effectLst/>
                <a:latin typeface="Nirmala UI" panose="020B0502040204020203" pitchFamily="34" charset="0"/>
                <a:ea typeface="Calibri" panose="020F0502020204030204" pitchFamily="34" charset="0"/>
                <a:cs typeface="Times New Roman" panose="02020603050405020304" pitchFamily="18" charset="0"/>
              </a:rPr>
              <a:t>पिलांना</a:t>
            </a:r>
            <a:r>
              <a:rPr lang="en-IN" sz="1800" dirty="0">
                <a:effectLst/>
                <a:latin typeface="Calibri" panose="020F0502020204030204" pitchFamily="34" charset="0"/>
                <a:ea typeface="Calibri" panose="020F0502020204030204" pitchFamily="34" charset="0"/>
                <a:cs typeface="Times New Roman" panose="02020603050405020304" pitchFamily="18" charset="0"/>
              </a:rPr>
              <a:t>  </a:t>
            </a:r>
            <a:r>
              <a:rPr lang="en-IN" sz="1800" dirty="0" err="1">
                <a:effectLst/>
                <a:latin typeface="Nirmala UI" panose="020B0502040204020203" pitchFamily="34" charset="0"/>
                <a:ea typeface="Calibri" panose="020F0502020204030204" pitchFamily="34" charset="0"/>
                <a:cs typeface="Times New Roman" panose="02020603050405020304" pitchFamily="18" charset="0"/>
              </a:rPr>
              <a:t>जन्म</a:t>
            </a:r>
            <a:r>
              <a:rPr lang="en-IN" sz="1800" dirty="0">
                <a:effectLst/>
                <a:latin typeface="Calibri" panose="020F0502020204030204" pitchFamily="34" charset="0"/>
                <a:ea typeface="Calibri" panose="020F0502020204030204" pitchFamily="34" charset="0"/>
                <a:cs typeface="Times New Roman" panose="02020603050405020304" pitchFamily="18" charset="0"/>
              </a:rPr>
              <a:t> </a:t>
            </a:r>
            <a:r>
              <a:rPr lang="en-IN" sz="1800" dirty="0" err="1">
                <a:effectLst/>
                <a:latin typeface="Nirmala UI" panose="020B0502040204020203" pitchFamily="34" charset="0"/>
                <a:ea typeface="Calibri" panose="020F0502020204030204" pitchFamily="34" charset="0"/>
                <a:cs typeface="Times New Roman" panose="02020603050405020304" pitchFamily="18" charset="0"/>
              </a:rPr>
              <a:t>देतात</a:t>
            </a:r>
            <a:r>
              <a:rPr lang="en-IN" sz="1800" dirty="0">
                <a:effectLst/>
                <a:latin typeface="Calibri" panose="020F0502020204030204" pitchFamily="34" charset="0"/>
                <a:ea typeface="Calibri" panose="020F0502020204030204" pitchFamily="34" charset="0"/>
                <a:cs typeface="Times New Roman" panose="02020603050405020304" pitchFamily="18" charset="0"/>
              </a:rPr>
              <a:t>. </a:t>
            </a:r>
            <a:r>
              <a:rPr lang="en-IN" sz="1800" dirty="0" err="1">
                <a:effectLst/>
                <a:latin typeface="Nirmala UI" panose="020B0502040204020203" pitchFamily="34" charset="0"/>
                <a:ea typeface="Calibri" panose="020F0502020204030204" pitchFamily="34" charset="0"/>
                <a:cs typeface="Times New Roman" panose="02020603050405020304" pitchFamily="18" charset="0"/>
              </a:rPr>
              <a:t>दुधाचा</a:t>
            </a:r>
            <a:r>
              <a:rPr lang="en-IN" sz="1800" dirty="0">
                <a:effectLst/>
                <a:latin typeface="Calibri" panose="020F0502020204030204" pitchFamily="34" charset="0"/>
                <a:ea typeface="Calibri" panose="020F0502020204030204" pitchFamily="34" charset="0"/>
                <a:cs typeface="Times New Roman" panose="02020603050405020304" pitchFamily="18" charset="0"/>
              </a:rPr>
              <a:t> </a:t>
            </a:r>
            <a:r>
              <a:rPr lang="en-IN" sz="1800" dirty="0" err="1">
                <a:effectLst/>
                <a:latin typeface="Nirmala UI" panose="020B0502040204020203" pitchFamily="34" charset="0"/>
                <a:ea typeface="Calibri" panose="020F0502020204030204" pitchFamily="34" charset="0"/>
                <a:cs typeface="Times New Roman" panose="02020603050405020304" pitchFamily="18" charset="0"/>
              </a:rPr>
              <a:t>कालावधी</a:t>
            </a:r>
            <a:r>
              <a:rPr lang="en-IN" sz="1800" dirty="0">
                <a:effectLst/>
                <a:latin typeface="Calibri" panose="020F0502020204030204" pitchFamily="34" charset="0"/>
                <a:ea typeface="Calibri" panose="020F0502020204030204" pitchFamily="34" charset="0"/>
                <a:cs typeface="Times New Roman" panose="02020603050405020304" pitchFamily="18" charset="0"/>
              </a:rPr>
              <a:t> 90 </a:t>
            </a:r>
            <a:r>
              <a:rPr lang="en-IN" sz="1800" dirty="0" err="1">
                <a:effectLst/>
                <a:latin typeface="Nirmala UI" panose="020B0502040204020203" pitchFamily="34" charset="0"/>
                <a:ea typeface="Calibri" panose="020F0502020204030204" pitchFamily="34" charset="0"/>
                <a:cs typeface="Times New Roman" panose="02020603050405020304" pitchFamily="18" charset="0"/>
              </a:rPr>
              <a:t>दिवसांपर्यंत</a:t>
            </a:r>
            <a:r>
              <a:rPr lang="en-IN" sz="1800" dirty="0">
                <a:effectLst/>
                <a:latin typeface="Calibri" panose="020F0502020204030204" pitchFamily="34" charset="0"/>
                <a:ea typeface="Calibri" panose="020F0502020204030204" pitchFamily="34" charset="0"/>
                <a:cs typeface="Times New Roman" panose="02020603050405020304" pitchFamily="18" charset="0"/>
              </a:rPr>
              <a:t> </a:t>
            </a:r>
            <a:r>
              <a:rPr lang="en-IN" sz="1800" dirty="0" err="1">
                <a:effectLst/>
                <a:latin typeface="Nirmala UI" panose="020B0502040204020203" pitchFamily="34" charset="0"/>
                <a:ea typeface="Calibri" panose="020F0502020204030204" pitchFamily="34" charset="0"/>
                <a:cs typeface="Times New Roman" panose="02020603050405020304" pitchFamily="18" charset="0"/>
              </a:rPr>
              <a:t>वाढतो</a:t>
            </a:r>
            <a:r>
              <a:rPr lang="en-IN" sz="1800" dirty="0">
                <a:effectLst/>
                <a:latin typeface="Calibri" panose="020F0502020204030204" pitchFamily="34" charset="0"/>
                <a:ea typeface="Calibri" panose="020F0502020204030204" pitchFamily="34" charset="0"/>
                <a:cs typeface="Times New Roman" panose="02020603050405020304" pitchFamily="18" charset="0"/>
              </a:rPr>
              <a:t> </a:t>
            </a:r>
            <a:r>
              <a:rPr lang="en-IN" sz="1800" dirty="0">
                <a:effectLst/>
                <a:latin typeface="Nirmala UI" panose="020B0502040204020203" pitchFamily="34" charset="0"/>
                <a:ea typeface="Calibri" panose="020F0502020204030204" pitchFamily="34" charset="0"/>
                <a:cs typeface="Times New Roman" panose="02020603050405020304" pitchFamily="18" charset="0"/>
              </a:rPr>
              <a:t>आणि</a:t>
            </a:r>
            <a:r>
              <a:rPr lang="en-IN" sz="1800" dirty="0">
                <a:effectLst/>
                <a:latin typeface="Calibri" panose="020F0502020204030204" pitchFamily="34" charset="0"/>
                <a:ea typeface="Calibri" panose="020F0502020204030204" pitchFamily="34" charset="0"/>
                <a:cs typeface="Times New Roman" panose="02020603050405020304" pitchFamily="18" charset="0"/>
              </a:rPr>
              <a:t> </a:t>
            </a:r>
            <a:r>
              <a:rPr lang="en-IN" sz="1800" dirty="0" err="1">
                <a:effectLst/>
                <a:latin typeface="Nirmala UI" panose="020B0502040204020203" pitchFamily="34" charset="0"/>
                <a:ea typeface="Calibri" panose="020F0502020204030204" pitchFamily="34" charset="0"/>
                <a:cs typeface="Times New Roman" panose="02020603050405020304" pitchFamily="18" charset="0"/>
              </a:rPr>
              <a:t>जनावरे</a:t>
            </a:r>
            <a:r>
              <a:rPr lang="en-IN" sz="1800" dirty="0">
                <a:effectLst/>
                <a:latin typeface="Calibri" panose="020F0502020204030204" pitchFamily="34" charset="0"/>
                <a:ea typeface="Calibri" panose="020F0502020204030204" pitchFamily="34" charset="0"/>
                <a:cs typeface="Times New Roman" panose="02020603050405020304" pitchFamily="18" charset="0"/>
              </a:rPr>
              <a:t> </a:t>
            </a:r>
            <a:r>
              <a:rPr lang="en-IN" sz="1800" dirty="0" err="1">
                <a:effectLst/>
                <a:latin typeface="Nirmala UI" panose="020B0502040204020203" pitchFamily="34" charset="0"/>
                <a:ea typeface="Calibri" panose="020F0502020204030204" pitchFamily="34" charset="0"/>
                <a:cs typeface="Times New Roman" panose="02020603050405020304" pitchFamily="18" charset="0"/>
              </a:rPr>
              <a:t>दररोज</a:t>
            </a:r>
            <a:r>
              <a:rPr lang="en-IN" sz="1800" dirty="0">
                <a:effectLst/>
                <a:latin typeface="Calibri" panose="020F0502020204030204" pitchFamily="34" charset="0"/>
                <a:ea typeface="Calibri" panose="020F0502020204030204" pitchFamily="34" charset="0"/>
                <a:cs typeface="Times New Roman" panose="02020603050405020304" pitchFamily="18" charset="0"/>
              </a:rPr>
              <a:t> 0.75 </a:t>
            </a:r>
            <a:r>
              <a:rPr lang="en-IN" sz="1800" dirty="0">
                <a:effectLst/>
                <a:latin typeface="Nirmala UI" panose="020B0502040204020203" pitchFamily="34" charset="0"/>
                <a:ea typeface="Calibri" panose="020F0502020204030204" pitchFamily="34" charset="0"/>
                <a:cs typeface="Times New Roman" panose="02020603050405020304" pitchFamily="18" charset="0"/>
              </a:rPr>
              <a:t>ते</a:t>
            </a:r>
            <a:r>
              <a:rPr lang="en-IN" sz="1800" dirty="0">
                <a:effectLst/>
                <a:latin typeface="Calibri" panose="020F0502020204030204" pitchFamily="34" charset="0"/>
                <a:ea typeface="Calibri" panose="020F0502020204030204" pitchFamily="34" charset="0"/>
                <a:cs typeface="Times New Roman" panose="02020603050405020304" pitchFamily="18" charset="0"/>
              </a:rPr>
              <a:t> 1 </a:t>
            </a:r>
            <a:r>
              <a:rPr lang="en-IN" sz="1800" dirty="0" err="1">
                <a:effectLst/>
                <a:latin typeface="Nirmala UI" panose="020B0502040204020203" pitchFamily="34" charset="0"/>
                <a:ea typeface="Calibri" panose="020F0502020204030204" pitchFamily="34" charset="0"/>
                <a:cs typeface="Times New Roman" panose="02020603050405020304" pitchFamily="18" charset="0"/>
              </a:rPr>
              <a:t>किलो</a:t>
            </a:r>
            <a:r>
              <a:rPr lang="en-IN" sz="1800" dirty="0">
                <a:effectLst/>
                <a:latin typeface="Calibri" panose="020F0502020204030204" pitchFamily="34" charset="0"/>
                <a:ea typeface="Calibri" panose="020F0502020204030204" pitchFamily="34" charset="0"/>
                <a:cs typeface="Times New Roman" panose="02020603050405020304" pitchFamily="18" charset="0"/>
              </a:rPr>
              <a:t> </a:t>
            </a:r>
            <a:r>
              <a:rPr lang="en-IN" sz="1800" dirty="0" err="1">
                <a:effectLst/>
                <a:latin typeface="Nirmala UI" panose="020B0502040204020203" pitchFamily="34" charset="0"/>
                <a:ea typeface="Calibri" panose="020F0502020204030204" pitchFamily="34" charset="0"/>
                <a:cs typeface="Times New Roman" panose="02020603050405020304" pitchFamily="18" charset="0"/>
              </a:rPr>
              <a:t>दूध</a:t>
            </a:r>
            <a:r>
              <a:rPr lang="en-IN" sz="1800" dirty="0">
                <a:effectLst/>
                <a:latin typeface="Calibri" panose="020F0502020204030204" pitchFamily="34" charset="0"/>
                <a:ea typeface="Calibri" panose="020F0502020204030204" pitchFamily="34" charset="0"/>
                <a:cs typeface="Times New Roman" panose="02020603050405020304" pitchFamily="18" charset="0"/>
              </a:rPr>
              <a:t> </a:t>
            </a:r>
            <a:r>
              <a:rPr lang="en-IN" sz="1800" dirty="0" err="1">
                <a:effectLst/>
                <a:latin typeface="Nirmala UI" panose="020B0502040204020203" pitchFamily="34" charset="0"/>
                <a:ea typeface="Calibri" panose="020F0502020204030204" pitchFamily="34" charset="0"/>
                <a:cs typeface="Times New Roman" panose="02020603050405020304" pitchFamily="18" charset="0"/>
              </a:rPr>
              <a:t>देतात</a:t>
            </a:r>
            <a:r>
              <a:rPr lang="en-IN" sz="1800" dirty="0">
                <a:effectLst/>
                <a:latin typeface="Nirmala UI" panose="020B0502040204020203" pitchFamily="34" charset="0"/>
                <a:ea typeface="Calibri" panose="020F0502020204030204" pitchFamily="34" charset="0"/>
                <a:cs typeface="Times New Roman" panose="02020603050405020304" pitchFamily="18" charset="0"/>
              </a:rPr>
              <a:t>.</a:t>
            </a:r>
            <a:endParaRPr lang="en-IN" sz="1800" dirty="0">
              <a:effectLst/>
              <a:latin typeface="Calibri" panose="020F0502020204030204" pitchFamily="34" charset="0"/>
              <a:ea typeface="Calibri" panose="020F0502020204030204" pitchFamily="34" charset="0"/>
              <a:cs typeface="Times New Roman" panose="02020603050405020304" pitchFamily="18" charset="0"/>
            </a:endParaRPr>
          </a:p>
        </p:txBody>
      </p:sp>
    </p:spTree>
    <p:extLst>
      <p:ext uri="{BB962C8B-B14F-4D97-AF65-F5344CB8AC3E}">
        <p14:creationId xmlns:p14="http://schemas.microsoft.com/office/powerpoint/2010/main" val="2835758456"/>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01DE6C2-296F-41DE-8FD4-7FD540AAA3FC}"/>
              </a:ext>
            </a:extLst>
          </p:cNvPr>
          <p:cNvSpPr>
            <a:spLocks noGrp="1"/>
          </p:cNvSpPr>
          <p:nvPr>
            <p:ph type="title"/>
          </p:nvPr>
        </p:nvSpPr>
        <p:spPr>
          <a:xfrm>
            <a:off x="839788" y="457200"/>
            <a:ext cx="3932237" cy="530225"/>
          </a:xfrm>
        </p:spPr>
        <p:txBody>
          <a:bodyPr>
            <a:normAutofit/>
          </a:bodyPr>
          <a:lstStyle/>
          <a:p>
            <a:pPr algn="ctr"/>
            <a:r>
              <a:rPr lang="en-IN" sz="1800" dirty="0">
                <a:effectLst/>
                <a:latin typeface="Calibri" panose="020F0502020204030204" pitchFamily="34" charset="0"/>
                <a:ea typeface="Calibri" panose="020F0502020204030204" pitchFamily="34" charset="0"/>
                <a:cs typeface="Times New Roman" panose="02020603050405020304" pitchFamily="18" charset="0"/>
              </a:rPr>
              <a:t> </a:t>
            </a:r>
            <a:r>
              <a:rPr lang="en-IN" sz="2400" dirty="0" err="1">
                <a:solidFill>
                  <a:srgbClr val="FF0000"/>
                </a:solidFill>
                <a:effectLst/>
                <a:latin typeface="Nirmala UI" panose="020B0502040204020203" pitchFamily="34" charset="0"/>
                <a:ea typeface="Calibri" panose="020F0502020204030204" pitchFamily="34" charset="0"/>
              </a:rPr>
              <a:t>जाखराणा</a:t>
            </a:r>
            <a:endParaRPr lang="en-IN" dirty="0">
              <a:solidFill>
                <a:srgbClr val="FF0000"/>
              </a:solidFill>
            </a:endParaRPr>
          </a:p>
        </p:txBody>
      </p:sp>
      <p:pic>
        <p:nvPicPr>
          <p:cNvPr id="6" name="Content Placeholder 5">
            <a:extLst>
              <a:ext uri="{FF2B5EF4-FFF2-40B4-BE49-F238E27FC236}">
                <a16:creationId xmlns:a16="http://schemas.microsoft.com/office/drawing/2014/main" id="{7FCA7BE3-96B4-4476-B5A9-FF759F489ECD}"/>
              </a:ext>
            </a:extLst>
          </p:cNvPr>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5183188" y="1688306"/>
            <a:ext cx="6172200" cy="3471862"/>
          </a:xfrm>
        </p:spPr>
      </p:pic>
      <p:sp>
        <p:nvSpPr>
          <p:cNvPr id="4" name="Text Placeholder 3">
            <a:extLst>
              <a:ext uri="{FF2B5EF4-FFF2-40B4-BE49-F238E27FC236}">
                <a16:creationId xmlns:a16="http://schemas.microsoft.com/office/drawing/2014/main" id="{A02BA239-0A56-4AB3-A000-438542C3AE1F}"/>
              </a:ext>
            </a:extLst>
          </p:cNvPr>
          <p:cNvSpPr>
            <a:spLocks noGrp="1"/>
          </p:cNvSpPr>
          <p:nvPr>
            <p:ph type="body" sz="half" idx="2"/>
          </p:nvPr>
        </p:nvSpPr>
        <p:spPr>
          <a:xfrm>
            <a:off x="839788" y="995363"/>
            <a:ext cx="3932237" cy="4873625"/>
          </a:xfrm>
        </p:spPr>
        <p:txBody>
          <a:bodyPr>
            <a:normAutofit fontScale="85000" lnSpcReduction="10000"/>
          </a:bodyPr>
          <a:lstStyle/>
          <a:p>
            <a:pPr marL="285750" indent="-285750">
              <a:lnSpc>
                <a:spcPct val="107000"/>
              </a:lnSpc>
              <a:spcAft>
                <a:spcPts val="800"/>
              </a:spcAft>
              <a:buFont typeface="Arial" panose="020B0604020202020204" pitchFamily="34" charset="0"/>
              <a:buChar char="•"/>
            </a:pPr>
            <a:r>
              <a:rPr lang="en-IN" sz="1800" dirty="0" err="1">
                <a:effectLst/>
                <a:latin typeface="Nirmala UI" panose="020B0502040204020203" pitchFamily="34" charset="0"/>
                <a:ea typeface="Calibri" panose="020F0502020204030204" pitchFamily="34" charset="0"/>
                <a:cs typeface="Times New Roman" panose="02020603050405020304" pitchFamily="18" charset="0"/>
              </a:rPr>
              <a:t>जाखराणा</a:t>
            </a:r>
            <a:r>
              <a:rPr lang="en-IN" sz="1800" dirty="0">
                <a:effectLst/>
                <a:latin typeface="Nirmala UI" panose="020B0502040204020203" pitchFamily="34" charset="0"/>
                <a:ea typeface="Calibri" panose="020F0502020204030204" pitchFamily="34" charset="0"/>
                <a:cs typeface="Times New Roman" panose="02020603050405020304" pitchFamily="18" charset="0"/>
              </a:rPr>
              <a:t> (</a:t>
            </a:r>
            <a:r>
              <a:rPr lang="en-IN" sz="1800" dirty="0" err="1">
                <a:effectLst/>
                <a:latin typeface="Nirmala UI" panose="020B0502040204020203" pitchFamily="34" charset="0"/>
                <a:ea typeface="Calibri" panose="020F0502020204030204" pitchFamily="34" charset="0"/>
                <a:cs typeface="Times New Roman" panose="02020603050405020304" pitchFamily="18" charset="0"/>
              </a:rPr>
              <a:t>जाखराणा</a:t>
            </a:r>
            <a:r>
              <a:rPr lang="en-IN" sz="1800" dirty="0">
                <a:effectLst/>
                <a:latin typeface="Nirmala UI" panose="020B0502040204020203" pitchFamily="34" charset="0"/>
                <a:ea typeface="Calibri" panose="020F0502020204030204" pitchFamily="34" charset="0"/>
                <a:cs typeface="Times New Roman" panose="02020603050405020304" pitchFamily="18" charset="0"/>
              </a:rPr>
              <a:t>) ही </a:t>
            </a:r>
            <a:r>
              <a:rPr lang="en-IN" sz="1800" dirty="0" err="1">
                <a:effectLst/>
                <a:latin typeface="Nirmala UI" panose="020B0502040204020203" pitchFamily="34" charset="0"/>
                <a:ea typeface="Calibri" panose="020F0502020204030204" pitchFamily="34" charset="0"/>
                <a:cs typeface="Times New Roman" panose="02020603050405020304" pitchFamily="18" charset="0"/>
              </a:rPr>
              <a:t>भारतातील</a:t>
            </a:r>
            <a:r>
              <a:rPr lang="en-IN" sz="1800" dirty="0">
                <a:effectLst/>
                <a:latin typeface="Nirmala UI" panose="020B0502040204020203" pitchFamily="34" charset="0"/>
                <a:ea typeface="Calibri" panose="020F0502020204030204" pitchFamily="34" charset="0"/>
                <a:cs typeface="Times New Roman" panose="02020603050405020304" pitchFamily="18" charset="0"/>
              </a:rPr>
              <a:t> </a:t>
            </a:r>
            <a:r>
              <a:rPr lang="en-IN" sz="1800" dirty="0" err="1">
                <a:effectLst/>
                <a:latin typeface="Nirmala UI" panose="020B0502040204020203" pitchFamily="34" charset="0"/>
                <a:ea typeface="Calibri" panose="020F0502020204030204" pitchFamily="34" charset="0"/>
                <a:cs typeface="Times New Roman" panose="02020603050405020304" pitchFamily="18" charset="0"/>
              </a:rPr>
              <a:t>दुग्धशाळेतील</a:t>
            </a:r>
            <a:r>
              <a:rPr lang="en-IN" sz="1800" dirty="0">
                <a:effectLst/>
                <a:latin typeface="Nirmala UI" panose="020B0502040204020203" pitchFamily="34" charset="0"/>
                <a:ea typeface="Calibri" panose="020F0502020204030204" pitchFamily="34" charset="0"/>
                <a:cs typeface="Times New Roman" panose="02020603050405020304" pitchFamily="18" charset="0"/>
              </a:rPr>
              <a:t> </a:t>
            </a:r>
            <a:r>
              <a:rPr lang="en-IN" sz="1800" dirty="0" err="1">
                <a:effectLst/>
                <a:latin typeface="Nirmala UI" panose="020B0502040204020203" pitchFamily="34" charset="0"/>
                <a:ea typeface="Calibri" panose="020F0502020204030204" pitchFamily="34" charset="0"/>
                <a:cs typeface="Times New Roman" panose="02020603050405020304" pitchFamily="18" charset="0"/>
              </a:rPr>
              <a:t>शेळीची</a:t>
            </a:r>
            <a:r>
              <a:rPr lang="en-IN" sz="1800" dirty="0">
                <a:effectLst/>
                <a:latin typeface="Nirmala UI" panose="020B0502040204020203" pitchFamily="34" charset="0"/>
                <a:ea typeface="Calibri" panose="020F0502020204030204" pitchFamily="34" charset="0"/>
                <a:cs typeface="Times New Roman" panose="02020603050405020304" pitchFamily="18" charset="0"/>
              </a:rPr>
              <a:t> </a:t>
            </a:r>
            <a:r>
              <a:rPr lang="en-IN" sz="1800" dirty="0" err="1">
                <a:effectLst/>
                <a:latin typeface="Nirmala UI" panose="020B0502040204020203" pitchFamily="34" charset="0"/>
                <a:ea typeface="Calibri" panose="020F0502020204030204" pitchFamily="34" charset="0"/>
                <a:cs typeface="Times New Roman" panose="02020603050405020304" pitchFamily="18" charset="0"/>
              </a:rPr>
              <a:t>जात</a:t>
            </a:r>
            <a:r>
              <a:rPr lang="en-IN" sz="1800" dirty="0">
                <a:effectLst/>
                <a:latin typeface="Nirmala UI" panose="020B0502040204020203" pitchFamily="34" charset="0"/>
                <a:ea typeface="Calibri" panose="020F0502020204030204" pitchFamily="34" charset="0"/>
                <a:cs typeface="Times New Roman" panose="02020603050405020304" pitchFamily="18" charset="0"/>
              </a:rPr>
              <a:t> </a:t>
            </a:r>
            <a:r>
              <a:rPr lang="en-IN" sz="1800" dirty="0" err="1">
                <a:effectLst/>
                <a:latin typeface="Nirmala UI" panose="020B0502040204020203" pitchFamily="34" charset="0"/>
                <a:ea typeface="Calibri" panose="020F0502020204030204" pitchFamily="34" charset="0"/>
                <a:cs typeface="Times New Roman" panose="02020603050405020304" pitchFamily="18" charset="0"/>
              </a:rPr>
              <a:t>आहे</a:t>
            </a:r>
            <a:r>
              <a:rPr lang="en-IN" sz="1800" dirty="0">
                <a:effectLst/>
                <a:latin typeface="Nirmala UI" panose="020B0502040204020203" pitchFamily="34" charset="0"/>
                <a:ea typeface="Calibri" panose="020F0502020204030204" pitchFamily="34" charset="0"/>
                <a:cs typeface="Times New Roman" panose="02020603050405020304" pitchFamily="18" charset="0"/>
              </a:rPr>
              <a:t> </a:t>
            </a:r>
            <a:r>
              <a:rPr lang="en-IN" sz="1800" dirty="0" err="1">
                <a:effectLst/>
                <a:latin typeface="Nirmala UI" panose="020B0502040204020203" pitchFamily="34" charset="0"/>
                <a:ea typeface="Calibri" panose="020F0502020204030204" pitchFamily="34" charset="0"/>
                <a:cs typeface="Times New Roman" panose="02020603050405020304" pitchFamily="18" charset="0"/>
              </a:rPr>
              <a:t>जी</a:t>
            </a:r>
            <a:r>
              <a:rPr lang="en-IN" sz="1800" dirty="0">
                <a:effectLst/>
                <a:latin typeface="Nirmala UI" panose="020B0502040204020203" pitchFamily="34" charset="0"/>
                <a:ea typeface="Calibri" panose="020F0502020204030204" pitchFamily="34" charset="0"/>
                <a:cs typeface="Times New Roman" panose="02020603050405020304" pitchFamily="18" charset="0"/>
              </a:rPr>
              <a:t> </a:t>
            </a:r>
            <a:r>
              <a:rPr lang="en-IN" sz="1800" dirty="0" err="1">
                <a:effectLst/>
                <a:latin typeface="Nirmala UI" panose="020B0502040204020203" pitchFamily="34" charset="0"/>
                <a:ea typeface="Calibri" panose="020F0502020204030204" pitchFamily="34" charset="0"/>
                <a:cs typeface="Times New Roman" panose="02020603050405020304" pitchFamily="18" charset="0"/>
              </a:rPr>
              <a:t>राजस्थानमधील</a:t>
            </a:r>
            <a:r>
              <a:rPr lang="en-IN" sz="1800" dirty="0">
                <a:effectLst/>
                <a:latin typeface="Nirmala UI" panose="020B0502040204020203" pitchFamily="34" charset="0"/>
                <a:ea typeface="Calibri" panose="020F0502020204030204" pitchFamily="34" charset="0"/>
                <a:cs typeface="Times New Roman" panose="02020603050405020304" pitchFamily="18" charset="0"/>
              </a:rPr>
              <a:t> </a:t>
            </a:r>
            <a:r>
              <a:rPr lang="en-IN" sz="1800" dirty="0" err="1">
                <a:effectLst/>
                <a:latin typeface="Nirmala UI" panose="020B0502040204020203" pitchFamily="34" charset="0"/>
                <a:ea typeface="Calibri" panose="020F0502020204030204" pitchFamily="34" charset="0"/>
                <a:cs typeface="Times New Roman" panose="02020603050405020304" pitchFamily="18" charset="0"/>
              </a:rPr>
              <a:t>जाखराणा</a:t>
            </a:r>
            <a:r>
              <a:rPr lang="en-IN" sz="1800" dirty="0">
                <a:effectLst/>
                <a:latin typeface="Nirmala UI" panose="020B0502040204020203" pitchFamily="34" charset="0"/>
                <a:ea typeface="Calibri" panose="020F0502020204030204" pitchFamily="34" charset="0"/>
                <a:cs typeface="Times New Roman" panose="02020603050405020304" pitchFamily="18" charset="0"/>
              </a:rPr>
              <a:t> </a:t>
            </a:r>
            <a:r>
              <a:rPr lang="en-IN" sz="1800" dirty="0" err="1">
                <a:effectLst/>
                <a:latin typeface="Nirmala UI" panose="020B0502040204020203" pitchFamily="34" charset="0"/>
                <a:ea typeface="Calibri" panose="020F0502020204030204" pitchFamily="34" charset="0"/>
                <a:cs typeface="Times New Roman" panose="02020603050405020304" pitchFamily="18" charset="0"/>
              </a:rPr>
              <a:t>गावात</a:t>
            </a:r>
            <a:r>
              <a:rPr lang="en-IN" sz="1800" dirty="0">
                <a:effectLst/>
                <a:latin typeface="Nirmala UI" panose="020B0502040204020203" pitchFamily="34" charset="0"/>
                <a:ea typeface="Calibri" panose="020F0502020204030204" pitchFamily="34" charset="0"/>
                <a:cs typeface="Times New Roman" panose="02020603050405020304" pitchFamily="18" charset="0"/>
              </a:rPr>
              <a:t> </a:t>
            </a:r>
            <a:r>
              <a:rPr lang="en-IN" sz="1800" dirty="0" err="1">
                <a:effectLst/>
                <a:latin typeface="Nirmala UI" panose="020B0502040204020203" pitchFamily="34" charset="0"/>
                <a:ea typeface="Calibri" panose="020F0502020204030204" pitchFamily="34" charset="0"/>
                <a:cs typeface="Times New Roman" panose="02020603050405020304" pitchFamily="18" charset="0"/>
              </a:rPr>
              <a:t>आढळते</a:t>
            </a:r>
            <a:r>
              <a:rPr lang="en-IN" sz="1800" dirty="0">
                <a:effectLst/>
                <a:latin typeface="Nirmala UI" panose="020B0502040204020203" pitchFamily="34" charset="0"/>
                <a:ea typeface="Calibri" panose="020F0502020204030204" pitchFamily="34" charset="0"/>
                <a:cs typeface="Times New Roman" panose="02020603050405020304" pitchFamily="18" charset="0"/>
              </a:rPr>
              <a:t>. ते </a:t>
            </a:r>
            <a:r>
              <a:rPr lang="en-IN" sz="1800" dirty="0" err="1">
                <a:effectLst/>
                <a:latin typeface="Nirmala UI" panose="020B0502040204020203" pitchFamily="34" charset="0"/>
                <a:ea typeface="Calibri" panose="020F0502020204030204" pitchFamily="34" charset="0"/>
                <a:cs typeface="Times New Roman" panose="02020603050405020304" pitchFamily="18" charset="0"/>
              </a:rPr>
              <a:t>बीटल</a:t>
            </a:r>
            <a:r>
              <a:rPr lang="en-IN" sz="1800" dirty="0">
                <a:effectLst/>
                <a:latin typeface="Nirmala UI" panose="020B0502040204020203" pitchFamily="34" charset="0"/>
                <a:ea typeface="Calibri" panose="020F0502020204030204" pitchFamily="34" charset="0"/>
                <a:cs typeface="Times New Roman" panose="02020603050405020304" pitchFamily="18" charset="0"/>
              </a:rPr>
              <a:t> </a:t>
            </a:r>
            <a:r>
              <a:rPr lang="en-IN" sz="1800" dirty="0" err="1">
                <a:effectLst/>
                <a:latin typeface="Nirmala UI" panose="020B0502040204020203" pitchFamily="34" charset="0"/>
                <a:ea typeface="Calibri" panose="020F0502020204030204" pitchFamily="34" charset="0"/>
                <a:cs typeface="Times New Roman" panose="02020603050405020304" pitchFamily="18" charset="0"/>
              </a:rPr>
              <a:t>शेळ्यांसारखे</a:t>
            </a:r>
            <a:r>
              <a:rPr lang="en-IN" sz="1800" dirty="0">
                <a:effectLst/>
                <a:latin typeface="Nirmala UI" panose="020B0502040204020203" pitchFamily="34" charset="0"/>
                <a:ea typeface="Calibri" panose="020F0502020204030204" pitchFamily="34" charset="0"/>
                <a:cs typeface="Times New Roman" panose="02020603050405020304" pitchFamily="18" charset="0"/>
              </a:rPr>
              <a:t> </a:t>
            </a:r>
            <a:r>
              <a:rPr lang="en-IN" sz="1800" dirty="0" err="1">
                <a:effectLst/>
                <a:latin typeface="Nirmala UI" panose="020B0502040204020203" pitchFamily="34" charset="0"/>
                <a:ea typeface="Calibri" panose="020F0502020204030204" pitchFamily="34" charset="0"/>
                <a:cs typeface="Times New Roman" panose="02020603050405020304" pitchFamily="18" charset="0"/>
              </a:rPr>
              <a:t>दिसतात</a:t>
            </a:r>
            <a:r>
              <a:rPr lang="en-IN" sz="1800" dirty="0">
                <a:effectLst/>
                <a:latin typeface="Nirmala UI" panose="020B0502040204020203" pitchFamily="34" charset="0"/>
                <a:ea typeface="Calibri" panose="020F0502020204030204" pitchFamily="34" charset="0"/>
                <a:cs typeface="Times New Roman" panose="02020603050405020304" pitchFamily="18" charset="0"/>
              </a:rPr>
              <a:t>, </a:t>
            </a:r>
            <a:r>
              <a:rPr lang="en-IN" sz="1800" dirty="0" err="1">
                <a:effectLst/>
                <a:latin typeface="Nirmala UI" panose="020B0502040204020203" pitchFamily="34" charset="0"/>
                <a:ea typeface="Calibri" panose="020F0502020204030204" pitchFamily="34" charset="0"/>
                <a:cs typeface="Times New Roman" panose="02020603050405020304" pitchFamily="18" charset="0"/>
              </a:rPr>
              <a:t>तथापि</a:t>
            </a:r>
            <a:r>
              <a:rPr lang="en-IN" sz="1800" dirty="0">
                <a:effectLst/>
                <a:latin typeface="Nirmala UI" panose="020B0502040204020203" pitchFamily="34" charset="0"/>
                <a:ea typeface="Calibri" panose="020F0502020204030204" pitchFamily="34" charset="0"/>
                <a:cs typeface="Times New Roman" panose="02020603050405020304" pitchFamily="18" charset="0"/>
              </a:rPr>
              <a:t> </a:t>
            </a:r>
            <a:r>
              <a:rPr lang="en-IN" sz="1800" dirty="0" err="1">
                <a:effectLst/>
                <a:latin typeface="Nirmala UI" panose="020B0502040204020203" pitchFamily="34" charset="0"/>
                <a:ea typeface="Calibri" panose="020F0502020204030204" pitchFamily="34" charset="0"/>
                <a:cs typeface="Times New Roman" panose="02020603050405020304" pitchFamily="18" charset="0"/>
              </a:rPr>
              <a:t>जाखराणा</a:t>
            </a:r>
            <a:r>
              <a:rPr lang="en-IN" sz="1800" dirty="0">
                <a:effectLst/>
                <a:latin typeface="Nirmala UI" panose="020B0502040204020203" pitchFamily="34" charset="0"/>
                <a:ea typeface="Calibri" panose="020F0502020204030204" pitchFamily="34" charset="0"/>
                <a:cs typeface="Times New Roman" panose="02020603050405020304" pitchFamily="18" charset="0"/>
              </a:rPr>
              <a:t> </a:t>
            </a:r>
            <a:r>
              <a:rPr lang="en-IN" sz="1800" dirty="0" err="1">
                <a:effectLst/>
                <a:latin typeface="Nirmala UI" panose="020B0502040204020203" pitchFamily="34" charset="0"/>
                <a:ea typeface="Calibri" panose="020F0502020204030204" pitchFamily="34" charset="0"/>
                <a:cs typeface="Times New Roman" panose="02020603050405020304" pitchFamily="18" charset="0"/>
              </a:rPr>
              <a:t>लांब</a:t>
            </a:r>
            <a:r>
              <a:rPr lang="en-IN" sz="1800" dirty="0">
                <a:effectLst/>
                <a:latin typeface="Nirmala UI" panose="020B0502040204020203" pitchFamily="34" charset="0"/>
                <a:ea typeface="Calibri" panose="020F0502020204030204" pitchFamily="34" charset="0"/>
                <a:cs typeface="Times New Roman" panose="02020603050405020304" pitchFamily="18" charset="0"/>
              </a:rPr>
              <a:t> </a:t>
            </a:r>
            <a:r>
              <a:rPr lang="en-IN" sz="1800" dirty="0" err="1">
                <a:effectLst/>
                <a:latin typeface="Nirmala UI" panose="020B0502040204020203" pitchFamily="34" charset="0"/>
                <a:ea typeface="Calibri" panose="020F0502020204030204" pitchFamily="34" charset="0"/>
                <a:cs typeface="Times New Roman" panose="02020603050405020304" pitchFamily="18" charset="0"/>
              </a:rPr>
              <a:t>आहे</a:t>
            </a:r>
            <a:r>
              <a:rPr lang="en-IN" sz="1800" dirty="0">
                <a:effectLst/>
                <a:latin typeface="Nirmala UI" panose="020B0502040204020203" pitchFamily="34" charset="0"/>
                <a:ea typeface="Calibri" panose="020F0502020204030204" pitchFamily="34" charset="0"/>
                <a:cs typeface="Times New Roman" panose="02020603050405020304" pitchFamily="18" charset="0"/>
              </a:rPr>
              <a:t>. </a:t>
            </a:r>
            <a:endParaRPr lang="en-IN" sz="1800" dirty="0">
              <a:effectLst/>
              <a:latin typeface="Calibri" panose="020F0502020204030204" pitchFamily="34" charset="0"/>
              <a:ea typeface="Calibri" panose="020F0502020204030204" pitchFamily="34" charset="0"/>
              <a:cs typeface="Times New Roman" panose="02020603050405020304" pitchFamily="18" charset="0"/>
            </a:endParaRPr>
          </a:p>
          <a:p>
            <a:pPr marL="285750" indent="-285750">
              <a:lnSpc>
                <a:spcPct val="107000"/>
              </a:lnSpc>
              <a:spcAft>
                <a:spcPts val="800"/>
              </a:spcAft>
              <a:buFont typeface="Arial" panose="020B0604020202020204" pitchFamily="34" charset="0"/>
              <a:buChar char="•"/>
            </a:pPr>
            <a:r>
              <a:rPr lang="en-IN" sz="1800" dirty="0" err="1">
                <a:effectLst/>
                <a:latin typeface="Nirmala UI" panose="020B0502040204020203" pitchFamily="34" charset="0"/>
                <a:ea typeface="Calibri" panose="020F0502020204030204" pitchFamily="34" charset="0"/>
                <a:cs typeface="Times New Roman" panose="02020603050405020304" pitchFamily="18" charset="0"/>
              </a:rPr>
              <a:t>शरीर</a:t>
            </a:r>
            <a:r>
              <a:rPr lang="en-IN" sz="1800" dirty="0">
                <a:effectLst/>
                <a:latin typeface="Nirmala UI" panose="020B0502040204020203" pitchFamily="34" charset="0"/>
                <a:ea typeface="Calibri" panose="020F0502020204030204" pitchFamily="34" charset="0"/>
                <a:cs typeface="Times New Roman" panose="02020603050405020304" pitchFamily="18" charset="0"/>
              </a:rPr>
              <a:t> </a:t>
            </a:r>
            <a:r>
              <a:rPr lang="en-IN" sz="1800" dirty="0" err="1">
                <a:effectLst/>
                <a:latin typeface="Nirmala UI" panose="020B0502040204020203" pitchFamily="34" charset="0"/>
                <a:ea typeface="Calibri" panose="020F0502020204030204" pitchFamily="34" charset="0"/>
                <a:cs typeface="Times New Roman" panose="02020603050405020304" pitchFamily="18" charset="0"/>
              </a:rPr>
              <a:t>प्रामुख्याने</a:t>
            </a:r>
            <a:r>
              <a:rPr lang="en-IN" sz="1800" dirty="0">
                <a:effectLst/>
                <a:latin typeface="Nirmala UI" panose="020B0502040204020203" pitchFamily="34" charset="0"/>
                <a:ea typeface="Calibri" panose="020F0502020204030204" pitchFamily="34" charset="0"/>
                <a:cs typeface="Times New Roman" panose="02020603050405020304" pitchFamily="18" charset="0"/>
              </a:rPr>
              <a:t> </a:t>
            </a:r>
            <a:r>
              <a:rPr lang="en-IN" sz="1800" dirty="0" err="1">
                <a:effectLst/>
                <a:latin typeface="Nirmala UI" panose="020B0502040204020203" pitchFamily="34" charset="0"/>
                <a:ea typeface="Calibri" panose="020F0502020204030204" pitchFamily="34" charset="0"/>
                <a:cs typeface="Times New Roman" panose="02020603050405020304" pitchFamily="18" charset="0"/>
              </a:rPr>
              <a:t>काळ्या</a:t>
            </a:r>
            <a:r>
              <a:rPr lang="en-IN" sz="1800" dirty="0">
                <a:effectLst/>
                <a:latin typeface="Nirmala UI" panose="020B0502040204020203" pitchFamily="34" charset="0"/>
                <a:ea typeface="Calibri" panose="020F0502020204030204" pitchFamily="34" charset="0"/>
                <a:cs typeface="Times New Roman" panose="02020603050405020304" pitchFamily="18" charset="0"/>
              </a:rPr>
              <a:t> </a:t>
            </a:r>
            <a:r>
              <a:rPr lang="en-IN" sz="1800" dirty="0" err="1">
                <a:effectLst/>
                <a:latin typeface="Nirmala UI" panose="020B0502040204020203" pitchFamily="34" charset="0"/>
                <a:ea typeface="Calibri" panose="020F0502020204030204" pitchFamily="34" charset="0"/>
                <a:cs typeface="Times New Roman" panose="02020603050405020304" pitchFamily="18" charset="0"/>
              </a:rPr>
              <a:t>रंगाचे</a:t>
            </a:r>
            <a:r>
              <a:rPr lang="en-IN" sz="1800" dirty="0">
                <a:effectLst/>
                <a:latin typeface="Nirmala UI" panose="020B0502040204020203" pitchFamily="34" charset="0"/>
                <a:ea typeface="Calibri" panose="020F0502020204030204" pitchFamily="34" charset="0"/>
                <a:cs typeface="Times New Roman" panose="02020603050405020304" pitchFamily="18" charset="0"/>
              </a:rPr>
              <a:t> </a:t>
            </a:r>
            <a:r>
              <a:rPr lang="en-IN" sz="1800" dirty="0" err="1">
                <a:effectLst/>
                <a:latin typeface="Nirmala UI" panose="020B0502040204020203" pitchFamily="34" charset="0"/>
                <a:ea typeface="Calibri" panose="020F0502020204030204" pitchFamily="34" charset="0"/>
                <a:cs typeface="Times New Roman" panose="02020603050405020304" pitchFamily="18" charset="0"/>
              </a:rPr>
              <a:t>आहे</a:t>
            </a:r>
            <a:r>
              <a:rPr lang="en-IN" sz="1800" dirty="0">
                <a:effectLst/>
                <a:latin typeface="Nirmala UI" panose="020B0502040204020203" pitchFamily="34" charset="0"/>
                <a:ea typeface="Calibri" panose="020F0502020204030204" pitchFamily="34" charset="0"/>
                <a:cs typeface="Times New Roman" panose="02020603050405020304" pitchFamily="18" charset="0"/>
              </a:rPr>
              <a:t> आणि </a:t>
            </a:r>
            <a:r>
              <a:rPr lang="en-IN" sz="1800" dirty="0" err="1">
                <a:effectLst/>
                <a:latin typeface="Nirmala UI" panose="020B0502040204020203" pitchFamily="34" charset="0"/>
                <a:ea typeface="Calibri" panose="020F0502020204030204" pitchFamily="34" charset="0"/>
                <a:cs typeface="Times New Roman" panose="02020603050405020304" pitchFamily="18" charset="0"/>
              </a:rPr>
              <a:t>त्यांच्या</a:t>
            </a:r>
            <a:r>
              <a:rPr lang="en-IN" sz="1800" dirty="0">
                <a:effectLst/>
                <a:latin typeface="Nirmala UI" panose="020B0502040204020203" pitchFamily="34" charset="0"/>
                <a:ea typeface="Calibri" panose="020F0502020204030204" pitchFamily="34" charset="0"/>
                <a:cs typeface="Times New Roman" panose="02020603050405020304" pitchFamily="18" charset="0"/>
              </a:rPr>
              <a:t> </a:t>
            </a:r>
            <a:r>
              <a:rPr lang="en-IN" sz="1800" dirty="0" err="1">
                <a:effectLst/>
                <a:latin typeface="Nirmala UI" panose="020B0502040204020203" pitchFamily="34" charset="0"/>
                <a:ea typeface="Calibri" panose="020F0502020204030204" pitchFamily="34" charset="0"/>
                <a:cs typeface="Times New Roman" panose="02020603050405020304" pitchFamily="18" charset="0"/>
              </a:rPr>
              <a:t>अंगरख्यावर</a:t>
            </a:r>
            <a:r>
              <a:rPr lang="en-IN" sz="1800" dirty="0">
                <a:effectLst/>
                <a:latin typeface="Nirmala UI" panose="020B0502040204020203" pitchFamily="34" charset="0"/>
                <a:ea typeface="Calibri" panose="020F0502020204030204" pitchFamily="34" charset="0"/>
                <a:cs typeface="Times New Roman" panose="02020603050405020304" pitchFamily="18" charset="0"/>
              </a:rPr>
              <a:t> लहान आणि </a:t>
            </a:r>
            <a:r>
              <a:rPr lang="en-IN" sz="1800" dirty="0" err="1">
                <a:effectLst/>
                <a:latin typeface="Nirmala UI" panose="020B0502040204020203" pitchFamily="34" charset="0"/>
                <a:ea typeface="Calibri" panose="020F0502020204030204" pitchFamily="34" charset="0"/>
                <a:cs typeface="Times New Roman" panose="02020603050405020304" pitchFamily="18" charset="0"/>
              </a:rPr>
              <a:t>चमकदार</a:t>
            </a:r>
            <a:r>
              <a:rPr lang="en-IN" sz="1800" dirty="0">
                <a:effectLst/>
                <a:latin typeface="Nirmala UI" panose="020B0502040204020203" pitchFamily="34" charset="0"/>
                <a:ea typeface="Calibri" panose="020F0502020204030204" pitchFamily="34" charset="0"/>
                <a:cs typeface="Times New Roman" panose="02020603050405020304" pitchFamily="18" charset="0"/>
              </a:rPr>
              <a:t> </a:t>
            </a:r>
            <a:r>
              <a:rPr lang="en-IN" sz="1800" dirty="0" err="1">
                <a:effectLst/>
                <a:latin typeface="Nirmala UI" panose="020B0502040204020203" pitchFamily="34" charset="0"/>
                <a:ea typeface="Calibri" panose="020F0502020204030204" pitchFamily="34" charset="0"/>
                <a:cs typeface="Times New Roman" panose="02020603050405020304" pitchFamily="18" charset="0"/>
              </a:rPr>
              <a:t>केस</a:t>
            </a:r>
            <a:r>
              <a:rPr lang="en-IN" sz="1800" dirty="0">
                <a:effectLst/>
                <a:latin typeface="Nirmala UI" panose="020B0502040204020203" pitchFamily="34" charset="0"/>
                <a:ea typeface="Calibri" panose="020F0502020204030204" pitchFamily="34" charset="0"/>
                <a:cs typeface="Times New Roman" panose="02020603050405020304" pitchFamily="18" charset="0"/>
              </a:rPr>
              <a:t> आहेत. </a:t>
            </a:r>
            <a:r>
              <a:rPr lang="en-IN" sz="1800" dirty="0" err="1">
                <a:effectLst/>
                <a:latin typeface="Nirmala UI" panose="020B0502040204020203" pitchFamily="34" charset="0"/>
                <a:ea typeface="Calibri" panose="020F0502020204030204" pitchFamily="34" charset="0"/>
                <a:cs typeface="Times New Roman" panose="02020603050405020304" pitchFamily="18" charset="0"/>
              </a:rPr>
              <a:t>झारखरणा</a:t>
            </a:r>
            <a:r>
              <a:rPr lang="en-IN" sz="1800" dirty="0">
                <a:effectLst/>
                <a:latin typeface="Nirmala UI" panose="020B0502040204020203" pitchFamily="34" charset="0"/>
                <a:ea typeface="Calibri" panose="020F0502020204030204" pitchFamily="34" charset="0"/>
                <a:cs typeface="Times New Roman" panose="02020603050405020304" pitchFamily="18" charset="0"/>
              </a:rPr>
              <a:t> </a:t>
            </a:r>
            <a:r>
              <a:rPr lang="en-IN" sz="1800" dirty="0" err="1">
                <a:effectLst/>
                <a:latin typeface="Nirmala UI" panose="020B0502040204020203" pitchFamily="34" charset="0"/>
                <a:ea typeface="Calibri" panose="020F0502020204030204" pitchFamily="34" charset="0"/>
                <a:cs typeface="Times New Roman" panose="02020603050405020304" pitchFamily="18" charset="0"/>
              </a:rPr>
              <a:t>जातीला</a:t>
            </a:r>
            <a:r>
              <a:rPr lang="en-IN" sz="1800" dirty="0">
                <a:effectLst/>
                <a:latin typeface="Nirmala UI" panose="020B0502040204020203" pitchFamily="34" charset="0"/>
                <a:ea typeface="Calibri" panose="020F0502020204030204" pitchFamily="34" charset="0"/>
                <a:cs typeface="Times New Roman" panose="02020603050405020304" pitchFamily="18" charset="0"/>
              </a:rPr>
              <a:t> लहान, </a:t>
            </a:r>
            <a:r>
              <a:rPr lang="en-IN" sz="1800" dirty="0" err="1">
                <a:effectLst/>
                <a:latin typeface="Nirmala UI" panose="020B0502040204020203" pitchFamily="34" charset="0"/>
                <a:ea typeface="Calibri" panose="020F0502020204030204" pitchFamily="34" charset="0"/>
                <a:cs typeface="Times New Roman" panose="02020603050405020304" pitchFamily="18" charset="0"/>
              </a:rPr>
              <a:t>खोडकर</a:t>
            </a:r>
            <a:r>
              <a:rPr lang="en-IN" sz="1800" dirty="0">
                <a:effectLst/>
                <a:latin typeface="Nirmala UI" panose="020B0502040204020203" pitchFamily="34" charset="0"/>
                <a:ea typeface="Calibri" panose="020F0502020204030204" pitchFamily="34" charset="0"/>
                <a:cs typeface="Times New Roman" panose="02020603050405020304" pitchFamily="18" charset="0"/>
              </a:rPr>
              <a:t> आणि </a:t>
            </a:r>
            <a:r>
              <a:rPr lang="en-IN" sz="1800" dirty="0" err="1">
                <a:effectLst/>
                <a:latin typeface="Nirmala UI" panose="020B0502040204020203" pitchFamily="34" charset="0"/>
                <a:ea typeface="Calibri" panose="020F0502020204030204" pitchFamily="34" charset="0"/>
                <a:cs typeface="Times New Roman" panose="02020603050405020304" pitchFamily="18" charset="0"/>
              </a:rPr>
              <a:t>वरच्या</a:t>
            </a:r>
            <a:r>
              <a:rPr lang="en-IN" sz="1800" dirty="0">
                <a:effectLst/>
                <a:latin typeface="Nirmala UI" panose="020B0502040204020203" pitchFamily="34" charset="0"/>
                <a:ea typeface="Calibri" panose="020F0502020204030204" pitchFamily="34" charset="0"/>
                <a:cs typeface="Times New Roman" panose="02020603050405020304" pitchFamily="18" charset="0"/>
              </a:rPr>
              <a:t> </a:t>
            </a:r>
            <a:r>
              <a:rPr lang="en-IN" sz="1800" dirty="0" err="1">
                <a:effectLst/>
                <a:latin typeface="Nirmala UI" panose="020B0502040204020203" pitchFamily="34" charset="0"/>
                <a:ea typeface="Calibri" panose="020F0502020204030204" pitchFamily="34" charset="0"/>
                <a:cs typeface="Times New Roman" panose="02020603050405020304" pitchFamily="18" charset="0"/>
              </a:rPr>
              <a:t>दिशेने</a:t>
            </a:r>
            <a:r>
              <a:rPr lang="en-IN" sz="1800" dirty="0">
                <a:effectLst/>
                <a:latin typeface="Nirmala UI" panose="020B0502040204020203" pitchFamily="34" charset="0"/>
                <a:ea typeface="Calibri" panose="020F0502020204030204" pitchFamily="34" charset="0"/>
                <a:cs typeface="Times New Roman" panose="02020603050405020304" pitchFamily="18" charset="0"/>
              </a:rPr>
              <a:t> </a:t>
            </a:r>
            <a:r>
              <a:rPr lang="en-IN" sz="1800" dirty="0" err="1">
                <a:effectLst/>
                <a:latin typeface="Nirmala UI" panose="020B0502040204020203" pitchFamily="34" charset="0"/>
                <a:ea typeface="Calibri" panose="020F0502020204030204" pitchFamily="34" charset="0"/>
                <a:cs typeface="Times New Roman" panose="02020603050405020304" pitchFamily="18" charset="0"/>
              </a:rPr>
              <a:t>जाणारी</a:t>
            </a:r>
            <a:r>
              <a:rPr lang="en-IN" sz="1800" dirty="0">
                <a:effectLst/>
                <a:latin typeface="Nirmala UI" panose="020B0502040204020203" pitchFamily="34" charset="0"/>
                <a:ea typeface="Calibri" panose="020F0502020204030204" pitchFamily="34" charset="0"/>
                <a:cs typeface="Times New Roman" panose="02020603050405020304" pitchFamily="18" charset="0"/>
              </a:rPr>
              <a:t> </a:t>
            </a:r>
            <a:r>
              <a:rPr lang="en-IN" sz="1800" dirty="0" err="1">
                <a:effectLst/>
                <a:latin typeface="Nirmala UI" panose="020B0502040204020203" pitchFamily="34" charset="0"/>
                <a:ea typeface="Calibri" panose="020F0502020204030204" pitchFamily="34" charset="0"/>
                <a:cs typeface="Times New Roman" panose="02020603050405020304" pitchFamily="18" charset="0"/>
              </a:rPr>
              <a:t>शिंगे</a:t>
            </a:r>
            <a:r>
              <a:rPr lang="en-IN" sz="1800" dirty="0">
                <a:effectLst/>
                <a:latin typeface="Nirmala UI" panose="020B0502040204020203" pitchFamily="34" charset="0"/>
                <a:ea typeface="Calibri" panose="020F0502020204030204" pitchFamily="34" charset="0"/>
                <a:cs typeface="Times New Roman" panose="02020603050405020304" pitchFamily="18" charset="0"/>
              </a:rPr>
              <a:t> असतात. </a:t>
            </a:r>
            <a:r>
              <a:rPr lang="en-IN" sz="1800" dirty="0" err="1">
                <a:effectLst/>
                <a:latin typeface="Nirmala UI" panose="020B0502040204020203" pitchFamily="34" charset="0"/>
                <a:ea typeface="Calibri" panose="020F0502020204030204" pitchFamily="34" charset="0"/>
                <a:cs typeface="Times New Roman" panose="02020603050405020304" pitchFamily="18" charset="0"/>
              </a:rPr>
              <a:t>बोकडांचे</a:t>
            </a:r>
            <a:r>
              <a:rPr lang="en-IN" sz="1800" dirty="0">
                <a:effectLst/>
                <a:latin typeface="Nirmala UI" panose="020B0502040204020203" pitchFamily="34" charset="0"/>
                <a:ea typeface="Calibri" panose="020F0502020204030204" pitchFamily="34" charset="0"/>
                <a:cs typeface="Times New Roman" panose="02020603050405020304" pitchFamily="18" charset="0"/>
              </a:rPr>
              <a:t> </a:t>
            </a:r>
            <a:r>
              <a:rPr lang="en-IN" sz="1800" dirty="0" err="1">
                <a:effectLst/>
                <a:latin typeface="Nirmala UI" panose="020B0502040204020203" pitchFamily="34" charset="0"/>
                <a:ea typeface="Calibri" panose="020F0502020204030204" pitchFamily="34" charset="0"/>
                <a:cs typeface="Times New Roman" panose="02020603050405020304" pitchFamily="18" charset="0"/>
              </a:rPr>
              <a:t>सरासरी</a:t>
            </a:r>
            <a:r>
              <a:rPr lang="en-IN" sz="1800" dirty="0">
                <a:effectLst/>
                <a:latin typeface="Nirmala UI" panose="020B0502040204020203" pitchFamily="34" charset="0"/>
                <a:ea typeface="Calibri" panose="020F0502020204030204" pitchFamily="34" charset="0"/>
                <a:cs typeface="Times New Roman" panose="02020603050405020304" pitchFamily="18" charset="0"/>
              </a:rPr>
              <a:t> वजन 55 </a:t>
            </a:r>
            <a:r>
              <a:rPr lang="en-IN" sz="1800" dirty="0" err="1">
                <a:effectLst/>
                <a:latin typeface="Nirmala UI" panose="020B0502040204020203" pitchFamily="34" charset="0"/>
                <a:ea typeface="Calibri" panose="020F0502020204030204" pitchFamily="34" charset="0"/>
                <a:cs typeface="Times New Roman" panose="02020603050405020304" pitchFamily="18" charset="0"/>
              </a:rPr>
              <a:t>किलो</a:t>
            </a:r>
            <a:r>
              <a:rPr lang="en-IN" sz="1800" dirty="0">
                <a:effectLst/>
                <a:latin typeface="Nirmala UI" panose="020B0502040204020203" pitchFamily="34" charset="0"/>
                <a:ea typeface="Calibri" panose="020F0502020204030204" pitchFamily="34" charset="0"/>
                <a:cs typeface="Times New Roman" panose="02020603050405020304" pitchFamily="18" charset="0"/>
              </a:rPr>
              <a:t> आणि </a:t>
            </a:r>
            <a:r>
              <a:rPr lang="en-IN" sz="1800" dirty="0" err="1">
                <a:effectLst/>
                <a:latin typeface="Nirmala UI" panose="020B0502040204020203" pitchFamily="34" charset="0"/>
                <a:ea typeface="Calibri" panose="020F0502020204030204" pitchFamily="34" charset="0"/>
                <a:cs typeface="Times New Roman" panose="02020603050405020304" pitchFamily="18" charset="0"/>
              </a:rPr>
              <a:t>डू</a:t>
            </a:r>
            <a:r>
              <a:rPr lang="en-IN" sz="1800" dirty="0">
                <a:effectLst/>
                <a:latin typeface="Nirmala UI" panose="020B0502040204020203" pitchFamily="34" charset="0"/>
                <a:ea typeface="Calibri" panose="020F0502020204030204" pitchFamily="34" charset="0"/>
                <a:cs typeface="Times New Roman" panose="02020603050405020304" pitchFamily="18" charset="0"/>
              </a:rPr>
              <a:t> 45 </a:t>
            </a:r>
            <a:r>
              <a:rPr lang="en-IN" sz="1800" dirty="0" err="1">
                <a:effectLst/>
                <a:latin typeface="Nirmala UI" panose="020B0502040204020203" pitchFamily="34" charset="0"/>
                <a:ea typeface="Calibri" panose="020F0502020204030204" pitchFamily="34" charset="0"/>
                <a:cs typeface="Times New Roman" panose="02020603050405020304" pitchFamily="18" charset="0"/>
              </a:rPr>
              <a:t>किलो</a:t>
            </a:r>
            <a:r>
              <a:rPr lang="en-IN" sz="1800" dirty="0">
                <a:effectLst/>
                <a:latin typeface="Nirmala UI" panose="020B0502040204020203" pitchFamily="34" charset="0"/>
                <a:ea typeface="Calibri" panose="020F0502020204030204" pitchFamily="34" charset="0"/>
                <a:cs typeface="Times New Roman" panose="02020603050405020304" pitchFamily="18" charset="0"/>
              </a:rPr>
              <a:t> </a:t>
            </a:r>
            <a:r>
              <a:rPr lang="en-IN" sz="1800" dirty="0" err="1">
                <a:effectLst/>
                <a:latin typeface="Nirmala UI" panose="020B0502040204020203" pitchFamily="34" charset="0"/>
                <a:ea typeface="Calibri" panose="020F0502020204030204" pitchFamily="34" charset="0"/>
                <a:cs typeface="Times New Roman" panose="02020603050405020304" pitchFamily="18" charset="0"/>
              </a:rPr>
              <a:t>असते</a:t>
            </a:r>
            <a:r>
              <a:rPr lang="en-IN" sz="1800" dirty="0">
                <a:effectLst/>
                <a:latin typeface="Nirmala UI" panose="020B0502040204020203" pitchFamily="34" charset="0"/>
                <a:ea typeface="Calibri" panose="020F0502020204030204" pitchFamily="34" charset="0"/>
                <a:cs typeface="Times New Roman" panose="02020603050405020304" pitchFamily="18" charset="0"/>
              </a:rPr>
              <a:t>. </a:t>
            </a:r>
            <a:endParaRPr lang="en-IN" sz="1800" dirty="0">
              <a:effectLst/>
              <a:latin typeface="Calibri" panose="020F0502020204030204" pitchFamily="34" charset="0"/>
              <a:ea typeface="Calibri" panose="020F0502020204030204" pitchFamily="34" charset="0"/>
              <a:cs typeface="Times New Roman" panose="02020603050405020304" pitchFamily="18" charset="0"/>
            </a:endParaRPr>
          </a:p>
          <a:p>
            <a:pPr marL="285750" indent="-285750">
              <a:lnSpc>
                <a:spcPct val="107000"/>
              </a:lnSpc>
              <a:spcAft>
                <a:spcPts val="800"/>
              </a:spcAft>
              <a:buFont typeface="Arial" panose="020B0604020202020204" pitchFamily="34" charset="0"/>
              <a:buChar char="•"/>
            </a:pPr>
            <a:r>
              <a:rPr lang="en-IN" sz="1800" dirty="0">
                <a:effectLst/>
                <a:latin typeface="Nirmala UI" panose="020B0502040204020203" pitchFamily="34" charset="0"/>
                <a:ea typeface="Calibri" panose="020F0502020204030204" pitchFamily="34" charset="0"/>
                <a:cs typeface="Times New Roman" panose="02020603050405020304" pitchFamily="18" charset="0"/>
              </a:rPr>
              <a:t>60% </a:t>
            </a:r>
            <a:r>
              <a:rPr lang="en-IN" sz="1800" dirty="0" err="1">
                <a:effectLst/>
                <a:latin typeface="Nirmala UI" panose="020B0502040204020203" pitchFamily="34" charset="0"/>
                <a:ea typeface="Calibri" panose="020F0502020204030204" pitchFamily="34" charset="0"/>
                <a:cs typeface="Times New Roman" panose="02020603050405020304" pitchFamily="18" charset="0"/>
              </a:rPr>
              <a:t>प्रकरणांमध्ये</a:t>
            </a:r>
            <a:r>
              <a:rPr lang="en-IN" sz="1800" dirty="0">
                <a:effectLst/>
                <a:latin typeface="Nirmala UI" panose="020B0502040204020203" pitchFamily="34" charset="0"/>
                <a:ea typeface="Calibri" panose="020F0502020204030204" pitchFamily="34" charset="0"/>
                <a:cs typeface="Times New Roman" panose="02020603050405020304" pitchFamily="18" charset="0"/>
              </a:rPr>
              <a:t> </a:t>
            </a:r>
            <a:r>
              <a:rPr lang="en-IN" sz="1800" dirty="0" err="1">
                <a:effectLst/>
                <a:latin typeface="Nirmala UI" panose="020B0502040204020203" pitchFamily="34" charset="0"/>
                <a:ea typeface="Calibri" panose="020F0502020204030204" pitchFamily="34" charset="0"/>
                <a:cs typeface="Times New Roman" panose="02020603050405020304" pitchFamily="18" charset="0"/>
              </a:rPr>
              <a:t>एक</a:t>
            </a:r>
            <a:r>
              <a:rPr lang="en-IN" sz="1800" dirty="0">
                <a:effectLst/>
                <a:latin typeface="Nirmala UI" panose="020B0502040204020203" pitchFamily="34" charset="0"/>
                <a:ea typeface="Calibri" panose="020F0502020204030204" pitchFamily="34" charset="0"/>
                <a:cs typeface="Times New Roman" panose="02020603050405020304" pitchFamily="18" charset="0"/>
              </a:rPr>
              <a:t> </a:t>
            </a:r>
            <a:r>
              <a:rPr lang="en-IN" sz="1800" dirty="0" err="1">
                <a:effectLst/>
                <a:latin typeface="Nirmala UI" panose="020B0502040204020203" pitchFamily="34" charset="0"/>
                <a:ea typeface="Calibri" panose="020F0502020204030204" pitchFamily="34" charset="0"/>
                <a:cs typeface="Times New Roman" panose="02020603050405020304" pitchFamily="18" charset="0"/>
              </a:rPr>
              <a:t>पिले</a:t>
            </a:r>
            <a:r>
              <a:rPr lang="en-IN" sz="1800" dirty="0">
                <a:effectLst/>
                <a:latin typeface="Nirmala UI" panose="020B0502040204020203" pitchFamily="34" charset="0"/>
                <a:ea typeface="Calibri" panose="020F0502020204030204" pitchFamily="34" charset="0"/>
                <a:cs typeface="Times New Roman" panose="02020603050405020304" pitchFamily="18" charset="0"/>
              </a:rPr>
              <a:t> </a:t>
            </a:r>
            <a:r>
              <a:rPr lang="en-IN" sz="1800" dirty="0" err="1">
                <a:effectLst/>
                <a:latin typeface="Nirmala UI" panose="020B0502040204020203" pitchFamily="34" charset="0"/>
                <a:ea typeface="Calibri" panose="020F0502020204030204" pitchFamily="34" charset="0"/>
                <a:cs typeface="Times New Roman" panose="02020603050405020304" pitchFamily="18" charset="0"/>
              </a:rPr>
              <a:t>देणारे</a:t>
            </a:r>
            <a:r>
              <a:rPr lang="en-IN" sz="1800" dirty="0">
                <a:effectLst/>
                <a:latin typeface="Nirmala UI" panose="020B0502040204020203" pitchFamily="34" charset="0"/>
                <a:ea typeface="Calibri" panose="020F0502020204030204" pitchFamily="34" charset="0"/>
                <a:cs typeface="Times New Roman" panose="02020603050405020304" pitchFamily="18" charset="0"/>
              </a:rPr>
              <a:t> असतात  </a:t>
            </a:r>
            <a:r>
              <a:rPr lang="en-IN" sz="1800" dirty="0" err="1">
                <a:effectLst/>
                <a:latin typeface="Nirmala UI" panose="020B0502040204020203" pitchFamily="34" charset="0"/>
                <a:ea typeface="Calibri" panose="020F0502020204030204" pitchFamily="34" charset="0"/>
                <a:cs typeface="Times New Roman" panose="02020603050405020304" pitchFamily="18" charset="0"/>
              </a:rPr>
              <a:t>असते</a:t>
            </a:r>
            <a:r>
              <a:rPr lang="en-IN" sz="1800" dirty="0">
                <a:effectLst/>
                <a:latin typeface="Nirmala UI" panose="020B0502040204020203" pitchFamily="34" charset="0"/>
                <a:ea typeface="Calibri" panose="020F0502020204030204" pitchFamily="34" charset="0"/>
                <a:cs typeface="Times New Roman" panose="02020603050405020304" pitchFamily="18" charset="0"/>
              </a:rPr>
              <a:t> आणि 40% </a:t>
            </a:r>
            <a:r>
              <a:rPr lang="en-IN" sz="1800" dirty="0" err="1">
                <a:effectLst/>
                <a:latin typeface="Nirmala UI" panose="020B0502040204020203" pitchFamily="34" charset="0"/>
                <a:ea typeface="Calibri" panose="020F0502020204030204" pitchFamily="34" charset="0"/>
                <a:cs typeface="Times New Roman" panose="02020603050405020304" pitchFamily="18" charset="0"/>
              </a:rPr>
              <a:t>प्रकरणांमध्ये</a:t>
            </a:r>
            <a:r>
              <a:rPr lang="en-IN" sz="1800" dirty="0">
                <a:effectLst/>
                <a:latin typeface="Nirmala UI" panose="020B0502040204020203" pitchFamily="34" charset="0"/>
                <a:ea typeface="Calibri" panose="020F0502020204030204" pitchFamily="34" charset="0"/>
                <a:cs typeface="Times New Roman" panose="02020603050405020304" pitchFamily="18" charset="0"/>
              </a:rPr>
              <a:t> </a:t>
            </a:r>
            <a:r>
              <a:rPr lang="en-IN" sz="1800" dirty="0" err="1">
                <a:effectLst/>
                <a:latin typeface="Nirmala UI" panose="020B0502040204020203" pitchFamily="34" charset="0"/>
                <a:ea typeface="Calibri" panose="020F0502020204030204" pitchFamily="34" charset="0"/>
                <a:cs typeface="Times New Roman" panose="02020603050405020304" pitchFamily="18" charset="0"/>
              </a:rPr>
              <a:t>जुळी</a:t>
            </a:r>
            <a:r>
              <a:rPr lang="en-IN" sz="1800" dirty="0">
                <a:effectLst/>
                <a:latin typeface="Nirmala UI" panose="020B0502040204020203" pitchFamily="34" charset="0"/>
                <a:ea typeface="Calibri" panose="020F0502020204030204" pitchFamily="34" charset="0"/>
                <a:cs typeface="Times New Roman" panose="02020603050405020304" pitchFamily="18" charset="0"/>
              </a:rPr>
              <a:t> </a:t>
            </a:r>
            <a:r>
              <a:rPr lang="en-IN" sz="1800" dirty="0" err="1">
                <a:effectLst/>
                <a:latin typeface="Nirmala UI" panose="020B0502040204020203" pitchFamily="34" charset="0"/>
                <a:ea typeface="Calibri" panose="020F0502020204030204" pitchFamily="34" charset="0"/>
                <a:cs typeface="Times New Roman" panose="02020603050405020304" pitchFamily="18" charset="0"/>
              </a:rPr>
              <a:t>पिले</a:t>
            </a:r>
            <a:r>
              <a:rPr lang="en-IN" sz="1800" dirty="0">
                <a:effectLst/>
                <a:latin typeface="Nirmala UI" panose="020B0502040204020203" pitchFamily="34" charset="0"/>
                <a:ea typeface="Calibri" panose="020F0502020204030204" pitchFamily="34" charset="0"/>
                <a:cs typeface="Times New Roman" panose="02020603050405020304" pitchFamily="18" charset="0"/>
              </a:rPr>
              <a:t> निर्माण </a:t>
            </a:r>
            <a:r>
              <a:rPr lang="en-IN" sz="1800" dirty="0" err="1">
                <a:effectLst/>
                <a:latin typeface="Nirmala UI" panose="020B0502040204020203" pitchFamily="34" charset="0"/>
                <a:ea typeface="Calibri" panose="020F0502020204030204" pitchFamily="34" charset="0"/>
                <a:cs typeface="Times New Roman" panose="02020603050405020304" pitchFamily="18" charset="0"/>
              </a:rPr>
              <a:t>होतात</a:t>
            </a:r>
            <a:r>
              <a:rPr lang="en-IN" sz="1800" dirty="0">
                <a:effectLst/>
                <a:latin typeface="Nirmala UI" panose="020B0502040204020203" pitchFamily="34" charset="0"/>
                <a:ea typeface="Calibri" panose="020F0502020204030204" pitchFamily="34" charset="0"/>
                <a:cs typeface="Times New Roman" panose="02020603050405020304" pitchFamily="18" charset="0"/>
              </a:rPr>
              <a:t>. </a:t>
            </a:r>
            <a:r>
              <a:rPr lang="en-IN" sz="1800" dirty="0" err="1">
                <a:effectLst/>
                <a:latin typeface="Nirmala UI" panose="020B0502040204020203" pitchFamily="34" charset="0"/>
                <a:ea typeface="Calibri" panose="020F0502020204030204" pitchFamily="34" charset="0"/>
                <a:cs typeface="Times New Roman" panose="02020603050405020304" pitchFamily="18" charset="0"/>
              </a:rPr>
              <a:t>पहिल्या</a:t>
            </a:r>
            <a:r>
              <a:rPr lang="en-IN" sz="1800" dirty="0">
                <a:effectLst/>
                <a:latin typeface="Nirmala UI" panose="020B0502040204020203" pitchFamily="34" charset="0"/>
                <a:ea typeface="Calibri" panose="020F0502020204030204" pitchFamily="34" charset="0"/>
                <a:cs typeface="Times New Roman" panose="02020603050405020304" pitchFamily="18" charset="0"/>
              </a:rPr>
              <a:t> </a:t>
            </a:r>
            <a:r>
              <a:rPr lang="en-IN" sz="1800" dirty="0" err="1">
                <a:effectLst/>
                <a:latin typeface="Nirmala UI" panose="020B0502040204020203" pitchFamily="34" charset="0"/>
                <a:ea typeface="Calibri" panose="020F0502020204030204" pitchFamily="34" charset="0"/>
                <a:cs typeface="Times New Roman" panose="02020603050405020304" pitchFamily="18" charset="0"/>
              </a:rPr>
              <a:t>विताचे</a:t>
            </a:r>
            <a:r>
              <a:rPr lang="en-IN" sz="1800" dirty="0">
                <a:effectLst/>
                <a:latin typeface="Nirmala UI" panose="020B0502040204020203" pitchFamily="34" charset="0"/>
                <a:ea typeface="Calibri" panose="020F0502020204030204" pitchFamily="34" charset="0"/>
                <a:cs typeface="Times New Roman" panose="02020603050405020304" pitchFamily="18" charset="0"/>
              </a:rPr>
              <a:t> </a:t>
            </a:r>
            <a:r>
              <a:rPr lang="en-IN" sz="1800" dirty="0" err="1">
                <a:effectLst/>
                <a:latin typeface="Nirmala UI" panose="020B0502040204020203" pitchFamily="34" charset="0"/>
                <a:ea typeface="Calibri" panose="020F0502020204030204" pitchFamily="34" charset="0"/>
                <a:cs typeface="Times New Roman" panose="02020603050405020304" pitchFamily="18" charset="0"/>
              </a:rPr>
              <a:t>वय</a:t>
            </a:r>
            <a:r>
              <a:rPr lang="en-IN" sz="1800" dirty="0">
                <a:effectLst/>
                <a:latin typeface="Nirmala UI" panose="020B0502040204020203" pitchFamily="34" charset="0"/>
                <a:ea typeface="Calibri" panose="020F0502020204030204" pitchFamily="34" charset="0"/>
                <a:cs typeface="Times New Roman" panose="02020603050405020304" pitchFamily="18" charset="0"/>
              </a:rPr>
              <a:t> 565 </a:t>
            </a:r>
            <a:r>
              <a:rPr lang="en-IN" sz="1800" dirty="0" err="1">
                <a:effectLst/>
                <a:latin typeface="Nirmala UI" panose="020B0502040204020203" pitchFamily="34" charset="0"/>
                <a:ea typeface="Calibri" panose="020F0502020204030204" pitchFamily="34" charset="0"/>
                <a:cs typeface="Times New Roman" panose="02020603050405020304" pitchFamily="18" charset="0"/>
              </a:rPr>
              <a:t>दिवस</a:t>
            </a:r>
            <a:r>
              <a:rPr lang="en-IN" sz="1800" dirty="0">
                <a:effectLst/>
                <a:latin typeface="Nirmala UI" panose="020B0502040204020203" pitchFamily="34" charset="0"/>
                <a:ea typeface="Calibri" panose="020F0502020204030204" pitchFamily="34" charset="0"/>
                <a:cs typeface="Times New Roman" panose="02020603050405020304" pitchFamily="18" charset="0"/>
              </a:rPr>
              <a:t> </a:t>
            </a:r>
            <a:r>
              <a:rPr lang="en-IN" sz="1800" dirty="0" err="1">
                <a:effectLst/>
                <a:latin typeface="Nirmala UI" panose="020B0502040204020203" pitchFamily="34" charset="0"/>
                <a:ea typeface="Calibri" panose="020F0502020204030204" pitchFamily="34" charset="0"/>
                <a:cs typeface="Times New Roman" panose="02020603050405020304" pitchFamily="18" charset="0"/>
              </a:rPr>
              <a:t>आहे</a:t>
            </a:r>
            <a:r>
              <a:rPr lang="en-IN" sz="1800" dirty="0">
                <a:effectLst/>
                <a:latin typeface="Nirmala UI" panose="020B0502040204020203" pitchFamily="34" charset="0"/>
                <a:ea typeface="Calibri" panose="020F0502020204030204" pitchFamily="34" charset="0"/>
                <a:cs typeface="Times New Roman" panose="02020603050405020304" pitchFamily="18" charset="0"/>
              </a:rPr>
              <a:t>. </a:t>
            </a:r>
            <a:r>
              <a:rPr lang="en-IN" sz="1800" dirty="0" err="1">
                <a:effectLst/>
                <a:latin typeface="Nirmala UI" panose="020B0502040204020203" pitchFamily="34" charset="0"/>
                <a:ea typeface="Calibri" panose="020F0502020204030204" pitchFamily="34" charset="0"/>
                <a:cs typeface="Times New Roman" panose="02020603050405020304" pitchFamily="18" charset="0"/>
              </a:rPr>
              <a:t>स्तनपानाचा</a:t>
            </a:r>
            <a:r>
              <a:rPr lang="en-IN" sz="1800" dirty="0">
                <a:effectLst/>
                <a:latin typeface="Nirmala UI" panose="020B0502040204020203" pitchFamily="34" charset="0"/>
                <a:ea typeface="Calibri" panose="020F0502020204030204" pitchFamily="34" charset="0"/>
                <a:cs typeface="Times New Roman" panose="02020603050405020304" pitchFamily="18" charset="0"/>
              </a:rPr>
              <a:t> </a:t>
            </a:r>
            <a:r>
              <a:rPr lang="en-IN" sz="1800" dirty="0" err="1">
                <a:effectLst/>
                <a:latin typeface="Nirmala UI" panose="020B0502040204020203" pitchFamily="34" charset="0"/>
                <a:ea typeface="Calibri" panose="020F0502020204030204" pitchFamily="34" charset="0"/>
                <a:cs typeface="Times New Roman" panose="02020603050405020304" pitchFamily="18" charset="0"/>
              </a:rPr>
              <a:t>कालावधी</a:t>
            </a:r>
            <a:r>
              <a:rPr lang="en-IN" sz="1800" dirty="0">
                <a:effectLst/>
                <a:latin typeface="Nirmala UI" panose="020B0502040204020203" pitchFamily="34" charset="0"/>
                <a:ea typeface="Calibri" panose="020F0502020204030204" pitchFamily="34" charset="0"/>
                <a:cs typeface="Times New Roman" panose="02020603050405020304" pitchFamily="18" charset="0"/>
              </a:rPr>
              <a:t> 180-200 </a:t>
            </a:r>
            <a:r>
              <a:rPr lang="en-IN" sz="1800" dirty="0" err="1">
                <a:effectLst/>
                <a:latin typeface="Nirmala UI" panose="020B0502040204020203" pitchFamily="34" charset="0"/>
                <a:ea typeface="Calibri" panose="020F0502020204030204" pitchFamily="34" charset="0"/>
                <a:cs typeface="Times New Roman" panose="02020603050405020304" pitchFamily="18" charset="0"/>
              </a:rPr>
              <a:t>दिवस</a:t>
            </a:r>
            <a:r>
              <a:rPr lang="en-IN" sz="1800" dirty="0">
                <a:effectLst/>
                <a:latin typeface="Nirmala UI" panose="020B0502040204020203" pitchFamily="34" charset="0"/>
                <a:ea typeface="Calibri" panose="020F0502020204030204" pitchFamily="34" charset="0"/>
                <a:cs typeface="Times New Roman" panose="02020603050405020304" pitchFamily="18" charset="0"/>
              </a:rPr>
              <a:t> </a:t>
            </a:r>
            <a:r>
              <a:rPr lang="en-IN" sz="1800" dirty="0" err="1">
                <a:effectLst/>
                <a:latin typeface="Nirmala UI" panose="020B0502040204020203" pitchFamily="34" charset="0"/>
                <a:ea typeface="Calibri" panose="020F0502020204030204" pitchFamily="34" charset="0"/>
                <a:cs typeface="Times New Roman" panose="02020603050405020304" pitchFamily="18" charset="0"/>
              </a:rPr>
              <a:t>आहे</a:t>
            </a:r>
            <a:r>
              <a:rPr lang="en-IN" sz="1800" dirty="0">
                <a:effectLst/>
                <a:latin typeface="Nirmala UI" panose="020B0502040204020203" pitchFamily="34" charset="0"/>
                <a:ea typeface="Calibri" panose="020F0502020204030204" pitchFamily="34" charset="0"/>
                <a:cs typeface="Times New Roman" panose="02020603050405020304" pitchFamily="18" charset="0"/>
              </a:rPr>
              <a:t>. </a:t>
            </a:r>
            <a:r>
              <a:rPr lang="en-IN" sz="1800" dirty="0" err="1">
                <a:effectLst/>
                <a:latin typeface="Nirmala UI" panose="020B0502040204020203" pitchFamily="34" charset="0"/>
                <a:ea typeface="Calibri" panose="020F0502020204030204" pitchFamily="34" charset="0"/>
                <a:cs typeface="Times New Roman" panose="02020603050405020304" pitchFamily="18" charset="0"/>
              </a:rPr>
              <a:t>कासेचा</a:t>
            </a:r>
            <a:r>
              <a:rPr lang="en-IN" sz="1800" dirty="0">
                <a:effectLst/>
                <a:latin typeface="Nirmala UI" panose="020B0502040204020203" pitchFamily="34" charset="0"/>
                <a:ea typeface="Calibri" panose="020F0502020204030204" pitchFamily="34" charset="0"/>
                <a:cs typeface="Times New Roman" panose="02020603050405020304" pitchFamily="18" charset="0"/>
              </a:rPr>
              <a:t> </a:t>
            </a:r>
            <a:r>
              <a:rPr lang="en-IN" sz="1800" dirty="0" err="1">
                <a:effectLst/>
                <a:latin typeface="Nirmala UI" panose="020B0502040204020203" pitchFamily="34" charset="0"/>
                <a:ea typeface="Calibri" panose="020F0502020204030204" pitchFamily="34" charset="0"/>
                <a:cs typeface="Times New Roman" panose="02020603050405020304" pitchFamily="18" charset="0"/>
              </a:rPr>
              <a:t>आकार</a:t>
            </a:r>
            <a:r>
              <a:rPr lang="en-IN" sz="1800" dirty="0">
                <a:effectLst/>
                <a:latin typeface="Nirmala UI" panose="020B0502040204020203" pitchFamily="34" charset="0"/>
                <a:ea typeface="Calibri" panose="020F0502020204030204" pitchFamily="34" charset="0"/>
                <a:cs typeface="Times New Roman" panose="02020603050405020304" pitchFamily="18" charset="0"/>
              </a:rPr>
              <a:t> </a:t>
            </a:r>
            <a:r>
              <a:rPr lang="en-IN" sz="1800" dirty="0" err="1">
                <a:effectLst/>
                <a:latin typeface="Nirmala UI" panose="020B0502040204020203" pitchFamily="34" charset="0"/>
                <a:ea typeface="Calibri" panose="020F0502020204030204" pitchFamily="34" charset="0"/>
                <a:cs typeface="Times New Roman" panose="02020603050405020304" pitchFamily="18" charset="0"/>
              </a:rPr>
              <a:t>मोठा</a:t>
            </a:r>
            <a:r>
              <a:rPr lang="en-IN" sz="1800" dirty="0">
                <a:effectLst/>
                <a:latin typeface="Nirmala UI" panose="020B0502040204020203" pitchFamily="34" charset="0"/>
                <a:ea typeface="Calibri" panose="020F0502020204030204" pitchFamily="34" charset="0"/>
                <a:cs typeface="Times New Roman" panose="02020603050405020304" pitchFamily="18" charset="0"/>
              </a:rPr>
              <a:t> </a:t>
            </a:r>
            <a:r>
              <a:rPr lang="en-IN" sz="1800" dirty="0" err="1">
                <a:effectLst/>
                <a:latin typeface="Nirmala UI" panose="020B0502040204020203" pitchFamily="34" charset="0"/>
                <a:ea typeface="Calibri" panose="020F0502020204030204" pitchFamily="34" charset="0"/>
                <a:cs typeface="Times New Roman" panose="02020603050405020304" pitchFamily="18" charset="0"/>
              </a:rPr>
              <a:t>शंकूच्या</a:t>
            </a:r>
            <a:r>
              <a:rPr lang="en-IN" sz="1800" dirty="0">
                <a:effectLst/>
                <a:latin typeface="Nirmala UI" panose="020B0502040204020203" pitchFamily="34" charset="0"/>
                <a:ea typeface="Calibri" panose="020F0502020204030204" pitchFamily="34" charset="0"/>
                <a:cs typeface="Times New Roman" panose="02020603050405020304" pitchFamily="18" charset="0"/>
              </a:rPr>
              <a:t> </a:t>
            </a:r>
            <a:r>
              <a:rPr lang="en-IN" sz="1800" dirty="0" err="1">
                <a:effectLst/>
                <a:latin typeface="Nirmala UI" panose="020B0502040204020203" pitchFamily="34" charset="0"/>
                <a:ea typeface="Calibri" panose="020F0502020204030204" pitchFamily="34" charset="0"/>
                <a:cs typeface="Times New Roman" panose="02020603050405020304" pitchFamily="18" charset="0"/>
              </a:rPr>
              <a:t>आकाराचा</a:t>
            </a:r>
            <a:r>
              <a:rPr lang="en-IN" sz="1800" dirty="0">
                <a:effectLst/>
                <a:latin typeface="Nirmala UI" panose="020B0502040204020203" pitchFamily="34" charset="0"/>
                <a:ea typeface="Calibri" panose="020F0502020204030204" pitchFamily="34" charset="0"/>
                <a:cs typeface="Times New Roman" panose="02020603050405020304" pitchFamily="18" charset="0"/>
              </a:rPr>
              <a:t> असतो. </a:t>
            </a:r>
            <a:r>
              <a:rPr lang="en-IN" sz="1800" dirty="0" err="1">
                <a:effectLst/>
                <a:latin typeface="Nirmala UI" panose="020B0502040204020203" pitchFamily="34" charset="0"/>
                <a:ea typeface="Calibri" panose="020F0502020204030204" pitchFamily="34" charset="0"/>
                <a:cs typeface="Times New Roman" panose="02020603050405020304" pitchFamily="18" charset="0"/>
              </a:rPr>
              <a:t>जाखराणा</a:t>
            </a:r>
            <a:r>
              <a:rPr lang="en-IN" sz="1800" dirty="0">
                <a:effectLst/>
                <a:latin typeface="Nirmala UI" panose="020B0502040204020203" pitchFamily="34" charset="0"/>
                <a:ea typeface="Calibri" panose="020F0502020204030204" pitchFamily="34" charset="0"/>
                <a:cs typeface="Times New Roman" panose="02020603050405020304" pitchFamily="18" charset="0"/>
              </a:rPr>
              <a:t> </a:t>
            </a:r>
            <a:r>
              <a:rPr lang="en-IN" sz="1800" dirty="0" err="1">
                <a:effectLst/>
                <a:latin typeface="Nirmala UI" panose="020B0502040204020203" pitchFamily="34" charset="0"/>
                <a:ea typeface="Calibri" panose="020F0502020204030204" pitchFamily="34" charset="0"/>
                <a:cs typeface="Times New Roman" panose="02020603050405020304" pitchFamily="18" charset="0"/>
              </a:rPr>
              <a:t>जातीचे</a:t>
            </a:r>
            <a:r>
              <a:rPr lang="en-IN" sz="1800" dirty="0">
                <a:effectLst/>
                <a:latin typeface="Nirmala UI" panose="020B0502040204020203" pitchFamily="34" charset="0"/>
                <a:ea typeface="Calibri" panose="020F0502020204030204" pitchFamily="34" charset="0"/>
                <a:cs typeface="Times New Roman" panose="02020603050405020304" pitchFamily="18" charset="0"/>
              </a:rPr>
              <a:t> </a:t>
            </a:r>
            <a:r>
              <a:rPr lang="en-IN" sz="1800" dirty="0" err="1">
                <a:effectLst/>
                <a:latin typeface="Nirmala UI" panose="020B0502040204020203" pitchFamily="34" charset="0"/>
                <a:ea typeface="Calibri" panose="020F0502020204030204" pitchFamily="34" charset="0"/>
                <a:cs typeface="Times New Roman" panose="02020603050405020304" pitchFamily="18" charset="0"/>
              </a:rPr>
              <a:t>सरासरी</a:t>
            </a:r>
            <a:r>
              <a:rPr lang="en-IN" sz="1800" dirty="0">
                <a:effectLst/>
                <a:latin typeface="Nirmala UI" panose="020B0502040204020203" pitchFamily="34" charset="0"/>
                <a:ea typeface="Calibri" panose="020F0502020204030204" pitchFamily="34" charset="0"/>
                <a:cs typeface="Times New Roman" panose="02020603050405020304" pitchFamily="18" charset="0"/>
              </a:rPr>
              <a:t> </a:t>
            </a:r>
            <a:r>
              <a:rPr lang="en-IN" sz="1800" dirty="0" err="1">
                <a:effectLst/>
                <a:latin typeface="Nirmala UI" panose="020B0502040204020203" pitchFamily="34" charset="0"/>
                <a:ea typeface="Calibri" panose="020F0502020204030204" pitchFamily="34" charset="0"/>
                <a:cs typeface="Times New Roman" panose="02020603050405020304" pitchFamily="18" charset="0"/>
              </a:rPr>
              <a:t>दैनंदिन</a:t>
            </a:r>
            <a:r>
              <a:rPr lang="en-IN" sz="1800" dirty="0">
                <a:effectLst/>
                <a:latin typeface="Nirmala UI" panose="020B0502040204020203" pitchFamily="34" charset="0"/>
                <a:ea typeface="Calibri" panose="020F0502020204030204" pitchFamily="34" charset="0"/>
                <a:cs typeface="Times New Roman" panose="02020603050405020304" pitchFamily="18" charset="0"/>
              </a:rPr>
              <a:t> </a:t>
            </a:r>
            <a:r>
              <a:rPr lang="en-IN" sz="1800" dirty="0" err="1">
                <a:effectLst/>
                <a:latin typeface="Nirmala UI" panose="020B0502040204020203" pitchFamily="34" charset="0"/>
                <a:ea typeface="Calibri" panose="020F0502020204030204" pitchFamily="34" charset="0"/>
                <a:cs typeface="Times New Roman" panose="02020603050405020304" pitchFamily="18" charset="0"/>
              </a:rPr>
              <a:t>दूध</a:t>
            </a:r>
            <a:r>
              <a:rPr lang="en-IN" sz="1800" dirty="0">
                <a:effectLst/>
                <a:latin typeface="Nirmala UI" panose="020B0502040204020203" pitchFamily="34" charset="0"/>
                <a:ea typeface="Calibri" panose="020F0502020204030204" pitchFamily="34" charset="0"/>
                <a:cs typeface="Times New Roman" panose="02020603050405020304" pitchFamily="18" charset="0"/>
              </a:rPr>
              <a:t> उत्पादन 2-3 </a:t>
            </a:r>
            <a:r>
              <a:rPr lang="en-IN" sz="1800" dirty="0" err="1">
                <a:effectLst/>
                <a:latin typeface="Nirmala UI" panose="020B0502040204020203" pitchFamily="34" charset="0"/>
                <a:ea typeface="Calibri" panose="020F0502020204030204" pitchFamily="34" charset="0"/>
                <a:cs typeface="Times New Roman" panose="02020603050405020304" pitchFamily="18" charset="0"/>
              </a:rPr>
              <a:t>किलो</a:t>
            </a:r>
            <a:r>
              <a:rPr lang="en-IN" sz="1800" dirty="0">
                <a:effectLst/>
                <a:latin typeface="Nirmala UI" panose="020B0502040204020203" pitchFamily="34" charset="0"/>
                <a:ea typeface="Calibri" panose="020F0502020204030204" pitchFamily="34" charset="0"/>
                <a:cs typeface="Times New Roman" panose="02020603050405020304" pitchFamily="18" charset="0"/>
              </a:rPr>
              <a:t> </a:t>
            </a:r>
            <a:r>
              <a:rPr lang="en-IN" sz="1800" dirty="0" err="1">
                <a:effectLst/>
                <a:latin typeface="Nirmala UI" panose="020B0502040204020203" pitchFamily="34" charset="0"/>
                <a:ea typeface="Calibri" panose="020F0502020204030204" pitchFamily="34" charset="0"/>
                <a:cs typeface="Times New Roman" panose="02020603050405020304" pitchFamily="18" charset="0"/>
              </a:rPr>
              <a:t>असते</a:t>
            </a:r>
            <a:r>
              <a:rPr lang="en-IN" sz="1800" dirty="0">
                <a:effectLst/>
                <a:latin typeface="Nirmala UI" panose="020B0502040204020203" pitchFamily="34" charset="0"/>
                <a:ea typeface="Calibri" panose="020F0502020204030204" pitchFamily="34" charset="0"/>
                <a:cs typeface="Times New Roman" panose="02020603050405020304" pitchFamily="18" charset="0"/>
              </a:rPr>
              <a:t>.</a:t>
            </a:r>
            <a:endParaRPr lang="en-IN" sz="1800" dirty="0">
              <a:effectLst/>
              <a:latin typeface="Calibri" panose="020F0502020204030204" pitchFamily="34" charset="0"/>
              <a:ea typeface="Calibri" panose="020F0502020204030204" pitchFamily="34" charset="0"/>
              <a:cs typeface="Times New Roman" panose="02020603050405020304" pitchFamily="18" charset="0"/>
            </a:endParaRPr>
          </a:p>
          <a:p>
            <a:endParaRPr lang="en-IN" dirty="0"/>
          </a:p>
        </p:txBody>
      </p:sp>
    </p:spTree>
    <p:extLst>
      <p:ext uri="{BB962C8B-B14F-4D97-AF65-F5344CB8AC3E}">
        <p14:creationId xmlns:p14="http://schemas.microsoft.com/office/powerpoint/2010/main" val="2479059210"/>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782281C-49E6-44B8-BA4A-4C9847DE8BB5}"/>
              </a:ext>
            </a:extLst>
          </p:cNvPr>
          <p:cNvSpPr>
            <a:spLocks noGrp="1"/>
          </p:cNvSpPr>
          <p:nvPr>
            <p:ph type="title"/>
          </p:nvPr>
        </p:nvSpPr>
        <p:spPr>
          <a:xfrm>
            <a:off x="839788" y="457200"/>
            <a:ext cx="3932237" cy="530225"/>
          </a:xfrm>
        </p:spPr>
        <p:txBody>
          <a:bodyPr>
            <a:normAutofit/>
          </a:bodyPr>
          <a:lstStyle/>
          <a:p>
            <a:pPr algn="ctr"/>
            <a:r>
              <a:rPr lang="en-IN" sz="1800" dirty="0">
                <a:effectLst/>
                <a:latin typeface="Calibri" panose="020F0502020204030204" pitchFamily="34" charset="0"/>
                <a:ea typeface="Calibri" panose="020F0502020204030204" pitchFamily="34" charset="0"/>
                <a:cs typeface="Times New Roman" panose="02020603050405020304" pitchFamily="18" charset="0"/>
              </a:rPr>
              <a:t> </a:t>
            </a:r>
            <a:r>
              <a:rPr lang="en-IN" sz="2800" dirty="0" err="1">
                <a:solidFill>
                  <a:srgbClr val="FF0000"/>
                </a:solidFill>
                <a:effectLst/>
                <a:latin typeface="Nirmala UI" panose="020B0502040204020203" pitchFamily="34" charset="0"/>
                <a:ea typeface="Calibri" panose="020F0502020204030204" pitchFamily="34" charset="0"/>
              </a:rPr>
              <a:t>सुरती</a:t>
            </a:r>
            <a:endParaRPr lang="en-IN" dirty="0">
              <a:solidFill>
                <a:srgbClr val="FF0000"/>
              </a:solidFill>
            </a:endParaRPr>
          </a:p>
        </p:txBody>
      </p:sp>
      <p:pic>
        <p:nvPicPr>
          <p:cNvPr id="6" name="Content Placeholder 5">
            <a:extLst>
              <a:ext uri="{FF2B5EF4-FFF2-40B4-BE49-F238E27FC236}">
                <a16:creationId xmlns:a16="http://schemas.microsoft.com/office/drawing/2014/main" id="{4E057154-FB7F-49A4-A23B-C8822E255B7C}"/>
              </a:ext>
            </a:extLst>
          </p:cNvPr>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5183188" y="1688306"/>
            <a:ext cx="6172200" cy="3471862"/>
          </a:xfrm>
        </p:spPr>
      </p:pic>
      <p:sp>
        <p:nvSpPr>
          <p:cNvPr id="4" name="Text Placeholder 3">
            <a:extLst>
              <a:ext uri="{FF2B5EF4-FFF2-40B4-BE49-F238E27FC236}">
                <a16:creationId xmlns:a16="http://schemas.microsoft.com/office/drawing/2014/main" id="{F72F741F-C7F2-4506-B783-4852AEA69288}"/>
              </a:ext>
            </a:extLst>
          </p:cNvPr>
          <p:cNvSpPr>
            <a:spLocks noGrp="1"/>
          </p:cNvSpPr>
          <p:nvPr>
            <p:ph type="body" sz="half" idx="2"/>
          </p:nvPr>
        </p:nvSpPr>
        <p:spPr>
          <a:xfrm>
            <a:off x="839788" y="995363"/>
            <a:ext cx="3932237" cy="4873625"/>
          </a:xfrm>
        </p:spPr>
        <p:txBody>
          <a:bodyPr>
            <a:normAutofit fontScale="85000" lnSpcReduction="10000"/>
          </a:bodyPr>
          <a:lstStyle/>
          <a:p>
            <a:pPr marL="285750" indent="-285750">
              <a:lnSpc>
                <a:spcPct val="107000"/>
              </a:lnSpc>
              <a:spcAft>
                <a:spcPts val="800"/>
              </a:spcAft>
              <a:buFont typeface="Arial" panose="020B0604020202020204" pitchFamily="34" charset="0"/>
              <a:buChar char="•"/>
            </a:pPr>
            <a:r>
              <a:rPr lang="en-IN" sz="1800" dirty="0" err="1">
                <a:effectLst/>
                <a:latin typeface="Nirmala UI" panose="020B0502040204020203" pitchFamily="34" charset="0"/>
                <a:ea typeface="Calibri" panose="020F0502020204030204" pitchFamily="34" charset="0"/>
                <a:cs typeface="Times New Roman" panose="02020603050405020304" pitchFamily="18" charset="0"/>
              </a:rPr>
              <a:t>भारतातील</a:t>
            </a:r>
            <a:r>
              <a:rPr lang="en-IN" sz="1800" dirty="0">
                <a:effectLst/>
                <a:latin typeface="Calibri" panose="020F0502020204030204" pitchFamily="34" charset="0"/>
                <a:ea typeface="Calibri" panose="020F0502020204030204" pitchFamily="34" charset="0"/>
                <a:cs typeface="Times New Roman" panose="02020603050405020304" pitchFamily="18" charset="0"/>
              </a:rPr>
              <a:t> </a:t>
            </a:r>
            <a:r>
              <a:rPr lang="en-IN" sz="1800" dirty="0" err="1">
                <a:effectLst/>
                <a:latin typeface="Nirmala UI" panose="020B0502040204020203" pitchFamily="34" charset="0"/>
                <a:ea typeface="Calibri" panose="020F0502020204030204" pitchFamily="34" charset="0"/>
                <a:cs typeface="Times New Roman" panose="02020603050405020304" pitchFamily="18" charset="0"/>
              </a:rPr>
              <a:t>दुधासाठी</a:t>
            </a:r>
            <a:r>
              <a:rPr lang="en-IN" sz="1800" dirty="0">
                <a:effectLst/>
                <a:latin typeface="Calibri" panose="020F0502020204030204" pitchFamily="34" charset="0"/>
                <a:ea typeface="Calibri" panose="020F0502020204030204" pitchFamily="34" charset="0"/>
                <a:cs typeface="Times New Roman" panose="02020603050405020304" pitchFamily="18" charset="0"/>
              </a:rPr>
              <a:t> 5 </a:t>
            </a:r>
            <a:r>
              <a:rPr lang="en-IN" sz="1800" dirty="0" err="1">
                <a:effectLst/>
                <a:latin typeface="Nirmala UI" panose="020B0502040204020203" pitchFamily="34" charset="0"/>
                <a:ea typeface="Calibri" panose="020F0502020204030204" pitchFamily="34" charset="0"/>
                <a:cs typeface="Times New Roman" panose="02020603050405020304" pitchFamily="18" charset="0"/>
              </a:rPr>
              <a:t>सर्वोत्तम</a:t>
            </a:r>
            <a:r>
              <a:rPr lang="en-IN" sz="1800" dirty="0">
                <a:effectLst/>
                <a:latin typeface="Calibri" panose="020F0502020204030204" pitchFamily="34" charset="0"/>
                <a:ea typeface="Calibri" panose="020F0502020204030204" pitchFamily="34" charset="0"/>
                <a:cs typeface="Times New Roman" panose="02020603050405020304" pitchFamily="18" charset="0"/>
              </a:rPr>
              <a:t> </a:t>
            </a:r>
            <a:r>
              <a:rPr lang="en-IN" sz="1800" dirty="0">
                <a:effectLst/>
                <a:latin typeface="Nirmala UI" panose="020B0502040204020203" pitchFamily="34" charset="0"/>
                <a:ea typeface="Calibri" panose="020F0502020204030204" pitchFamily="34" charset="0"/>
                <a:cs typeface="Times New Roman" panose="02020603050405020304" pitchFamily="18" charset="0"/>
              </a:rPr>
              <a:t>शेळी</a:t>
            </a:r>
            <a:r>
              <a:rPr lang="en-IN" sz="1800" dirty="0">
                <a:effectLst/>
                <a:latin typeface="Calibri" panose="020F0502020204030204" pitchFamily="34" charset="0"/>
                <a:ea typeface="Calibri" panose="020F0502020204030204" pitchFamily="34" charset="0"/>
                <a:cs typeface="Times New Roman" panose="02020603050405020304" pitchFamily="18" charset="0"/>
              </a:rPr>
              <a:t> </a:t>
            </a:r>
            <a:r>
              <a:rPr lang="en-IN" sz="1800" dirty="0" err="1">
                <a:effectLst/>
                <a:latin typeface="Nirmala UI" panose="020B0502040204020203" pitchFamily="34" charset="0"/>
                <a:ea typeface="Calibri" panose="020F0502020204030204" pitchFamily="34" charset="0"/>
                <a:cs typeface="Times New Roman" panose="02020603050405020304" pitchFamily="18" charset="0"/>
              </a:rPr>
              <a:t>जातींमध्ये</a:t>
            </a:r>
            <a:r>
              <a:rPr lang="en-IN" sz="1800" dirty="0">
                <a:effectLst/>
                <a:latin typeface="Calibri" panose="020F0502020204030204" pitchFamily="34" charset="0"/>
                <a:ea typeface="Calibri" panose="020F0502020204030204" pitchFamily="34" charset="0"/>
                <a:cs typeface="Times New Roman" panose="02020603050405020304" pitchFamily="18" charset="0"/>
              </a:rPr>
              <a:t> </a:t>
            </a:r>
            <a:r>
              <a:rPr lang="en-IN" sz="1800" dirty="0">
                <a:effectLst/>
                <a:latin typeface="Nirmala UI" panose="020B0502040204020203" pitchFamily="34" charset="0"/>
                <a:ea typeface="Calibri" panose="020F0502020204030204" pitchFamily="34" charset="0"/>
                <a:cs typeface="Times New Roman" panose="02020603050405020304" pitchFamily="18" charset="0"/>
              </a:rPr>
              <a:t>ही</a:t>
            </a:r>
            <a:r>
              <a:rPr lang="en-IN" sz="1800" dirty="0">
                <a:effectLst/>
                <a:latin typeface="Calibri" panose="020F0502020204030204" pitchFamily="34" charset="0"/>
                <a:ea typeface="Calibri" panose="020F0502020204030204" pitchFamily="34" charset="0"/>
                <a:cs typeface="Times New Roman" panose="02020603050405020304" pitchFamily="18" charset="0"/>
              </a:rPr>
              <a:t> </a:t>
            </a:r>
            <a:r>
              <a:rPr lang="en-IN" sz="1800" dirty="0" err="1">
                <a:effectLst/>
                <a:latin typeface="Nirmala UI" panose="020B0502040204020203" pitchFamily="34" charset="0"/>
                <a:ea typeface="Calibri" panose="020F0502020204030204" pitchFamily="34" charset="0"/>
                <a:cs typeface="Times New Roman" panose="02020603050405020304" pitchFamily="18" charset="0"/>
              </a:rPr>
              <a:t>जात</a:t>
            </a:r>
            <a:r>
              <a:rPr lang="en-IN" sz="1800" dirty="0">
                <a:effectLst/>
                <a:latin typeface="Calibri" panose="020F0502020204030204" pitchFamily="34" charset="0"/>
                <a:ea typeface="Calibri" panose="020F0502020204030204" pitchFamily="34" charset="0"/>
                <a:cs typeface="Times New Roman" panose="02020603050405020304" pitchFamily="18" charset="0"/>
              </a:rPr>
              <a:t> </a:t>
            </a:r>
            <a:r>
              <a:rPr lang="en-IN" sz="1800" dirty="0" err="1">
                <a:effectLst/>
                <a:latin typeface="Nirmala UI" panose="020B0502040204020203" pitchFamily="34" charset="0"/>
                <a:ea typeface="Calibri" panose="020F0502020204030204" pitchFamily="34" charset="0"/>
                <a:cs typeface="Times New Roman" panose="02020603050405020304" pitchFamily="18" charset="0"/>
              </a:rPr>
              <a:t>आहे</a:t>
            </a:r>
            <a:r>
              <a:rPr lang="en-IN" sz="1800" dirty="0">
                <a:effectLst/>
                <a:latin typeface="Calibri" panose="020F0502020204030204" pitchFamily="34" charset="0"/>
                <a:ea typeface="Calibri" panose="020F0502020204030204" pitchFamily="34" charset="0"/>
                <a:cs typeface="Times New Roman" panose="02020603050405020304" pitchFamily="18" charset="0"/>
              </a:rPr>
              <a:t>. </a:t>
            </a:r>
            <a:r>
              <a:rPr lang="en-IN" sz="1800" dirty="0" err="1">
                <a:effectLst/>
                <a:latin typeface="Nirmala UI" panose="020B0502040204020203" pitchFamily="34" charset="0"/>
                <a:ea typeface="Calibri" panose="020F0502020204030204" pitchFamily="34" charset="0"/>
                <a:cs typeface="Times New Roman" panose="02020603050405020304" pitchFamily="18" charset="0"/>
              </a:rPr>
              <a:t>गुजरातच्या</a:t>
            </a:r>
            <a:r>
              <a:rPr lang="en-IN" sz="1800" dirty="0">
                <a:effectLst/>
                <a:latin typeface="Calibri" panose="020F0502020204030204" pitchFamily="34" charset="0"/>
                <a:ea typeface="Calibri" panose="020F0502020204030204" pitchFamily="34" charset="0"/>
                <a:cs typeface="Times New Roman" panose="02020603050405020304" pitchFamily="18" charset="0"/>
              </a:rPr>
              <a:t> </a:t>
            </a:r>
            <a:r>
              <a:rPr lang="en-IN" sz="1800" dirty="0" err="1">
                <a:effectLst/>
                <a:latin typeface="Nirmala UI" panose="020B0502040204020203" pitchFamily="34" charset="0"/>
                <a:ea typeface="Calibri" panose="020F0502020204030204" pitchFamily="34" charset="0"/>
                <a:cs typeface="Times New Roman" panose="02020603050405020304" pitchFamily="18" charset="0"/>
              </a:rPr>
              <a:t>सुरत</a:t>
            </a:r>
            <a:r>
              <a:rPr lang="en-IN" sz="1800" dirty="0">
                <a:effectLst/>
                <a:latin typeface="Calibri" panose="020F0502020204030204" pitchFamily="34" charset="0"/>
                <a:ea typeface="Calibri" panose="020F0502020204030204" pitchFamily="34" charset="0"/>
                <a:cs typeface="Times New Roman" panose="02020603050405020304" pitchFamily="18" charset="0"/>
              </a:rPr>
              <a:t> </a:t>
            </a:r>
            <a:r>
              <a:rPr lang="en-IN" sz="1800" dirty="0" err="1">
                <a:effectLst/>
                <a:latin typeface="Nirmala UI" panose="020B0502040204020203" pitchFamily="34" charset="0"/>
                <a:ea typeface="Calibri" panose="020F0502020204030204" pitchFamily="34" charset="0"/>
                <a:cs typeface="Times New Roman" panose="02020603050405020304" pitchFamily="18" charset="0"/>
              </a:rPr>
              <a:t>जिल्ह्यात</a:t>
            </a:r>
            <a:r>
              <a:rPr lang="en-IN" sz="1800" dirty="0">
                <a:effectLst/>
                <a:latin typeface="Calibri" panose="020F0502020204030204" pitchFamily="34" charset="0"/>
                <a:ea typeface="Calibri" panose="020F0502020204030204" pitchFamily="34" charset="0"/>
                <a:cs typeface="Times New Roman" panose="02020603050405020304" pitchFamily="18" charset="0"/>
              </a:rPr>
              <a:t> </a:t>
            </a:r>
            <a:r>
              <a:rPr lang="en-IN" sz="1800" dirty="0">
                <a:effectLst/>
                <a:latin typeface="Nirmala UI" panose="020B0502040204020203" pitchFamily="34" charset="0"/>
                <a:ea typeface="Calibri" panose="020F0502020204030204" pitchFamily="34" charset="0"/>
                <a:cs typeface="Times New Roman" panose="02020603050405020304" pitchFamily="18" charset="0"/>
              </a:rPr>
              <a:t>त्याचा</a:t>
            </a:r>
            <a:r>
              <a:rPr lang="en-IN" sz="1800" dirty="0">
                <a:effectLst/>
                <a:latin typeface="Calibri" panose="020F0502020204030204" pitchFamily="34" charset="0"/>
                <a:ea typeface="Calibri" panose="020F0502020204030204" pitchFamily="34" charset="0"/>
                <a:cs typeface="Times New Roman" panose="02020603050405020304" pitchFamily="18" charset="0"/>
              </a:rPr>
              <a:t> </a:t>
            </a:r>
            <a:r>
              <a:rPr lang="en-IN" sz="1800" dirty="0" err="1">
                <a:effectLst/>
                <a:latin typeface="Nirmala UI" panose="020B0502040204020203" pitchFamily="34" charset="0"/>
                <a:ea typeface="Calibri" panose="020F0502020204030204" pitchFamily="34" charset="0"/>
                <a:cs typeface="Times New Roman" panose="02020603050405020304" pitchFamily="18" charset="0"/>
              </a:rPr>
              <a:t>उगम</a:t>
            </a:r>
            <a:r>
              <a:rPr lang="en-IN" sz="1800" dirty="0">
                <a:effectLst/>
                <a:latin typeface="Calibri" panose="020F0502020204030204" pitchFamily="34" charset="0"/>
                <a:ea typeface="Calibri" panose="020F0502020204030204" pitchFamily="34" charset="0"/>
                <a:cs typeface="Times New Roman" panose="02020603050405020304" pitchFamily="18" charset="0"/>
              </a:rPr>
              <a:t> </a:t>
            </a:r>
            <a:r>
              <a:rPr lang="en-IN" sz="1800" dirty="0">
                <a:effectLst/>
                <a:latin typeface="Nirmala UI" panose="020B0502040204020203" pitchFamily="34" charset="0"/>
                <a:ea typeface="Calibri" panose="020F0502020204030204" pitchFamily="34" charset="0"/>
                <a:cs typeface="Times New Roman" panose="02020603050405020304" pitchFamily="18" charset="0"/>
              </a:rPr>
              <a:t>झाला</a:t>
            </a:r>
            <a:r>
              <a:rPr lang="en-IN" sz="1800" dirty="0">
                <a:effectLst/>
                <a:latin typeface="Calibri" panose="020F0502020204030204" pitchFamily="34" charset="0"/>
                <a:ea typeface="Calibri" panose="020F0502020204030204" pitchFamily="34" charset="0"/>
                <a:cs typeface="Times New Roman" panose="02020603050405020304" pitchFamily="18" charset="0"/>
              </a:rPr>
              <a:t> </a:t>
            </a:r>
            <a:r>
              <a:rPr lang="en-IN" sz="1800" dirty="0" err="1">
                <a:effectLst/>
                <a:latin typeface="Nirmala UI" panose="020B0502040204020203" pitchFamily="34" charset="0"/>
                <a:ea typeface="Calibri" panose="020F0502020204030204" pitchFamily="34" charset="0"/>
                <a:cs typeface="Times New Roman" panose="02020603050405020304" pitchFamily="18" charset="0"/>
              </a:rPr>
              <a:t>म्हणून</a:t>
            </a:r>
            <a:r>
              <a:rPr lang="en-IN" sz="1800" dirty="0">
                <a:effectLst/>
                <a:latin typeface="Calibri" panose="020F0502020204030204" pitchFamily="34" charset="0"/>
                <a:ea typeface="Calibri" panose="020F0502020204030204" pitchFamily="34" charset="0"/>
                <a:cs typeface="Times New Roman" panose="02020603050405020304" pitchFamily="18" charset="0"/>
              </a:rPr>
              <a:t> </a:t>
            </a:r>
            <a:r>
              <a:rPr lang="en-IN" sz="1800" dirty="0" err="1">
                <a:effectLst/>
                <a:latin typeface="Nirmala UI" panose="020B0502040204020203" pitchFamily="34" charset="0"/>
                <a:ea typeface="Calibri" panose="020F0502020204030204" pitchFamily="34" charset="0"/>
                <a:cs typeface="Times New Roman" panose="02020603050405020304" pitchFamily="18" charset="0"/>
              </a:rPr>
              <a:t>त्याला</a:t>
            </a:r>
            <a:r>
              <a:rPr lang="en-IN" sz="1800" dirty="0">
                <a:effectLst/>
                <a:latin typeface="Calibri" panose="020F0502020204030204" pitchFamily="34" charset="0"/>
                <a:ea typeface="Calibri" panose="020F0502020204030204" pitchFamily="34" charset="0"/>
                <a:cs typeface="Times New Roman" panose="02020603050405020304" pitchFamily="18" charset="0"/>
              </a:rPr>
              <a:t> ‘</a:t>
            </a:r>
            <a:r>
              <a:rPr lang="en-IN" sz="1800" dirty="0" err="1">
                <a:effectLst/>
                <a:latin typeface="Nirmala UI" panose="020B0502040204020203" pitchFamily="34" charset="0"/>
                <a:ea typeface="Calibri" panose="020F0502020204030204" pitchFamily="34" charset="0"/>
                <a:cs typeface="Times New Roman" panose="02020603050405020304" pitchFamily="18" charset="0"/>
              </a:rPr>
              <a:t>सुरती</a:t>
            </a:r>
            <a:r>
              <a:rPr lang="en-US" sz="1800" dirty="0">
                <a:effectLst/>
                <a:latin typeface="Calibri" panose="020F0502020204030204" pitchFamily="34" charset="0"/>
                <a:ea typeface="Calibri" panose="020F0502020204030204" pitchFamily="34" charset="0"/>
                <a:cs typeface="Times New Roman" panose="02020603050405020304" pitchFamily="18" charset="0"/>
              </a:rPr>
              <a:t>’ </a:t>
            </a:r>
            <a:r>
              <a:rPr lang="en-IN" sz="1800" dirty="0">
                <a:effectLst/>
                <a:latin typeface="Nirmala UI" panose="020B0502040204020203" pitchFamily="34" charset="0"/>
                <a:ea typeface="Calibri" panose="020F0502020204030204" pitchFamily="34" charset="0"/>
                <a:cs typeface="Times New Roman" panose="02020603050405020304" pitchFamily="18" charset="0"/>
              </a:rPr>
              <a:t>असे</a:t>
            </a:r>
            <a:r>
              <a:rPr lang="en-IN" sz="1800" dirty="0">
                <a:effectLst/>
                <a:latin typeface="Calibri" panose="020F0502020204030204" pitchFamily="34" charset="0"/>
                <a:ea typeface="Calibri" panose="020F0502020204030204" pitchFamily="34" charset="0"/>
                <a:cs typeface="Times New Roman" panose="02020603050405020304" pitchFamily="18" charset="0"/>
              </a:rPr>
              <a:t> </a:t>
            </a:r>
            <a:r>
              <a:rPr lang="en-IN" sz="1800" dirty="0" err="1">
                <a:effectLst/>
                <a:latin typeface="Nirmala UI" panose="020B0502040204020203" pitchFamily="34" charset="0"/>
                <a:ea typeface="Calibri" panose="020F0502020204030204" pitchFamily="34" charset="0"/>
                <a:cs typeface="Times New Roman" panose="02020603050405020304" pitchFamily="18" charset="0"/>
              </a:rPr>
              <a:t>नाव</a:t>
            </a:r>
            <a:r>
              <a:rPr lang="en-IN" sz="1800" dirty="0">
                <a:effectLst/>
                <a:latin typeface="Calibri" panose="020F0502020204030204" pitchFamily="34" charset="0"/>
                <a:ea typeface="Calibri" panose="020F0502020204030204" pitchFamily="34" charset="0"/>
                <a:cs typeface="Times New Roman" panose="02020603050405020304" pitchFamily="18" charset="0"/>
              </a:rPr>
              <a:t> </a:t>
            </a:r>
            <a:r>
              <a:rPr lang="en-IN" sz="1800" dirty="0" err="1">
                <a:effectLst/>
                <a:latin typeface="Nirmala UI" panose="020B0502040204020203" pitchFamily="34" charset="0"/>
                <a:ea typeface="Calibri" panose="020F0502020204030204" pitchFamily="34" charset="0"/>
                <a:cs typeface="Times New Roman" panose="02020603050405020304" pitchFamily="18" charset="0"/>
              </a:rPr>
              <a:t>पडले</a:t>
            </a:r>
            <a:r>
              <a:rPr lang="en-IN" sz="1800" dirty="0">
                <a:effectLst/>
                <a:latin typeface="Calibri" panose="020F0502020204030204" pitchFamily="34" charset="0"/>
                <a:ea typeface="Calibri" panose="020F0502020204030204" pitchFamily="34" charset="0"/>
                <a:cs typeface="Times New Roman" panose="02020603050405020304" pitchFamily="18" charset="0"/>
              </a:rPr>
              <a:t>. </a:t>
            </a:r>
            <a:r>
              <a:rPr lang="en-IN" sz="1800" dirty="0" err="1">
                <a:effectLst/>
                <a:latin typeface="Nirmala UI" panose="020B0502040204020203" pitchFamily="34" charset="0"/>
                <a:ea typeface="Calibri" panose="020F0502020204030204" pitchFamily="34" charset="0"/>
                <a:cs typeface="Times New Roman" panose="02020603050405020304" pitchFamily="18" charset="0"/>
              </a:rPr>
              <a:t>जातीची</a:t>
            </a:r>
            <a:r>
              <a:rPr lang="en-IN" sz="1800" dirty="0">
                <a:effectLst/>
                <a:latin typeface="Calibri" panose="020F0502020204030204" pitchFamily="34" charset="0"/>
                <a:ea typeface="Calibri" panose="020F0502020204030204" pitchFamily="34" charset="0"/>
                <a:cs typeface="Times New Roman" panose="02020603050405020304" pitchFamily="18" charset="0"/>
              </a:rPr>
              <a:t> </a:t>
            </a:r>
            <a:r>
              <a:rPr lang="en-IN" sz="1800" dirty="0">
                <a:effectLst/>
                <a:latin typeface="Nirmala UI" panose="020B0502040204020203" pitchFamily="34" charset="0"/>
                <a:ea typeface="Calibri" panose="020F0502020204030204" pitchFamily="34" charset="0"/>
                <a:cs typeface="Times New Roman" panose="02020603050405020304" pitchFamily="18" charset="0"/>
              </a:rPr>
              <a:t>संख्या</a:t>
            </a:r>
            <a:r>
              <a:rPr lang="en-IN" sz="1800" dirty="0">
                <a:effectLst/>
                <a:latin typeface="Calibri" panose="020F0502020204030204" pitchFamily="34" charset="0"/>
                <a:ea typeface="Calibri" panose="020F0502020204030204" pitchFamily="34" charset="0"/>
                <a:cs typeface="Times New Roman" panose="02020603050405020304" pitchFamily="18" charset="0"/>
              </a:rPr>
              <a:t> </a:t>
            </a:r>
            <a:r>
              <a:rPr lang="en-IN" sz="1800" dirty="0" err="1">
                <a:effectLst/>
                <a:latin typeface="Nirmala UI" panose="020B0502040204020203" pitchFamily="34" charset="0"/>
                <a:ea typeface="Calibri" panose="020F0502020204030204" pitchFamily="34" charset="0"/>
                <a:cs typeface="Times New Roman" panose="02020603050405020304" pitchFamily="18" charset="0"/>
              </a:rPr>
              <a:t>कमी</a:t>
            </a:r>
            <a:r>
              <a:rPr lang="en-IN" sz="1800" dirty="0">
                <a:effectLst/>
                <a:latin typeface="Calibri" panose="020F0502020204030204" pitchFamily="34" charset="0"/>
                <a:ea typeface="Calibri" panose="020F0502020204030204" pitchFamily="34" charset="0"/>
                <a:cs typeface="Times New Roman" panose="02020603050405020304" pitchFamily="18" charset="0"/>
              </a:rPr>
              <a:t> </a:t>
            </a:r>
            <a:r>
              <a:rPr lang="en-IN" sz="1800" dirty="0" err="1">
                <a:effectLst/>
                <a:latin typeface="Nirmala UI" panose="020B0502040204020203" pitchFamily="34" charset="0"/>
                <a:ea typeface="Calibri" panose="020F0502020204030204" pitchFamily="34" charset="0"/>
                <a:cs typeface="Times New Roman" panose="02020603050405020304" pitchFamily="18" charset="0"/>
              </a:rPr>
              <a:t>आहे</a:t>
            </a:r>
            <a:r>
              <a:rPr lang="en-IN" sz="1800" dirty="0">
                <a:effectLst/>
                <a:latin typeface="Calibri" panose="020F0502020204030204" pitchFamily="34" charset="0"/>
                <a:ea typeface="Calibri" panose="020F0502020204030204" pitchFamily="34" charset="0"/>
                <a:cs typeface="Times New Roman" panose="02020603050405020304" pitchFamily="18" charset="0"/>
              </a:rPr>
              <a:t> </a:t>
            </a:r>
            <a:r>
              <a:rPr lang="en-IN" sz="1800" dirty="0">
                <a:effectLst/>
                <a:latin typeface="Nirmala UI" panose="020B0502040204020203" pitchFamily="34" charset="0"/>
                <a:ea typeface="Calibri" panose="020F0502020204030204" pitchFamily="34" charset="0"/>
                <a:cs typeface="Times New Roman" panose="02020603050405020304" pitchFamily="18" charset="0"/>
              </a:rPr>
              <a:t>आणि</a:t>
            </a:r>
            <a:r>
              <a:rPr lang="en-IN" sz="1800" dirty="0">
                <a:effectLst/>
                <a:latin typeface="Calibri" panose="020F0502020204030204" pitchFamily="34" charset="0"/>
                <a:ea typeface="Calibri" panose="020F0502020204030204" pitchFamily="34" charset="0"/>
                <a:cs typeface="Times New Roman" panose="02020603050405020304" pitchFamily="18" charset="0"/>
              </a:rPr>
              <a:t> </a:t>
            </a:r>
            <a:r>
              <a:rPr lang="en-IN" sz="1800" dirty="0">
                <a:effectLst/>
                <a:latin typeface="Nirmala UI" panose="020B0502040204020203" pitchFamily="34" charset="0"/>
                <a:ea typeface="Calibri" panose="020F0502020204030204" pitchFamily="34" charset="0"/>
                <a:cs typeface="Times New Roman" panose="02020603050405020304" pitchFamily="18" charset="0"/>
              </a:rPr>
              <a:t>ही</a:t>
            </a:r>
            <a:r>
              <a:rPr lang="en-IN" sz="1800" dirty="0">
                <a:effectLst/>
                <a:latin typeface="Calibri" panose="020F0502020204030204" pitchFamily="34" charset="0"/>
                <a:ea typeface="Calibri" panose="020F0502020204030204" pitchFamily="34" charset="0"/>
                <a:cs typeface="Times New Roman" panose="02020603050405020304" pitchFamily="18" charset="0"/>
              </a:rPr>
              <a:t> </a:t>
            </a:r>
            <a:r>
              <a:rPr lang="en-IN" sz="1800" dirty="0" err="1">
                <a:effectLst/>
                <a:latin typeface="Nirmala UI" panose="020B0502040204020203" pitchFamily="34" charset="0"/>
                <a:ea typeface="Calibri" panose="020F0502020204030204" pitchFamily="34" charset="0"/>
                <a:cs typeface="Times New Roman" panose="02020603050405020304" pitchFamily="18" charset="0"/>
              </a:rPr>
              <a:t>भारतातील</a:t>
            </a:r>
            <a:r>
              <a:rPr lang="en-IN" sz="1800" dirty="0">
                <a:effectLst/>
                <a:latin typeface="Calibri" panose="020F0502020204030204" pitchFamily="34" charset="0"/>
                <a:ea typeface="Calibri" panose="020F0502020204030204" pitchFamily="34" charset="0"/>
                <a:cs typeface="Times New Roman" panose="02020603050405020304" pitchFamily="18" charset="0"/>
              </a:rPr>
              <a:t> </a:t>
            </a:r>
            <a:r>
              <a:rPr lang="en-IN" sz="1800" dirty="0" err="1">
                <a:effectLst/>
                <a:latin typeface="Nirmala UI" panose="020B0502040204020203" pitchFamily="34" charset="0"/>
                <a:ea typeface="Calibri" panose="020F0502020204030204" pitchFamily="34" charset="0"/>
                <a:cs typeface="Times New Roman" panose="02020603050405020304" pitchFamily="18" charset="0"/>
              </a:rPr>
              <a:t>एक</a:t>
            </a:r>
            <a:r>
              <a:rPr lang="en-IN" sz="1800" dirty="0">
                <a:effectLst/>
                <a:latin typeface="Calibri" panose="020F0502020204030204" pitchFamily="34" charset="0"/>
                <a:ea typeface="Calibri" panose="020F0502020204030204" pitchFamily="34" charset="0"/>
                <a:cs typeface="Times New Roman" panose="02020603050405020304" pitchFamily="18" charset="0"/>
              </a:rPr>
              <a:t> </a:t>
            </a:r>
            <a:r>
              <a:rPr lang="en-IN" sz="1800" dirty="0" err="1">
                <a:effectLst/>
                <a:latin typeface="Nirmala UI" panose="020B0502040204020203" pitchFamily="34" charset="0"/>
                <a:ea typeface="Calibri" panose="020F0502020204030204" pitchFamily="34" charset="0"/>
                <a:cs typeface="Times New Roman" panose="02020603050405020304" pitchFamily="18" charset="0"/>
              </a:rPr>
              <a:t>संकटात</a:t>
            </a:r>
            <a:r>
              <a:rPr lang="en-IN" sz="1800" dirty="0">
                <a:effectLst/>
                <a:latin typeface="Calibri" panose="020F0502020204030204" pitchFamily="34" charset="0"/>
                <a:ea typeface="Calibri" panose="020F0502020204030204" pitchFamily="34" charset="0"/>
                <a:cs typeface="Times New Roman" panose="02020603050405020304" pitchFamily="18" charset="0"/>
              </a:rPr>
              <a:t> </a:t>
            </a:r>
            <a:r>
              <a:rPr lang="en-IN" sz="1800" dirty="0" err="1">
                <a:effectLst/>
                <a:latin typeface="Nirmala UI" panose="020B0502040204020203" pitchFamily="34" charset="0"/>
                <a:ea typeface="Calibri" panose="020F0502020204030204" pitchFamily="34" charset="0"/>
                <a:cs typeface="Times New Roman" panose="02020603050405020304" pitchFamily="18" charset="0"/>
              </a:rPr>
              <a:t>सापडलेली</a:t>
            </a:r>
            <a:r>
              <a:rPr lang="en-IN" sz="1800" dirty="0">
                <a:effectLst/>
                <a:latin typeface="Calibri" panose="020F0502020204030204" pitchFamily="34" charset="0"/>
                <a:ea typeface="Calibri" panose="020F0502020204030204" pitchFamily="34" charset="0"/>
                <a:cs typeface="Times New Roman" panose="02020603050405020304" pitchFamily="18" charset="0"/>
              </a:rPr>
              <a:t> </a:t>
            </a:r>
            <a:r>
              <a:rPr lang="en-IN" sz="1800" dirty="0">
                <a:effectLst/>
                <a:latin typeface="Nirmala UI" panose="020B0502040204020203" pitchFamily="34" charset="0"/>
                <a:ea typeface="Calibri" panose="020F0502020204030204" pitchFamily="34" charset="0"/>
                <a:cs typeface="Times New Roman" panose="02020603050405020304" pitchFamily="18" charset="0"/>
              </a:rPr>
              <a:t>शेळी</a:t>
            </a:r>
            <a:r>
              <a:rPr lang="en-IN" sz="1800" dirty="0">
                <a:effectLst/>
                <a:latin typeface="Calibri" panose="020F0502020204030204" pitchFamily="34" charset="0"/>
                <a:ea typeface="Calibri" panose="020F0502020204030204" pitchFamily="34" charset="0"/>
                <a:cs typeface="Times New Roman" panose="02020603050405020304" pitchFamily="18" charset="0"/>
              </a:rPr>
              <a:t> </a:t>
            </a:r>
            <a:r>
              <a:rPr lang="en-IN" sz="1800" dirty="0" err="1">
                <a:effectLst/>
                <a:latin typeface="Nirmala UI" panose="020B0502040204020203" pitchFamily="34" charset="0"/>
                <a:ea typeface="Calibri" panose="020F0502020204030204" pitchFamily="34" charset="0"/>
                <a:cs typeface="Times New Roman" panose="02020603050405020304" pitchFamily="18" charset="0"/>
              </a:rPr>
              <a:t>जाती</a:t>
            </a:r>
            <a:r>
              <a:rPr lang="en-IN" sz="1800" dirty="0">
                <a:effectLst/>
                <a:latin typeface="Calibri" panose="020F0502020204030204" pitchFamily="34" charset="0"/>
                <a:ea typeface="Calibri" panose="020F0502020204030204" pitchFamily="34" charset="0"/>
                <a:cs typeface="Times New Roman" panose="02020603050405020304" pitchFamily="18" charset="0"/>
              </a:rPr>
              <a:t> </a:t>
            </a:r>
            <a:r>
              <a:rPr lang="en-IN" sz="1800" dirty="0" err="1">
                <a:effectLst/>
                <a:latin typeface="Nirmala UI" panose="020B0502040204020203" pitchFamily="34" charset="0"/>
                <a:ea typeface="Calibri" panose="020F0502020204030204" pitchFamily="34" charset="0"/>
                <a:cs typeface="Times New Roman" panose="02020603050405020304" pitchFamily="18" charset="0"/>
              </a:rPr>
              <a:t>आहे</a:t>
            </a:r>
            <a:r>
              <a:rPr lang="en-IN" sz="1800" dirty="0">
                <a:effectLst/>
                <a:latin typeface="Calibri" panose="020F0502020204030204" pitchFamily="34" charset="0"/>
                <a:ea typeface="Calibri" panose="020F0502020204030204" pitchFamily="34" charset="0"/>
                <a:cs typeface="Times New Roman" panose="02020603050405020304" pitchFamily="18" charset="0"/>
              </a:rPr>
              <a:t>. </a:t>
            </a:r>
          </a:p>
          <a:p>
            <a:pPr marL="285750" indent="-285750">
              <a:lnSpc>
                <a:spcPct val="107000"/>
              </a:lnSpc>
              <a:spcAft>
                <a:spcPts val="800"/>
              </a:spcAft>
              <a:buFont typeface="Arial" panose="020B0604020202020204" pitchFamily="34" charset="0"/>
              <a:buChar char="•"/>
            </a:pPr>
            <a:r>
              <a:rPr lang="en-IN" sz="1800" dirty="0">
                <a:effectLst/>
                <a:latin typeface="Nirmala UI" panose="020B0502040204020203" pitchFamily="34" charset="0"/>
                <a:ea typeface="Calibri" panose="020F0502020204030204" pitchFamily="34" charset="0"/>
                <a:cs typeface="Times New Roman" panose="02020603050405020304" pitchFamily="18" charset="0"/>
              </a:rPr>
              <a:t>या</a:t>
            </a:r>
            <a:r>
              <a:rPr lang="en-IN" sz="1800" dirty="0">
                <a:effectLst/>
                <a:latin typeface="Calibri" panose="020F0502020204030204" pitchFamily="34" charset="0"/>
                <a:ea typeface="Calibri" panose="020F0502020204030204" pitchFamily="34" charset="0"/>
                <a:cs typeface="Times New Roman" panose="02020603050405020304" pitchFamily="18" charset="0"/>
              </a:rPr>
              <a:t> </a:t>
            </a:r>
            <a:r>
              <a:rPr lang="en-IN" sz="1800" dirty="0" err="1">
                <a:effectLst/>
                <a:latin typeface="Nirmala UI" panose="020B0502040204020203" pitchFamily="34" charset="0"/>
                <a:ea typeface="Calibri" panose="020F0502020204030204" pitchFamily="34" charset="0"/>
                <a:cs typeface="Times New Roman" panose="02020603050405020304" pitchFamily="18" charset="0"/>
              </a:rPr>
              <a:t>जातीचा</a:t>
            </a:r>
            <a:r>
              <a:rPr lang="en-IN" sz="1800" dirty="0">
                <a:effectLst/>
                <a:latin typeface="Calibri" panose="020F0502020204030204" pitchFamily="34" charset="0"/>
                <a:ea typeface="Calibri" panose="020F0502020204030204" pitchFamily="34" charset="0"/>
                <a:cs typeface="Times New Roman" panose="02020603050405020304" pitchFamily="18" charset="0"/>
              </a:rPr>
              <a:t> </a:t>
            </a:r>
            <a:r>
              <a:rPr lang="en-IN" sz="1800" dirty="0" err="1">
                <a:effectLst/>
                <a:latin typeface="Nirmala UI" panose="020B0502040204020203" pitchFamily="34" charset="0"/>
                <a:ea typeface="Calibri" panose="020F0502020204030204" pitchFamily="34" charset="0"/>
                <a:cs typeface="Times New Roman" panose="02020603050405020304" pitchFamily="18" charset="0"/>
              </a:rPr>
              <a:t>रंग</a:t>
            </a:r>
            <a:r>
              <a:rPr lang="en-IN" sz="1800" dirty="0">
                <a:effectLst/>
                <a:latin typeface="Calibri" panose="020F0502020204030204" pitchFamily="34" charset="0"/>
                <a:ea typeface="Calibri" panose="020F0502020204030204" pitchFamily="34" charset="0"/>
                <a:cs typeface="Times New Roman" panose="02020603050405020304" pitchFamily="18" charset="0"/>
              </a:rPr>
              <a:t> </a:t>
            </a:r>
            <a:r>
              <a:rPr lang="en-IN" sz="1800" dirty="0" err="1">
                <a:effectLst/>
                <a:latin typeface="Nirmala UI" panose="020B0502040204020203" pitchFamily="34" charset="0"/>
                <a:ea typeface="Calibri" panose="020F0502020204030204" pitchFamily="34" charset="0"/>
                <a:cs typeface="Times New Roman" panose="02020603050405020304" pitchFamily="18" charset="0"/>
              </a:rPr>
              <a:t>पांढरा</a:t>
            </a:r>
            <a:r>
              <a:rPr lang="en-IN" sz="1800" dirty="0">
                <a:effectLst/>
                <a:latin typeface="Calibri" panose="020F0502020204030204" pitchFamily="34" charset="0"/>
                <a:ea typeface="Calibri" panose="020F0502020204030204" pitchFamily="34" charset="0"/>
                <a:cs typeface="Times New Roman" panose="02020603050405020304" pitchFamily="18" charset="0"/>
              </a:rPr>
              <a:t> </a:t>
            </a:r>
            <a:r>
              <a:rPr lang="en-IN" sz="1800" dirty="0" err="1">
                <a:effectLst/>
                <a:latin typeface="Nirmala UI" panose="020B0502040204020203" pitchFamily="34" charset="0"/>
                <a:ea typeface="Calibri" panose="020F0502020204030204" pitchFamily="34" charset="0"/>
                <a:cs typeface="Times New Roman" panose="02020603050405020304" pitchFamily="18" charset="0"/>
              </a:rPr>
              <a:t>कोट</a:t>
            </a:r>
            <a:r>
              <a:rPr lang="en-IN" sz="1800" dirty="0">
                <a:effectLst/>
                <a:latin typeface="Calibri" panose="020F0502020204030204" pitchFamily="34" charset="0"/>
                <a:ea typeface="Calibri" panose="020F0502020204030204" pitchFamily="34" charset="0"/>
                <a:cs typeface="Times New Roman" panose="02020603050405020304" pitchFamily="18" charset="0"/>
              </a:rPr>
              <a:t> </a:t>
            </a:r>
            <a:r>
              <a:rPr lang="en-IN" sz="1800" dirty="0" err="1">
                <a:effectLst/>
                <a:latin typeface="Nirmala UI" panose="020B0502040204020203" pitchFamily="34" charset="0"/>
                <a:ea typeface="Calibri" panose="020F0502020204030204" pitchFamily="34" charset="0"/>
                <a:cs typeface="Times New Roman" panose="02020603050405020304" pitchFamily="18" charset="0"/>
              </a:rPr>
              <a:t>असलेला</a:t>
            </a:r>
            <a:r>
              <a:rPr lang="en-IN" sz="1800" dirty="0">
                <a:effectLst/>
                <a:latin typeface="Calibri" panose="020F0502020204030204" pitchFamily="34" charset="0"/>
                <a:ea typeface="Calibri" panose="020F0502020204030204" pitchFamily="34" charset="0"/>
                <a:cs typeface="Times New Roman" panose="02020603050405020304" pitchFamily="18" charset="0"/>
              </a:rPr>
              <a:t> </a:t>
            </a:r>
            <a:r>
              <a:rPr lang="en-IN" sz="1800" dirty="0" err="1">
                <a:effectLst/>
                <a:latin typeface="Nirmala UI" panose="020B0502040204020203" pitchFamily="34" charset="0"/>
                <a:ea typeface="Calibri" panose="020F0502020204030204" pitchFamily="34" charset="0"/>
                <a:cs typeface="Times New Roman" panose="02020603050405020304" pitchFamily="18" charset="0"/>
              </a:rPr>
              <a:t>मध्यम</a:t>
            </a:r>
            <a:r>
              <a:rPr lang="en-IN" sz="1800" dirty="0">
                <a:effectLst/>
                <a:latin typeface="Calibri" panose="020F0502020204030204" pitchFamily="34" charset="0"/>
                <a:ea typeface="Calibri" panose="020F0502020204030204" pitchFamily="34" charset="0"/>
                <a:cs typeface="Times New Roman" panose="02020603050405020304" pitchFamily="18" charset="0"/>
              </a:rPr>
              <a:t> </a:t>
            </a:r>
            <a:r>
              <a:rPr lang="en-IN" sz="1800" dirty="0" err="1">
                <a:effectLst/>
                <a:latin typeface="Nirmala UI" panose="020B0502040204020203" pitchFamily="34" charset="0"/>
                <a:ea typeface="Calibri" panose="020F0502020204030204" pitchFamily="34" charset="0"/>
                <a:cs typeface="Times New Roman" panose="02020603050405020304" pitchFamily="18" charset="0"/>
              </a:rPr>
              <a:t>आकाराचा</a:t>
            </a:r>
            <a:r>
              <a:rPr lang="en-IN" sz="1800" dirty="0">
                <a:effectLst/>
                <a:latin typeface="Calibri" panose="020F0502020204030204" pitchFamily="34" charset="0"/>
                <a:ea typeface="Calibri" panose="020F0502020204030204" pitchFamily="34" charset="0"/>
                <a:cs typeface="Times New Roman" panose="02020603050405020304" pitchFamily="18" charset="0"/>
              </a:rPr>
              <a:t> </a:t>
            </a:r>
            <a:r>
              <a:rPr lang="en-IN" sz="1800" dirty="0">
                <a:effectLst/>
                <a:latin typeface="Nirmala UI" panose="020B0502040204020203" pitchFamily="34" charset="0"/>
                <a:ea typeface="Calibri" panose="020F0502020204030204" pitchFamily="34" charset="0"/>
                <a:cs typeface="Times New Roman" panose="02020603050405020304" pitchFamily="18" charset="0"/>
              </a:rPr>
              <a:t>असतो</a:t>
            </a:r>
            <a:r>
              <a:rPr lang="en-IN" sz="1800" dirty="0">
                <a:effectLst/>
                <a:latin typeface="Calibri" panose="020F0502020204030204" pitchFamily="34" charset="0"/>
                <a:ea typeface="Calibri" panose="020F0502020204030204" pitchFamily="34" charset="0"/>
                <a:cs typeface="Times New Roman" panose="02020603050405020304" pitchFamily="18" charset="0"/>
              </a:rPr>
              <a:t>. </a:t>
            </a:r>
            <a:r>
              <a:rPr lang="en-IN" sz="1800" dirty="0" err="1">
                <a:effectLst/>
                <a:latin typeface="Nirmala UI" panose="020B0502040204020203" pitchFamily="34" charset="0"/>
                <a:ea typeface="Calibri" panose="020F0502020204030204" pitchFamily="34" charset="0"/>
                <a:cs typeface="Times New Roman" panose="02020603050405020304" pitchFamily="18" charset="0"/>
              </a:rPr>
              <a:t>सुरती</a:t>
            </a:r>
            <a:r>
              <a:rPr lang="en-IN" sz="1800" dirty="0">
                <a:effectLst/>
                <a:latin typeface="Calibri" panose="020F0502020204030204" pitchFamily="34" charset="0"/>
                <a:ea typeface="Calibri" panose="020F0502020204030204" pitchFamily="34" charset="0"/>
                <a:cs typeface="Times New Roman" panose="02020603050405020304" pitchFamily="18" charset="0"/>
              </a:rPr>
              <a:t> </a:t>
            </a:r>
            <a:r>
              <a:rPr lang="en-IN" sz="1800" dirty="0">
                <a:effectLst/>
                <a:latin typeface="Nirmala UI" panose="020B0502040204020203" pitchFamily="34" charset="0"/>
                <a:ea typeface="Calibri" panose="020F0502020204030204" pitchFamily="34" charset="0"/>
                <a:cs typeface="Times New Roman" panose="02020603050405020304" pitchFamily="18" charset="0"/>
              </a:rPr>
              <a:t>चे</a:t>
            </a:r>
            <a:r>
              <a:rPr lang="en-IN" sz="1800" dirty="0">
                <a:effectLst/>
                <a:latin typeface="Calibri" panose="020F0502020204030204" pitchFamily="34" charset="0"/>
                <a:ea typeface="Calibri" panose="020F0502020204030204" pitchFamily="34" charset="0"/>
                <a:cs typeface="Times New Roman" panose="02020603050405020304" pitchFamily="18" charset="0"/>
              </a:rPr>
              <a:t> </a:t>
            </a:r>
            <a:r>
              <a:rPr lang="en-IN" sz="1800" dirty="0" err="1">
                <a:effectLst/>
                <a:latin typeface="Nirmala UI" panose="020B0502040204020203" pitchFamily="34" charset="0"/>
                <a:ea typeface="Calibri" panose="020F0502020204030204" pitchFamily="34" charset="0"/>
                <a:cs typeface="Times New Roman" panose="02020603050405020304" pitchFamily="18" charset="0"/>
              </a:rPr>
              <a:t>कान</a:t>
            </a:r>
            <a:r>
              <a:rPr lang="en-IN" sz="1800" dirty="0">
                <a:effectLst/>
                <a:latin typeface="Calibri" panose="020F0502020204030204" pitchFamily="34" charset="0"/>
                <a:ea typeface="Calibri" panose="020F0502020204030204" pitchFamily="34" charset="0"/>
                <a:cs typeface="Times New Roman" panose="02020603050405020304" pitchFamily="18" charset="0"/>
              </a:rPr>
              <a:t> </a:t>
            </a:r>
            <a:r>
              <a:rPr lang="en-IN" sz="1800" dirty="0" err="1">
                <a:effectLst/>
                <a:latin typeface="Nirmala UI" panose="020B0502040204020203" pitchFamily="34" charset="0"/>
                <a:ea typeface="Calibri" panose="020F0502020204030204" pitchFamily="34" charset="0"/>
                <a:cs typeface="Times New Roman" panose="02020603050405020304" pitchFamily="18" charset="0"/>
              </a:rPr>
              <a:t>झुकत</a:t>
            </a:r>
            <a:r>
              <a:rPr lang="en-IN" sz="1800" dirty="0">
                <a:effectLst/>
                <a:latin typeface="Calibri" panose="020F0502020204030204" pitchFamily="34" charset="0"/>
                <a:ea typeface="Calibri" panose="020F0502020204030204" pitchFamily="34" charset="0"/>
                <a:cs typeface="Times New Roman" panose="02020603050405020304" pitchFamily="18" charset="0"/>
              </a:rPr>
              <a:t> </a:t>
            </a:r>
            <a:r>
              <a:rPr lang="en-IN" sz="1800" dirty="0" err="1">
                <a:effectLst/>
                <a:latin typeface="Nirmala UI" panose="020B0502040204020203" pitchFamily="34" charset="0"/>
                <a:ea typeface="Calibri" panose="020F0502020204030204" pitchFamily="34" charset="0"/>
                <a:cs typeface="Times New Roman" panose="02020603050405020304" pitchFamily="18" charset="0"/>
              </a:rPr>
              <a:t>असलेले</a:t>
            </a:r>
            <a:r>
              <a:rPr lang="en-IN" sz="1800" dirty="0">
                <a:effectLst/>
                <a:latin typeface="Calibri" panose="020F0502020204030204" pitchFamily="34" charset="0"/>
                <a:ea typeface="Calibri" panose="020F0502020204030204" pitchFamily="34" charset="0"/>
                <a:cs typeface="Times New Roman" panose="02020603050405020304" pitchFamily="18" charset="0"/>
              </a:rPr>
              <a:t> </a:t>
            </a:r>
            <a:r>
              <a:rPr lang="en-IN" sz="1800" dirty="0">
                <a:effectLst/>
                <a:latin typeface="Nirmala UI" panose="020B0502040204020203" pitchFamily="34" charset="0"/>
                <a:ea typeface="Calibri" panose="020F0502020204030204" pitchFamily="34" charset="0"/>
                <a:cs typeface="Times New Roman" panose="02020603050405020304" pitchFamily="18" charset="0"/>
              </a:rPr>
              <a:t>प्रमुख</a:t>
            </a:r>
            <a:r>
              <a:rPr lang="en-IN" sz="1800" dirty="0">
                <a:effectLst/>
                <a:latin typeface="Calibri" panose="020F0502020204030204" pitchFamily="34" charset="0"/>
                <a:ea typeface="Calibri" panose="020F0502020204030204" pitchFamily="34" charset="0"/>
                <a:cs typeface="Times New Roman" panose="02020603050405020304" pitchFamily="18" charset="0"/>
              </a:rPr>
              <a:t> </a:t>
            </a:r>
            <a:r>
              <a:rPr lang="en-IN" sz="1800" dirty="0" err="1">
                <a:effectLst/>
                <a:latin typeface="Nirmala UI" panose="020B0502040204020203" pitchFamily="34" charset="0"/>
                <a:ea typeface="Calibri" panose="020F0502020204030204" pitchFamily="34" charset="0"/>
                <a:cs typeface="Times New Roman" panose="02020603050405020304" pitchFamily="18" charset="0"/>
              </a:rPr>
              <a:t>कपाळ</a:t>
            </a:r>
            <a:r>
              <a:rPr lang="en-IN" sz="1800" dirty="0">
                <a:effectLst/>
                <a:latin typeface="Calibri" panose="020F0502020204030204" pitchFamily="34" charset="0"/>
                <a:ea typeface="Calibri" panose="020F0502020204030204" pitchFamily="34" charset="0"/>
                <a:cs typeface="Times New Roman" panose="02020603050405020304" pitchFamily="18" charset="0"/>
              </a:rPr>
              <a:t> </a:t>
            </a:r>
            <a:r>
              <a:rPr lang="en-IN" sz="1800" dirty="0">
                <a:effectLst/>
                <a:latin typeface="Nirmala UI" panose="020B0502040204020203" pitchFamily="34" charset="0"/>
                <a:ea typeface="Calibri" panose="020F0502020204030204" pitchFamily="34" charset="0"/>
                <a:cs typeface="Times New Roman" panose="02020603050405020304" pitchFamily="18" charset="0"/>
              </a:rPr>
              <a:t>असतात</a:t>
            </a:r>
            <a:r>
              <a:rPr lang="en-IN" sz="1800" dirty="0">
                <a:effectLst/>
                <a:latin typeface="Calibri" panose="020F0502020204030204" pitchFamily="34" charset="0"/>
                <a:ea typeface="Calibri" panose="020F0502020204030204" pitchFamily="34" charset="0"/>
                <a:cs typeface="Times New Roman" panose="02020603050405020304" pitchFamily="18" charset="0"/>
              </a:rPr>
              <a:t>. </a:t>
            </a:r>
            <a:r>
              <a:rPr lang="en-IN" sz="1800" dirty="0" err="1">
                <a:effectLst/>
                <a:latin typeface="Nirmala UI" panose="020B0502040204020203" pitchFamily="34" charset="0"/>
                <a:ea typeface="Calibri" panose="020F0502020204030204" pitchFamily="34" charset="0"/>
                <a:cs typeface="Times New Roman" panose="02020603050405020304" pitchFamily="18" charset="0"/>
              </a:rPr>
              <a:t>शिंगे</a:t>
            </a:r>
            <a:r>
              <a:rPr lang="en-IN" sz="1800" dirty="0">
                <a:effectLst/>
                <a:latin typeface="Calibri" panose="020F0502020204030204" pitchFamily="34" charset="0"/>
                <a:ea typeface="Calibri" panose="020F0502020204030204" pitchFamily="34" charset="0"/>
                <a:cs typeface="Times New Roman" panose="02020603050405020304" pitchFamily="18" charset="0"/>
              </a:rPr>
              <a:t> </a:t>
            </a:r>
            <a:r>
              <a:rPr lang="en-IN" sz="1800" dirty="0" err="1">
                <a:effectLst/>
                <a:latin typeface="Nirmala UI" panose="020B0502040204020203" pitchFamily="34" charset="0"/>
                <a:ea typeface="Calibri" panose="020F0502020204030204" pitchFamily="34" charset="0"/>
                <a:cs typeface="Times New Roman" panose="02020603050405020304" pitchFamily="18" charset="0"/>
              </a:rPr>
              <a:t>मध्यम</a:t>
            </a:r>
            <a:r>
              <a:rPr lang="en-IN" sz="1800" dirty="0">
                <a:effectLst/>
                <a:latin typeface="Calibri" panose="020F0502020204030204" pitchFamily="34" charset="0"/>
                <a:ea typeface="Calibri" panose="020F0502020204030204" pitchFamily="34" charset="0"/>
                <a:cs typeface="Times New Roman" panose="02020603050405020304" pitchFamily="18" charset="0"/>
              </a:rPr>
              <a:t> </a:t>
            </a:r>
            <a:r>
              <a:rPr lang="en-IN" sz="1800" dirty="0" err="1">
                <a:effectLst/>
                <a:latin typeface="Nirmala UI" panose="020B0502040204020203" pitchFamily="34" charset="0"/>
                <a:ea typeface="Calibri" panose="020F0502020204030204" pitchFamily="34" charset="0"/>
                <a:cs typeface="Times New Roman" panose="02020603050405020304" pitchFamily="18" charset="0"/>
              </a:rPr>
              <a:t>आकाराची</a:t>
            </a:r>
            <a:r>
              <a:rPr lang="en-IN" sz="1800" dirty="0">
                <a:effectLst/>
                <a:latin typeface="Calibri" panose="020F0502020204030204" pitchFamily="34" charset="0"/>
                <a:ea typeface="Calibri" panose="020F0502020204030204" pitchFamily="34" charset="0"/>
                <a:cs typeface="Times New Roman" panose="02020603050405020304" pitchFamily="18" charset="0"/>
              </a:rPr>
              <a:t>, </a:t>
            </a:r>
            <a:r>
              <a:rPr lang="en-IN" sz="1800" dirty="0" err="1">
                <a:effectLst/>
                <a:latin typeface="Nirmala UI" panose="020B0502040204020203" pitchFamily="34" charset="0"/>
                <a:ea typeface="Calibri" panose="020F0502020204030204" pitchFamily="34" charset="0"/>
                <a:cs typeface="Times New Roman" panose="02020603050405020304" pitchFamily="18" charset="0"/>
              </a:rPr>
              <a:t>वरच्या</a:t>
            </a:r>
            <a:r>
              <a:rPr lang="en-IN" sz="1800" dirty="0">
                <a:effectLst/>
                <a:latin typeface="Calibri" panose="020F0502020204030204" pitchFamily="34" charset="0"/>
                <a:ea typeface="Calibri" panose="020F0502020204030204" pitchFamily="34" charset="0"/>
                <a:cs typeface="Times New Roman" panose="02020603050405020304" pitchFamily="18" charset="0"/>
              </a:rPr>
              <a:t> </a:t>
            </a:r>
            <a:r>
              <a:rPr lang="en-IN" sz="1800" dirty="0" err="1">
                <a:effectLst/>
                <a:latin typeface="Nirmala UI" panose="020B0502040204020203" pitchFamily="34" charset="0"/>
                <a:ea typeface="Calibri" panose="020F0502020204030204" pitchFamily="34" charset="0"/>
                <a:cs typeface="Times New Roman" panose="02020603050405020304" pitchFamily="18" charset="0"/>
              </a:rPr>
              <a:t>दिशेने</a:t>
            </a:r>
            <a:r>
              <a:rPr lang="en-IN" sz="1800" dirty="0">
                <a:effectLst/>
                <a:latin typeface="Calibri" panose="020F0502020204030204" pitchFamily="34" charset="0"/>
                <a:ea typeface="Calibri" panose="020F0502020204030204" pitchFamily="34" charset="0"/>
                <a:cs typeface="Times New Roman" panose="02020603050405020304" pitchFamily="18" charset="0"/>
              </a:rPr>
              <a:t> </a:t>
            </a:r>
            <a:r>
              <a:rPr lang="en-IN" sz="1800" dirty="0">
                <a:effectLst/>
                <a:latin typeface="Nirmala UI" panose="020B0502040204020203" pitchFamily="34" charset="0"/>
                <a:ea typeface="Calibri" panose="020F0502020204030204" pitchFamily="34" charset="0"/>
                <a:cs typeface="Times New Roman" panose="02020603050405020304" pitchFamily="18" charset="0"/>
              </a:rPr>
              <a:t>आणि</a:t>
            </a:r>
            <a:r>
              <a:rPr lang="en-IN" sz="1800" dirty="0">
                <a:effectLst/>
                <a:latin typeface="Calibri" panose="020F0502020204030204" pitchFamily="34" charset="0"/>
                <a:ea typeface="Calibri" panose="020F0502020204030204" pitchFamily="34" charset="0"/>
                <a:cs typeface="Times New Roman" panose="02020603050405020304" pitchFamily="18" charset="0"/>
              </a:rPr>
              <a:t> </a:t>
            </a:r>
            <a:r>
              <a:rPr lang="en-IN" sz="1800" dirty="0" err="1">
                <a:effectLst/>
                <a:latin typeface="Nirmala UI" panose="020B0502040204020203" pitchFamily="34" charset="0"/>
                <a:ea typeface="Calibri" panose="020F0502020204030204" pitchFamily="34" charset="0"/>
                <a:cs typeface="Times New Roman" panose="02020603050405020304" pitchFamily="18" charset="0"/>
              </a:rPr>
              <a:t>मागच्या</a:t>
            </a:r>
            <a:r>
              <a:rPr lang="en-IN" sz="1800" dirty="0">
                <a:effectLst/>
                <a:latin typeface="Calibri" panose="020F0502020204030204" pitchFamily="34" charset="0"/>
                <a:ea typeface="Calibri" panose="020F0502020204030204" pitchFamily="34" charset="0"/>
                <a:cs typeface="Times New Roman" panose="02020603050405020304" pitchFamily="18" charset="0"/>
              </a:rPr>
              <a:t> </a:t>
            </a:r>
            <a:r>
              <a:rPr lang="en-IN" sz="1800" dirty="0" err="1">
                <a:effectLst/>
                <a:latin typeface="Nirmala UI" panose="020B0502040204020203" pitchFamily="34" charset="0"/>
                <a:ea typeface="Calibri" panose="020F0502020204030204" pitchFamily="34" charset="0"/>
                <a:cs typeface="Times New Roman" panose="02020603050405020304" pitchFamily="18" charset="0"/>
              </a:rPr>
              <a:t>दिशेने</a:t>
            </a:r>
            <a:r>
              <a:rPr lang="en-IN" sz="1800" dirty="0">
                <a:effectLst/>
                <a:latin typeface="Calibri" panose="020F0502020204030204" pitchFamily="34" charset="0"/>
                <a:ea typeface="Calibri" panose="020F0502020204030204" pitchFamily="34" charset="0"/>
                <a:cs typeface="Times New Roman" panose="02020603050405020304" pitchFamily="18" charset="0"/>
              </a:rPr>
              <a:t> </a:t>
            </a:r>
            <a:r>
              <a:rPr lang="en-IN" sz="1800" dirty="0" err="1">
                <a:effectLst/>
                <a:latin typeface="Nirmala UI" panose="020B0502040204020203" pitchFamily="34" charset="0"/>
                <a:ea typeface="Calibri" panose="020F0502020204030204" pitchFamily="34" charset="0"/>
                <a:cs typeface="Times New Roman" panose="02020603050405020304" pitchFamily="18" charset="0"/>
              </a:rPr>
              <a:t>निर्देशित</a:t>
            </a:r>
            <a:r>
              <a:rPr lang="en-IN" sz="1800" dirty="0">
                <a:effectLst/>
                <a:latin typeface="Calibri" panose="020F0502020204030204" pitchFamily="34" charset="0"/>
                <a:ea typeface="Calibri" panose="020F0502020204030204" pitchFamily="34" charset="0"/>
                <a:cs typeface="Times New Roman" panose="02020603050405020304" pitchFamily="18" charset="0"/>
              </a:rPr>
              <a:t> </a:t>
            </a:r>
            <a:r>
              <a:rPr lang="en-IN" sz="1800" dirty="0" err="1">
                <a:effectLst/>
                <a:latin typeface="Nirmala UI" panose="020B0502040204020203" pitchFamily="34" charset="0"/>
                <a:ea typeface="Calibri" panose="020F0502020204030204" pitchFamily="34" charset="0"/>
                <a:cs typeface="Times New Roman" panose="02020603050405020304" pitchFamily="18" charset="0"/>
              </a:rPr>
              <a:t>केली</a:t>
            </a:r>
            <a:r>
              <a:rPr lang="en-IN" sz="1800" dirty="0">
                <a:effectLst/>
                <a:latin typeface="Calibri" panose="020F0502020204030204" pitchFamily="34" charset="0"/>
                <a:ea typeface="Calibri" panose="020F0502020204030204" pitchFamily="34" charset="0"/>
                <a:cs typeface="Times New Roman" panose="02020603050405020304" pitchFamily="18" charset="0"/>
              </a:rPr>
              <a:t> </a:t>
            </a:r>
            <a:r>
              <a:rPr lang="en-IN" sz="1800" dirty="0" err="1">
                <a:effectLst/>
                <a:latin typeface="Nirmala UI" panose="020B0502040204020203" pitchFamily="34" charset="0"/>
                <a:ea typeface="Calibri" panose="020F0502020204030204" pitchFamily="34" charset="0"/>
                <a:cs typeface="Times New Roman" panose="02020603050405020304" pitchFamily="18" charset="0"/>
              </a:rPr>
              <a:t>जातात</a:t>
            </a:r>
            <a:r>
              <a:rPr lang="en-IN" sz="1800" dirty="0">
                <a:effectLst/>
                <a:latin typeface="Calibri" panose="020F0502020204030204" pitchFamily="34" charset="0"/>
                <a:ea typeface="Calibri" panose="020F0502020204030204" pitchFamily="34" charset="0"/>
                <a:cs typeface="Times New Roman" panose="02020603050405020304" pitchFamily="18" charset="0"/>
              </a:rPr>
              <a:t>. </a:t>
            </a:r>
            <a:r>
              <a:rPr lang="en-IN" sz="1800" dirty="0" err="1">
                <a:effectLst/>
                <a:latin typeface="Nirmala UI" panose="020B0502040204020203" pitchFamily="34" charset="0"/>
                <a:ea typeface="Calibri" panose="020F0502020204030204" pitchFamily="34" charset="0"/>
                <a:cs typeface="Times New Roman" panose="02020603050405020304" pitchFamily="18" charset="0"/>
              </a:rPr>
              <a:t>कासेचा</a:t>
            </a:r>
            <a:r>
              <a:rPr lang="en-IN" sz="1800" dirty="0">
                <a:effectLst/>
                <a:latin typeface="Calibri" panose="020F0502020204030204" pitchFamily="34" charset="0"/>
                <a:ea typeface="Calibri" panose="020F0502020204030204" pitchFamily="34" charset="0"/>
                <a:cs typeface="Times New Roman" panose="02020603050405020304" pitchFamily="18" charset="0"/>
              </a:rPr>
              <a:t> </a:t>
            </a:r>
            <a:r>
              <a:rPr lang="en-IN" sz="1800" dirty="0" err="1">
                <a:effectLst/>
                <a:latin typeface="Nirmala UI" panose="020B0502040204020203" pitchFamily="34" charset="0"/>
                <a:ea typeface="Calibri" panose="020F0502020204030204" pitchFamily="34" charset="0"/>
                <a:cs typeface="Times New Roman" panose="02020603050405020304" pitchFamily="18" charset="0"/>
              </a:rPr>
              <a:t>आकार</a:t>
            </a:r>
            <a:r>
              <a:rPr lang="en-IN" sz="1800" dirty="0">
                <a:effectLst/>
                <a:latin typeface="Calibri" panose="020F0502020204030204" pitchFamily="34" charset="0"/>
                <a:ea typeface="Calibri" panose="020F0502020204030204" pitchFamily="34" charset="0"/>
                <a:cs typeface="Times New Roman" panose="02020603050405020304" pitchFamily="18" charset="0"/>
              </a:rPr>
              <a:t> </a:t>
            </a:r>
            <a:r>
              <a:rPr lang="en-IN" sz="1800" dirty="0" err="1">
                <a:effectLst/>
                <a:latin typeface="Nirmala UI" panose="020B0502040204020203" pitchFamily="34" charset="0"/>
                <a:ea typeface="Calibri" panose="020F0502020204030204" pitchFamily="34" charset="0"/>
                <a:cs typeface="Times New Roman" panose="02020603050405020304" pitchFamily="18" charset="0"/>
              </a:rPr>
              <a:t>मोठ्या</a:t>
            </a:r>
            <a:r>
              <a:rPr lang="en-IN" sz="1800" dirty="0">
                <a:effectLst/>
                <a:latin typeface="Calibri" panose="020F0502020204030204" pitchFamily="34" charset="0"/>
                <a:ea typeface="Calibri" panose="020F0502020204030204" pitchFamily="34" charset="0"/>
                <a:cs typeface="Times New Roman" panose="02020603050405020304" pitchFamily="18" charset="0"/>
              </a:rPr>
              <a:t> </a:t>
            </a:r>
            <a:r>
              <a:rPr lang="en-IN" sz="1800" dirty="0" err="1">
                <a:effectLst/>
                <a:latin typeface="Nirmala UI" panose="020B0502040204020203" pitchFamily="34" charset="0"/>
                <a:ea typeface="Calibri" panose="020F0502020204030204" pitchFamily="34" charset="0"/>
                <a:cs typeface="Times New Roman" panose="02020603050405020304" pitchFamily="18" charset="0"/>
              </a:rPr>
              <a:t>शंकूच्या</a:t>
            </a:r>
            <a:r>
              <a:rPr lang="en-IN" sz="1800" dirty="0">
                <a:effectLst/>
                <a:latin typeface="Calibri" panose="020F0502020204030204" pitchFamily="34" charset="0"/>
                <a:ea typeface="Calibri" panose="020F0502020204030204" pitchFamily="34" charset="0"/>
                <a:cs typeface="Times New Roman" panose="02020603050405020304" pitchFamily="18" charset="0"/>
              </a:rPr>
              <a:t> </a:t>
            </a:r>
            <a:r>
              <a:rPr lang="en-IN" sz="1800" dirty="0" err="1">
                <a:effectLst/>
                <a:latin typeface="Nirmala UI" panose="020B0502040204020203" pitchFamily="34" charset="0"/>
                <a:ea typeface="Calibri" panose="020F0502020204030204" pitchFamily="34" charset="0"/>
                <a:cs typeface="Times New Roman" panose="02020603050405020304" pitchFamily="18" charset="0"/>
              </a:rPr>
              <a:t>आकाराच्या</a:t>
            </a:r>
            <a:r>
              <a:rPr lang="en-IN" sz="1800" dirty="0">
                <a:effectLst/>
                <a:latin typeface="Calibri" panose="020F0502020204030204" pitchFamily="34" charset="0"/>
                <a:ea typeface="Calibri" panose="020F0502020204030204" pitchFamily="34" charset="0"/>
                <a:cs typeface="Times New Roman" panose="02020603050405020304" pitchFamily="18" charset="0"/>
              </a:rPr>
              <a:t> </a:t>
            </a:r>
            <a:r>
              <a:rPr lang="en-IN" sz="1800" dirty="0" err="1">
                <a:effectLst/>
                <a:latin typeface="Nirmala UI" panose="020B0502040204020203" pitchFamily="34" charset="0"/>
                <a:ea typeface="Calibri" panose="020F0502020204030204" pitchFamily="34" charset="0"/>
                <a:cs typeface="Times New Roman" panose="02020603050405020304" pitchFamily="18" charset="0"/>
              </a:rPr>
              <a:t>टीट्ससह</a:t>
            </a:r>
            <a:r>
              <a:rPr lang="en-IN" sz="1800" dirty="0">
                <a:effectLst/>
                <a:latin typeface="Calibri" panose="020F0502020204030204" pitchFamily="34" charset="0"/>
                <a:ea typeface="Calibri" panose="020F0502020204030204" pitchFamily="34" charset="0"/>
                <a:cs typeface="Times New Roman" panose="02020603050405020304" pitchFamily="18" charset="0"/>
              </a:rPr>
              <a:t> </a:t>
            </a:r>
            <a:r>
              <a:rPr lang="en-IN" sz="1800" dirty="0" err="1">
                <a:effectLst/>
                <a:latin typeface="Nirmala UI" panose="020B0502040204020203" pitchFamily="34" charset="0"/>
                <a:ea typeface="Calibri" panose="020F0502020204030204" pitchFamily="34" charset="0"/>
                <a:cs typeface="Times New Roman" panose="02020603050405020304" pitchFamily="18" charset="0"/>
              </a:rPr>
              <a:t>चांगला</a:t>
            </a:r>
            <a:r>
              <a:rPr lang="en-IN" sz="1800" dirty="0">
                <a:effectLst/>
                <a:latin typeface="Calibri" panose="020F0502020204030204" pitchFamily="34" charset="0"/>
                <a:ea typeface="Calibri" panose="020F0502020204030204" pitchFamily="34" charset="0"/>
                <a:cs typeface="Times New Roman" panose="02020603050405020304" pitchFamily="18" charset="0"/>
              </a:rPr>
              <a:t> </a:t>
            </a:r>
            <a:r>
              <a:rPr lang="en-IN" sz="1800" dirty="0" err="1">
                <a:effectLst/>
                <a:latin typeface="Nirmala UI" panose="020B0502040204020203" pitchFamily="34" charset="0"/>
                <a:ea typeface="Calibri" panose="020F0502020204030204" pitchFamily="34" charset="0"/>
                <a:cs typeface="Times New Roman" panose="02020603050405020304" pitchFamily="18" charset="0"/>
              </a:rPr>
              <a:t>विकसित</a:t>
            </a:r>
            <a:r>
              <a:rPr lang="en-IN" sz="1800" dirty="0">
                <a:effectLst/>
                <a:latin typeface="Calibri" panose="020F0502020204030204" pitchFamily="34" charset="0"/>
                <a:ea typeface="Calibri" panose="020F0502020204030204" pitchFamily="34" charset="0"/>
                <a:cs typeface="Times New Roman" panose="02020603050405020304" pitchFamily="18" charset="0"/>
              </a:rPr>
              <a:t> </a:t>
            </a:r>
            <a:r>
              <a:rPr lang="en-IN" sz="1800" dirty="0" err="1">
                <a:effectLst/>
                <a:latin typeface="Nirmala UI" panose="020B0502040204020203" pitchFamily="34" charset="0"/>
                <a:ea typeface="Calibri" panose="020F0502020204030204" pitchFamily="34" charset="0"/>
                <a:cs typeface="Times New Roman" panose="02020603050405020304" pitchFamily="18" charset="0"/>
              </a:rPr>
              <a:t>होतो</a:t>
            </a:r>
            <a:r>
              <a:rPr lang="en-IN" sz="1800" dirty="0">
                <a:effectLst/>
                <a:latin typeface="Calibri" panose="020F0502020204030204" pitchFamily="34" charset="0"/>
                <a:ea typeface="Calibri" panose="020F0502020204030204" pitchFamily="34" charset="0"/>
                <a:cs typeface="Times New Roman" panose="02020603050405020304" pitchFamily="18" charset="0"/>
              </a:rPr>
              <a:t>. </a:t>
            </a:r>
            <a:r>
              <a:rPr lang="en-IN" sz="1800" dirty="0" err="1">
                <a:effectLst/>
                <a:latin typeface="Nirmala UI" panose="020B0502040204020203" pitchFamily="34" charset="0"/>
                <a:ea typeface="Calibri" panose="020F0502020204030204" pitchFamily="34" charset="0"/>
                <a:cs typeface="Times New Roman" panose="02020603050405020304" pitchFamily="18" charset="0"/>
              </a:rPr>
              <a:t>नराचे</a:t>
            </a:r>
            <a:r>
              <a:rPr lang="en-IN" sz="1800" dirty="0">
                <a:effectLst/>
                <a:latin typeface="Calibri" panose="020F0502020204030204" pitchFamily="34" charset="0"/>
                <a:ea typeface="Calibri" panose="020F0502020204030204" pitchFamily="34" charset="0"/>
                <a:cs typeface="Times New Roman" panose="02020603050405020304" pitchFamily="18" charset="0"/>
              </a:rPr>
              <a:t> </a:t>
            </a:r>
            <a:r>
              <a:rPr lang="en-IN" sz="1800" dirty="0">
                <a:effectLst/>
                <a:latin typeface="Nirmala UI" panose="020B0502040204020203" pitchFamily="34" charset="0"/>
                <a:ea typeface="Calibri" panose="020F0502020204030204" pitchFamily="34" charset="0"/>
                <a:cs typeface="Times New Roman" panose="02020603050405020304" pitchFamily="18" charset="0"/>
              </a:rPr>
              <a:t>वजन</a:t>
            </a:r>
            <a:r>
              <a:rPr lang="en-IN" sz="1800" dirty="0">
                <a:effectLst/>
                <a:latin typeface="Calibri" panose="020F0502020204030204" pitchFamily="34" charset="0"/>
                <a:ea typeface="Calibri" panose="020F0502020204030204" pitchFamily="34" charset="0"/>
                <a:cs typeface="Times New Roman" panose="02020603050405020304" pitchFamily="18" charset="0"/>
              </a:rPr>
              <a:t> </a:t>
            </a:r>
            <a:r>
              <a:rPr lang="en-IN" sz="1800" dirty="0" err="1">
                <a:effectLst/>
                <a:latin typeface="Nirmala UI" panose="020B0502040204020203" pitchFamily="34" charset="0"/>
                <a:ea typeface="Calibri" panose="020F0502020204030204" pitchFamily="34" charset="0"/>
                <a:cs typeface="Times New Roman" panose="02020603050405020304" pitchFamily="18" charset="0"/>
              </a:rPr>
              <a:t>सरासरी</a:t>
            </a:r>
            <a:r>
              <a:rPr lang="en-IN" sz="1800" dirty="0">
                <a:effectLst/>
                <a:latin typeface="Calibri" panose="020F0502020204030204" pitchFamily="34" charset="0"/>
                <a:ea typeface="Calibri" panose="020F0502020204030204" pitchFamily="34" charset="0"/>
                <a:cs typeface="Times New Roman" panose="02020603050405020304" pitchFamily="18" charset="0"/>
              </a:rPr>
              <a:t> 30 </a:t>
            </a:r>
            <a:r>
              <a:rPr lang="en-IN" sz="1800" dirty="0" err="1">
                <a:effectLst/>
                <a:latin typeface="Nirmala UI" panose="020B0502040204020203" pitchFamily="34" charset="0"/>
                <a:ea typeface="Calibri" panose="020F0502020204030204" pitchFamily="34" charset="0"/>
                <a:cs typeface="Times New Roman" panose="02020603050405020304" pitchFamily="18" charset="0"/>
              </a:rPr>
              <a:t>किलो</a:t>
            </a:r>
            <a:r>
              <a:rPr lang="en-IN" sz="1800" dirty="0">
                <a:effectLst/>
                <a:latin typeface="Calibri" panose="020F0502020204030204" pitchFamily="34" charset="0"/>
                <a:ea typeface="Calibri" panose="020F0502020204030204" pitchFamily="34" charset="0"/>
                <a:cs typeface="Times New Roman" panose="02020603050405020304" pitchFamily="18" charset="0"/>
              </a:rPr>
              <a:t> </a:t>
            </a:r>
            <a:r>
              <a:rPr lang="en-IN" sz="1800" dirty="0" err="1">
                <a:effectLst/>
                <a:latin typeface="Nirmala UI" panose="020B0502040204020203" pitchFamily="34" charset="0"/>
                <a:ea typeface="Calibri" panose="020F0502020204030204" pitchFamily="34" charset="0"/>
                <a:cs typeface="Times New Roman" panose="02020603050405020304" pitchFamily="18" charset="0"/>
              </a:rPr>
              <a:t>असते</a:t>
            </a:r>
            <a:r>
              <a:rPr lang="en-IN" sz="1800" dirty="0">
                <a:effectLst/>
                <a:latin typeface="Calibri" panose="020F0502020204030204" pitchFamily="34" charset="0"/>
                <a:ea typeface="Calibri" panose="020F0502020204030204" pitchFamily="34" charset="0"/>
                <a:cs typeface="Times New Roman" panose="02020603050405020304" pitchFamily="18" charset="0"/>
              </a:rPr>
              <a:t> </a:t>
            </a:r>
            <a:r>
              <a:rPr lang="en-IN" sz="1800" dirty="0">
                <a:effectLst/>
                <a:latin typeface="Nirmala UI" panose="020B0502040204020203" pitchFamily="34" charset="0"/>
                <a:ea typeface="Calibri" panose="020F0502020204030204" pitchFamily="34" charset="0"/>
                <a:cs typeface="Times New Roman" panose="02020603050405020304" pitchFamily="18" charset="0"/>
              </a:rPr>
              <a:t>तर</a:t>
            </a:r>
            <a:r>
              <a:rPr lang="en-IN" sz="1800" dirty="0">
                <a:effectLst/>
                <a:latin typeface="Calibri" panose="020F0502020204030204" pitchFamily="34" charset="0"/>
                <a:ea typeface="Calibri" panose="020F0502020204030204" pitchFamily="34" charset="0"/>
                <a:cs typeface="Times New Roman" panose="02020603050405020304" pitchFamily="18" charset="0"/>
              </a:rPr>
              <a:t> </a:t>
            </a:r>
            <a:r>
              <a:rPr lang="en-IN" sz="1800" dirty="0" err="1">
                <a:effectLst/>
                <a:latin typeface="Nirmala UI" panose="020B0502040204020203" pitchFamily="34" charset="0"/>
                <a:ea typeface="Calibri" panose="020F0502020204030204" pitchFamily="34" charset="0"/>
                <a:cs typeface="Times New Roman" panose="02020603050405020304" pitchFamily="18" charset="0"/>
              </a:rPr>
              <a:t>मादीचे</a:t>
            </a:r>
            <a:r>
              <a:rPr lang="en-IN" sz="1800" dirty="0">
                <a:effectLst/>
                <a:latin typeface="Calibri" panose="020F0502020204030204" pitchFamily="34" charset="0"/>
                <a:ea typeface="Calibri" panose="020F0502020204030204" pitchFamily="34" charset="0"/>
                <a:cs typeface="Times New Roman" panose="02020603050405020304" pitchFamily="18" charset="0"/>
              </a:rPr>
              <a:t> </a:t>
            </a:r>
            <a:r>
              <a:rPr lang="en-IN" sz="1800" dirty="0">
                <a:effectLst/>
                <a:latin typeface="Nirmala UI" panose="020B0502040204020203" pitchFamily="34" charset="0"/>
                <a:ea typeface="Calibri" panose="020F0502020204030204" pitchFamily="34" charset="0"/>
                <a:cs typeface="Times New Roman" panose="02020603050405020304" pitchFamily="18" charset="0"/>
              </a:rPr>
              <a:t>वजन</a:t>
            </a:r>
            <a:r>
              <a:rPr lang="en-IN" sz="1800" dirty="0">
                <a:effectLst/>
                <a:latin typeface="Calibri" panose="020F0502020204030204" pitchFamily="34" charset="0"/>
                <a:ea typeface="Calibri" panose="020F0502020204030204" pitchFamily="34" charset="0"/>
                <a:cs typeface="Times New Roman" panose="02020603050405020304" pitchFamily="18" charset="0"/>
              </a:rPr>
              <a:t> 32 </a:t>
            </a:r>
            <a:r>
              <a:rPr lang="en-IN" sz="1800" dirty="0" err="1">
                <a:effectLst/>
                <a:latin typeface="Nirmala UI" panose="020B0502040204020203" pitchFamily="34" charset="0"/>
                <a:ea typeface="Calibri" panose="020F0502020204030204" pitchFamily="34" charset="0"/>
                <a:cs typeface="Times New Roman" panose="02020603050405020304" pitchFamily="18" charset="0"/>
              </a:rPr>
              <a:t>किलो</a:t>
            </a:r>
            <a:r>
              <a:rPr lang="en-IN" sz="1800" dirty="0">
                <a:effectLst/>
                <a:latin typeface="Calibri" panose="020F0502020204030204" pitchFamily="34" charset="0"/>
                <a:ea typeface="Calibri" panose="020F0502020204030204" pitchFamily="34" charset="0"/>
                <a:cs typeface="Times New Roman" panose="02020603050405020304" pitchFamily="18" charset="0"/>
              </a:rPr>
              <a:t> </a:t>
            </a:r>
            <a:r>
              <a:rPr lang="en-IN" sz="1800" dirty="0" err="1">
                <a:effectLst/>
                <a:latin typeface="Nirmala UI" panose="020B0502040204020203" pitchFamily="34" charset="0"/>
                <a:ea typeface="Calibri" panose="020F0502020204030204" pitchFamily="34" charset="0"/>
                <a:cs typeface="Times New Roman" panose="02020603050405020304" pitchFamily="18" charset="0"/>
              </a:rPr>
              <a:t>असते</a:t>
            </a:r>
            <a:r>
              <a:rPr lang="en-IN" sz="1800" dirty="0">
                <a:effectLst/>
                <a:latin typeface="Calibri" panose="020F0502020204030204" pitchFamily="34" charset="0"/>
                <a:ea typeface="Calibri" panose="020F0502020204030204" pitchFamily="34" charset="0"/>
                <a:cs typeface="Times New Roman" panose="02020603050405020304" pitchFamily="18" charset="0"/>
              </a:rPr>
              <a:t>. </a:t>
            </a:r>
          </a:p>
          <a:p>
            <a:pPr marL="285750" indent="-285750">
              <a:buFont typeface="Arial" panose="020B0604020202020204" pitchFamily="34" charset="0"/>
              <a:buChar char="•"/>
            </a:pPr>
            <a:r>
              <a:rPr lang="en-IN" sz="1800" dirty="0" err="1">
                <a:effectLst/>
                <a:latin typeface="Nirmala UI" panose="020B0502040204020203" pitchFamily="34" charset="0"/>
                <a:ea typeface="Calibri" panose="020F0502020204030204" pitchFamily="34" charset="0"/>
              </a:rPr>
              <a:t>सुरती</a:t>
            </a:r>
            <a:r>
              <a:rPr lang="en-IN" sz="1800" dirty="0">
                <a:effectLst/>
                <a:latin typeface="Calibri" panose="020F0502020204030204" pitchFamily="34" charset="0"/>
                <a:ea typeface="Calibri" panose="020F0502020204030204" pitchFamily="34" charset="0"/>
                <a:cs typeface="Times New Roman" panose="02020603050405020304" pitchFamily="18" charset="0"/>
              </a:rPr>
              <a:t> </a:t>
            </a:r>
            <a:r>
              <a:rPr lang="en-IN" sz="1800" dirty="0">
                <a:effectLst/>
                <a:latin typeface="Nirmala UI" panose="020B0502040204020203" pitchFamily="34" charset="0"/>
                <a:ea typeface="Calibri" panose="020F0502020204030204" pitchFamily="34" charset="0"/>
              </a:rPr>
              <a:t>शेळ्या</a:t>
            </a:r>
            <a:r>
              <a:rPr lang="en-IN" sz="1800" dirty="0">
                <a:effectLst/>
                <a:latin typeface="Calibri" panose="020F0502020204030204" pitchFamily="34" charset="0"/>
                <a:ea typeface="Calibri" panose="020F0502020204030204" pitchFamily="34" charset="0"/>
                <a:cs typeface="Times New Roman" panose="02020603050405020304" pitchFamily="18" charset="0"/>
              </a:rPr>
              <a:t> </a:t>
            </a:r>
            <a:r>
              <a:rPr lang="en-IN" sz="1800" dirty="0">
                <a:effectLst/>
                <a:latin typeface="Nirmala UI" panose="020B0502040204020203" pitchFamily="34" charset="0"/>
                <a:ea typeface="Calibri" panose="020F0502020204030204" pitchFamily="34" charset="0"/>
              </a:rPr>
              <a:t>या</a:t>
            </a:r>
            <a:r>
              <a:rPr lang="en-IN" sz="1800" dirty="0">
                <a:effectLst/>
                <a:latin typeface="Calibri" panose="020F0502020204030204" pitchFamily="34" charset="0"/>
                <a:ea typeface="Calibri" panose="020F0502020204030204" pitchFamily="34" charset="0"/>
                <a:cs typeface="Times New Roman" panose="02020603050405020304" pitchFamily="18" charset="0"/>
              </a:rPr>
              <a:t> </a:t>
            </a:r>
            <a:r>
              <a:rPr lang="en-IN" sz="1800" dirty="0" err="1">
                <a:effectLst/>
                <a:latin typeface="Nirmala UI" panose="020B0502040204020203" pitchFamily="34" charset="0"/>
                <a:ea typeface="Calibri" panose="020F0502020204030204" pitchFamily="34" charset="0"/>
              </a:rPr>
              <a:t>विपुल</a:t>
            </a:r>
            <a:r>
              <a:rPr lang="en-IN" sz="1800" dirty="0">
                <a:effectLst/>
                <a:latin typeface="Calibri" panose="020F0502020204030204" pitchFamily="34" charset="0"/>
                <a:ea typeface="Calibri" panose="020F0502020204030204" pitchFamily="34" charset="0"/>
                <a:cs typeface="Times New Roman" panose="02020603050405020304" pitchFamily="18" charset="0"/>
              </a:rPr>
              <a:t> </a:t>
            </a:r>
            <a:r>
              <a:rPr lang="en-IN" sz="1800" dirty="0" err="1">
                <a:effectLst/>
                <a:latin typeface="Nirmala UI" panose="020B0502040204020203" pitchFamily="34" charset="0"/>
                <a:ea typeface="Calibri" panose="020F0502020204030204" pitchFamily="34" charset="0"/>
              </a:rPr>
              <a:t>प्रजनन</a:t>
            </a:r>
            <a:r>
              <a:rPr lang="en-IN" sz="1800" dirty="0">
                <a:effectLst/>
                <a:latin typeface="Calibri" panose="020F0502020204030204" pitchFamily="34" charset="0"/>
                <a:ea typeface="Calibri" panose="020F0502020204030204" pitchFamily="34" charset="0"/>
                <a:cs typeface="Times New Roman" panose="02020603050405020304" pitchFamily="18" charset="0"/>
              </a:rPr>
              <a:t> </a:t>
            </a:r>
            <a:r>
              <a:rPr lang="en-IN" sz="1800" dirty="0" err="1">
                <a:effectLst/>
                <a:latin typeface="Nirmala UI" panose="020B0502040204020203" pitchFamily="34" charset="0"/>
                <a:ea typeface="Calibri" panose="020F0502020204030204" pitchFamily="34" charset="0"/>
              </a:rPr>
              <a:t>करणाऱ्या</a:t>
            </a:r>
            <a:r>
              <a:rPr lang="en-IN" sz="1800" dirty="0">
                <a:effectLst/>
                <a:latin typeface="Calibri" panose="020F0502020204030204" pitchFamily="34" charset="0"/>
                <a:ea typeface="Calibri" panose="020F0502020204030204" pitchFamily="34" charset="0"/>
                <a:cs typeface="Times New Roman" panose="02020603050405020304" pitchFamily="18" charset="0"/>
              </a:rPr>
              <a:t> </a:t>
            </a:r>
            <a:r>
              <a:rPr lang="en-IN" sz="1800" dirty="0">
                <a:effectLst/>
                <a:latin typeface="Nirmala UI" panose="020B0502040204020203" pitchFamily="34" charset="0"/>
                <a:ea typeface="Calibri" panose="020F0502020204030204" pitchFamily="34" charset="0"/>
              </a:rPr>
              <a:t>आहेत</a:t>
            </a:r>
            <a:r>
              <a:rPr lang="en-IN" sz="1800" dirty="0">
                <a:effectLst/>
                <a:latin typeface="Calibri" panose="020F0502020204030204" pitchFamily="34" charset="0"/>
                <a:ea typeface="Calibri" panose="020F0502020204030204" pitchFamily="34" charset="0"/>
                <a:cs typeface="Times New Roman" panose="02020603050405020304" pitchFamily="18" charset="0"/>
              </a:rPr>
              <a:t> </a:t>
            </a:r>
            <a:r>
              <a:rPr lang="en-IN" sz="1800" dirty="0" err="1">
                <a:effectLst/>
                <a:latin typeface="Nirmala UI" panose="020B0502040204020203" pitchFamily="34" charset="0"/>
                <a:ea typeface="Calibri" panose="020F0502020204030204" pitchFamily="34" charset="0"/>
              </a:rPr>
              <a:t>ज्यांच्या</a:t>
            </a:r>
            <a:r>
              <a:rPr lang="en-IN" sz="1800" dirty="0">
                <a:effectLst/>
                <a:latin typeface="Calibri" panose="020F0502020204030204" pitchFamily="34" charset="0"/>
                <a:ea typeface="Calibri" panose="020F0502020204030204" pitchFamily="34" charset="0"/>
                <a:cs typeface="Times New Roman" panose="02020603050405020304" pitchFamily="18" charset="0"/>
              </a:rPr>
              <a:t> </a:t>
            </a:r>
            <a:r>
              <a:rPr lang="en-IN" sz="1800" dirty="0" err="1">
                <a:effectLst/>
                <a:latin typeface="Nirmala UI" panose="020B0502040204020203" pitchFamily="34" charset="0"/>
                <a:ea typeface="Calibri" panose="020F0502020204030204" pitchFamily="34" charset="0"/>
              </a:rPr>
              <a:t>माद्या</a:t>
            </a:r>
            <a:r>
              <a:rPr lang="en-IN" sz="1800" dirty="0">
                <a:effectLst/>
                <a:latin typeface="Calibri" panose="020F0502020204030204" pitchFamily="34" charset="0"/>
                <a:ea typeface="Calibri" panose="020F0502020204030204" pitchFamily="34" charset="0"/>
                <a:cs typeface="Times New Roman" panose="02020603050405020304" pitchFamily="18" charset="0"/>
              </a:rPr>
              <a:t> </a:t>
            </a:r>
            <a:r>
              <a:rPr lang="en-IN" sz="1800" dirty="0" err="1">
                <a:effectLst/>
                <a:latin typeface="Nirmala UI" panose="020B0502040204020203" pitchFamily="34" charset="0"/>
                <a:ea typeface="Calibri" panose="020F0502020204030204" pitchFamily="34" charset="0"/>
              </a:rPr>
              <a:t>जुळ्या</a:t>
            </a:r>
            <a:r>
              <a:rPr lang="en-IN" sz="1800" dirty="0">
                <a:effectLst/>
                <a:latin typeface="Calibri" panose="020F0502020204030204" pitchFamily="34" charset="0"/>
                <a:ea typeface="Calibri" panose="020F0502020204030204" pitchFamily="34" charset="0"/>
                <a:cs typeface="Times New Roman" panose="02020603050405020304" pitchFamily="18" charset="0"/>
              </a:rPr>
              <a:t> </a:t>
            </a:r>
            <a:r>
              <a:rPr lang="en-IN" sz="1800" dirty="0">
                <a:effectLst/>
                <a:latin typeface="Nirmala UI" panose="020B0502040204020203" pitchFamily="34" charset="0"/>
                <a:ea typeface="Calibri" panose="020F0502020204030204" pitchFamily="34" charset="0"/>
              </a:rPr>
              <a:t>आणि</a:t>
            </a:r>
            <a:r>
              <a:rPr lang="en-IN" sz="1800" dirty="0">
                <a:effectLst/>
                <a:latin typeface="Calibri" panose="020F0502020204030204" pitchFamily="34" charset="0"/>
                <a:ea typeface="Calibri" panose="020F0502020204030204" pitchFamily="34" charset="0"/>
                <a:cs typeface="Times New Roman" panose="02020603050405020304" pitchFamily="18" charset="0"/>
              </a:rPr>
              <a:t> </a:t>
            </a:r>
            <a:r>
              <a:rPr lang="en-IN" sz="1800" dirty="0" err="1">
                <a:effectLst/>
                <a:latin typeface="Nirmala UI" panose="020B0502040204020203" pitchFamily="34" charset="0"/>
                <a:ea typeface="Calibri" panose="020F0502020204030204" pitchFamily="34" charset="0"/>
              </a:rPr>
              <a:t>तिप्पट</a:t>
            </a:r>
            <a:r>
              <a:rPr lang="en-IN" sz="1800" dirty="0">
                <a:effectLst/>
                <a:latin typeface="Calibri" panose="020F0502020204030204" pitchFamily="34" charset="0"/>
                <a:ea typeface="Calibri" panose="020F0502020204030204" pitchFamily="34" charset="0"/>
                <a:cs typeface="Times New Roman" panose="02020603050405020304" pitchFamily="18" charset="0"/>
              </a:rPr>
              <a:t> </a:t>
            </a:r>
            <a:r>
              <a:rPr lang="en-IN" sz="1800" dirty="0" err="1">
                <a:effectLst/>
                <a:latin typeface="Nirmala UI" panose="020B0502040204020203" pitchFamily="34" charset="0"/>
                <a:ea typeface="Calibri" panose="020F0502020204030204" pitchFamily="34" charset="0"/>
              </a:rPr>
              <a:t>पिलांना</a:t>
            </a:r>
            <a:r>
              <a:rPr lang="en-IN" sz="1800" dirty="0">
                <a:effectLst/>
                <a:latin typeface="Calibri" panose="020F0502020204030204" pitchFamily="34" charset="0"/>
                <a:ea typeface="Calibri" panose="020F0502020204030204" pitchFamily="34" charset="0"/>
                <a:cs typeface="Times New Roman" panose="02020603050405020304" pitchFamily="18" charset="0"/>
              </a:rPr>
              <a:t> </a:t>
            </a:r>
            <a:r>
              <a:rPr lang="en-IN" sz="1800" dirty="0" err="1">
                <a:effectLst/>
                <a:latin typeface="Nirmala UI" panose="020B0502040204020203" pitchFamily="34" charset="0"/>
                <a:ea typeface="Calibri" panose="020F0502020204030204" pitchFamily="34" charset="0"/>
              </a:rPr>
              <a:t>जन्म</a:t>
            </a:r>
            <a:r>
              <a:rPr lang="en-IN" sz="1800" dirty="0">
                <a:effectLst/>
                <a:latin typeface="Calibri" panose="020F0502020204030204" pitchFamily="34" charset="0"/>
                <a:ea typeface="Calibri" panose="020F0502020204030204" pitchFamily="34" charset="0"/>
                <a:cs typeface="Times New Roman" panose="02020603050405020304" pitchFamily="18" charset="0"/>
              </a:rPr>
              <a:t> </a:t>
            </a:r>
            <a:r>
              <a:rPr lang="en-IN" sz="1800" dirty="0" err="1">
                <a:effectLst/>
                <a:latin typeface="Nirmala UI" panose="020B0502040204020203" pitchFamily="34" charset="0"/>
                <a:ea typeface="Calibri" panose="020F0502020204030204" pitchFamily="34" charset="0"/>
              </a:rPr>
              <a:t>देतात</a:t>
            </a:r>
            <a:r>
              <a:rPr lang="en-IN" sz="1800" dirty="0">
                <a:effectLst/>
                <a:latin typeface="Calibri" panose="020F0502020204030204" pitchFamily="34" charset="0"/>
                <a:ea typeface="Calibri" panose="020F0502020204030204" pitchFamily="34" charset="0"/>
                <a:cs typeface="Times New Roman" panose="02020603050405020304" pitchFamily="18" charset="0"/>
              </a:rPr>
              <a:t>. </a:t>
            </a:r>
            <a:r>
              <a:rPr lang="en-IN" sz="1800" dirty="0" err="1">
                <a:effectLst/>
                <a:latin typeface="Nirmala UI" panose="020B0502040204020203" pitchFamily="34" charset="0"/>
                <a:ea typeface="Calibri" panose="020F0502020204030204" pitchFamily="34" charset="0"/>
              </a:rPr>
              <a:t>पहिल्या</a:t>
            </a:r>
            <a:r>
              <a:rPr lang="en-IN" sz="1800" dirty="0">
                <a:effectLst/>
                <a:latin typeface="Calibri" panose="020F0502020204030204" pitchFamily="34" charset="0"/>
                <a:ea typeface="Calibri" panose="020F0502020204030204" pitchFamily="34" charset="0"/>
                <a:cs typeface="Times New Roman" panose="02020603050405020304" pitchFamily="18" charset="0"/>
              </a:rPr>
              <a:t> </a:t>
            </a:r>
            <a:r>
              <a:rPr lang="en-IN" sz="1800" dirty="0" err="1">
                <a:effectLst/>
                <a:latin typeface="Nirmala UI" panose="020B0502040204020203" pitchFamily="34" charset="0"/>
                <a:ea typeface="Calibri" panose="020F0502020204030204" pitchFamily="34" charset="0"/>
              </a:rPr>
              <a:t>विताचे</a:t>
            </a:r>
            <a:r>
              <a:rPr lang="en-IN" sz="1800" dirty="0">
                <a:effectLst/>
                <a:latin typeface="Calibri" panose="020F0502020204030204" pitchFamily="34" charset="0"/>
                <a:ea typeface="Calibri" panose="020F0502020204030204" pitchFamily="34" charset="0"/>
                <a:cs typeface="Times New Roman" panose="02020603050405020304" pitchFamily="18" charset="0"/>
              </a:rPr>
              <a:t> </a:t>
            </a:r>
            <a:r>
              <a:rPr lang="en-IN" sz="1800" dirty="0" err="1">
                <a:effectLst/>
                <a:latin typeface="Nirmala UI" panose="020B0502040204020203" pitchFamily="34" charset="0"/>
                <a:ea typeface="Calibri" panose="020F0502020204030204" pitchFamily="34" charset="0"/>
              </a:rPr>
              <a:t>वय</a:t>
            </a:r>
            <a:r>
              <a:rPr lang="en-IN" sz="1800" dirty="0">
                <a:effectLst/>
                <a:latin typeface="Calibri" panose="020F0502020204030204" pitchFamily="34" charset="0"/>
                <a:ea typeface="Calibri" panose="020F0502020204030204" pitchFamily="34" charset="0"/>
                <a:cs typeface="Times New Roman" panose="02020603050405020304" pitchFamily="18" charset="0"/>
              </a:rPr>
              <a:t> 400 </a:t>
            </a:r>
            <a:r>
              <a:rPr lang="en-IN" sz="1800" dirty="0">
                <a:effectLst/>
                <a:latin typeface="Nirmala UI" panose="020B0502040204020203" pitchFamily="34" charset="0"/>
                <a:ea typeface="Calibri" panose="020F0502020204030204" pitchFamily="34" charset="0"/>
              </a:rPr>
              <a:t>ते</a:t>
            </a:r>
            <a:r>
              <a:rPr lang="en-IN" sz="1800" dirty="0">
                <a:effectLst/>
                <a:latin typeface="Calibri" panose="020F0502020204030204" pitchFamily="34" charset="0"/>
                <a:ea typeface="Calibri" panose="020F0502020204030204" pitchFamily="34" charset="0"/>
                <a:cs typeface="Times New Roman" panose="02020603050405020304" pitchFamily="18" charset="0"/>
              </a:rPr>
              <a:t> 500 </a:t>
            </a:r>
            <a:r>
              <a:rPr lang="en-IN" sz="1800" dirty="0" err="1">
                <a:effectLst/>
                <a:latin typeface="Nirmala UI" panose="020B0502040204020203" pitchFamily="34" charset="0"/>
                <a:ea typeface="Calibri" panose="020F0502020204030204" pitchFamily="34" charset="0"/>
              </a:rPr>
              <a:t>दिवस</a:t>
            </a:r>
            <a:r>
              <a:rPr lang="en-IN" sz="1800" dirty="0">
                <a:effectLst/>
                <a:latin typeface="Calibri" panose="020F0502020204030204" pitchFamily="34" charset="0"/>
                <a:ea typeface="Calibri" panose="020F0502020204030204" pitchFamily="34" charset="0"/>
                <a:cs typeface="Times New Roman" panose="02020603050405020304" pitchFamily="18" charset="0"/>
              </a:rPr>
              <a:t> </a:t>
            </a:r>
            <a:r>
              <a:rPr lang="en-IN" sz="1800" dirty="0" err="1">
                <a:effectLst/>
                <a:latin typeface="Nirmala UI" panose="020B0502040204020203" pitchFamily="34" charset="0"/>
                <a:ea typeface="Calibri" panose="020F0502020204030204" pitchFamily="34" charset="0"/>
              </a:rPr>
              <a:t>असते</a:t>
            </a:r>
            <a:r>
              <a:rPr lang="en-IN" sz="1800" dirty="0">
                <a:effectLst/>
                <a:latin typeface="Calibri" panose="020F0502020204030204" pitchFamily="34" charset="0"/>
                <a:ea typeface="Calibri" panose="020F0502020204030204" pitchFamily="34" charset="0"/>
                <a:cs typeface="Times New Roman" panose="02020603050405020304" pitchFamily="18" charset="0"/>
              </a:rPr>
              <a:t>. </a:t>
            </a:r>
            <a:r>
              <a:rPr lang="en-IN" sz="1800" dirty="0">
                <a:effectLst/>
                <a:latin typeface="Nirmala UI" panose="020B0502040204020203" pitchFamily="34" charset="0"/>
                <a:ea typeface="Calibri" panose="020F0502020204030204" pitchFamily="34" charset="0"/>
              </a:rPr>
              <a:t>ही</a:t>
            </a:r>
            <a:r>
              <a:rPr lang="en-IN" sz="1800" dirty="0">
                <a:effectLst/>
                <a:latin typeface="Calibri" panose="020F0502020204030204" pitchFamily="34" charset="0"/>
                <a:ea typeface="Calibri" panose="020F0502020204030204" pitchFamily="34" charset="0"/>
                <a:cs typeface="Times New Roman" panose="02020603050405020304" pitchFamily="18" charset="0"/>
              </a:rPr>
              <a:t> </a:t>
            </a:r>
            <a:r>
              <a:rPr lang="en-IN" sz="1800" dirty="0" err="1">
                <a:effectLst/>
                <a:latin typeface="Nirmala UI" panose="020B0502040204020203" pitchFamily="34" charset="0"/>
                <a:ea typeface="Calibri" panose="020F0502020204030204" pitchFamily="34" charset="0"/>
              </a:rPr>
              <a:t>जात</a:t>
            </a:r>
            <a:r>
              <a:rPr lang="en-IN" sz="1800" dirty="0">
                <a:effectLst/>
                <a:latin typeface="Calibri" panose="020F0502020204030204" pitchFamily="34" charset="0"/>
                <a:ea typeface="Calibri" panose="020F0502020204030204" pitchFamily="34" charset="0"/>
                <a:cs typeface="Times New Roman" panose="02020603050405020304" pitchFamily="18" charset="0"/>
              </a:rPr>
              <a:t> 2 </a:t>
            </a:r>
            <a:r>
              <a:rPr lang="en-IN" sz="1800" dirty="0">
                <a:effectLst/>
                <a:latin typeface="Nirmala UI" panose="020B0502040204020203" pitchFamily="34" charset="0"/>
                <a:ea typeface="Calibri" panose="020F0502020204030204" pitchFamily="34" charset="0"/>
              </a:rPr>
              <a:t>ते</a:t>
            </a:r>
            <a:r>
              <a:rPr lang="en-IN" sz="1800" dirty="0">
                <a:effectLst/>
                <a:latin typeface="Calibri" panose="020F0502020204030204" pitchFamily="34" charset="0"/>
                <a:ea typeface="Calibri" panose="020F0502020204030204" pitchFamily="34" charset="0"/>
                <a:cs typeface="Times New Roman" panose="02020603050405020304" pitchFamily="18" charset="0"/>
              </a:rPr>
              <a:t> 2.5 </a:t>
            </a:r>
            <a:r>
              <a:rPr lang="en-IN" sz="1800" dirty="0" err="1">
                <a:effectLst/>
                <a:latin typeface="Nirmala UI" panose="020B0502040204020203" pitchFamily="34" charset="0"/>
                <a:ea typeface="Calibri" panose="020F0502020204030204" pitchFamily="34" charset="0"/>
              </a:rPr>
              <a:t>किलो</a:t>
            </a:r>
            <a:r>
              <a:rPr lang="en-IN" sz="1800" dirty="0">
                <a:effectLst/>
                <a:latin typeface="Calibri" panose="020F0502020204030204" pitchFamily="34" charset="0"/>
                <a:ea typeface="Calibri" panose="020F0502020204030204" pitchFamily="34" charset="0"/>
                <a:cs typeface="Times New Roman" panose="02020603050405020304" pitchFamily="18" charset="0"/>
              </a:rPr>
              <a:t> </a:t>
            </a:r>
            <a:r>
              <a:rPr lang="en-IN" sz="1800" dirty="0" err="1">
                <a:effectLst/>
                <a:latin typeface="Nirmala UI" panose="020B0502040204020203" pitchFamily="34" charset="0"/>
                <a:ea typeface="Calibri" panose="020F0502020204030204" pitchFamily="34" charset="0"/>
              </a:rPr>
              <a:t>प्रतिदिन</a:t>
            </a:r>
            <a:r>
              <a:rPr lang="en-IN" sz="1800" dirty="0">
                <a:effectLst/>
                <a:latin typeface="Calibri" panose="020F0502020204030204" pitchFamily="34" charset="0"/>
                <a:ea typeface="Calibri" panose="020F0502020204030204" pitchFamily="34" charset="0"/>
                <a:cs typeface="Times New Roman" panose="02020603050405020304" pitchFamily="18" charset="0"/>
              </a:rPr>
              <a:t> </a:t>
            </a:r>
            <a:r>
              <a:rPr lang="en-IN" sz="1800" dirty="0">
                <a:effectLst/>
                <a:latin typeface="Nirmala UI" panose="020B0502040204020203" pitchFamily="34" charset="0"/>
                <a:ea typeface="Calibri" panose="020F0502020204030204" pitchFamily="34" charset="0"/>
              </a:rPr>
              <a:t>उत्पादन</a:t>
            </a:r>
            <a:r>
              <a:rPr lang="en-IN" sz="1800" dirty="0">
                <a:effectLst/>
                <a:latin typeface="Calibri" panose="020F0502020204030204" pitchFamily="34" charset="0"/>
                <a:ea typeface="Calibri" panose="020F0502020204030204" pitchFamily="34" charset="0"/>
                <a:cs typeface="Times New Roman" panose="02020603050405020304" pitchFamily="18" charset="0"/>
              </a:rPr>
              <a:t> </a:t>
            </a:r>
            <a:r>
              <a:rPr lang="en-IN" sz="1800" dirty="0" err="1">
                <a:effectLst/>
                <a:latin typeface="Nirmala UI" panose="020B0502040204020203" pitchFamily="34" charset="0"/>
                <a:ea typeface="Calibri" panose="020F0502020204030204" pitchFamily="34" charset="0"/>
              </a:rPr>
              <a:t>देणारी</a:t>
            </a:r>
            <a:r>
              <a:rPr lang="en-IN" sz="1800" dirty="0">
                <a:effectLst/>
                <a:latin typeface="Calibri" panose="020F0502020204030204" pitchFamily="34" charset="0"/>
                <a:ea typeface="Calibri" panose="020F0502020204030204" pitchFamily="34" charset="0"/>
                <a:cs typeface="Times New Roman" panose="02020603050405020304" pitchFamily="18" charset="0"/>
              </a:rPr>
              <a:t> </a:t>
            </a:r>
            <a:r>
              <a:rPr lang="en-IN" sz="1800" dirty="0">
                <a:effectLst/>
                <a:latin typeface="Nirmala UI" panose="020B0502040204020203" pitchFamily="34" charset="0"/>
                <a:ea typeface="Calibri" panose="020F0502020204030204" pitchFamily="34" charset="0"/>
              </a:rPr>
              <a:t>उत्कृष्ट</a:t>
            </a:r>
            <a:r>
              <a:rPr lang="en-IN" sz="1800" dirty="0">
                <a:effectLst/>
                <a:latin typeface="Calibri" panose="020F0502020204030204" pitchFamily="34" charset="0"/>
                <a:ea typeface="Calibri" panose="020F0502020204030204" pitchFamily="34" charset="0"/>
                <a:cs typeface="Times New Roman" panose="02020603050405020304" pitchFamily="18" charset="0"/>
              </a:rPr>
              <a:t> </a:t>
            </a:r>
            <a:r>
              <a:rPr lang="en-IN" sz="1800" dirty="0" err="1">
                <a:effectLst/>
                <a:latin typeface="Nirmala UI" panose="020B0502040204020203" pitchFamily="34" charset="0"/>
                <a:ea typeface="Calibri" panose="020F0502020204030204" pitchFamily="34" charset="0"/>
              </a:rPr>
              <a:t>दूध</a:t>
            </a:r>
            <a:r>
              <a:rPr lang="en-IN" sz="1800" dirty="0">
                <a:effectLst/>
                <a:latin typeface="Calibri" panose="020F0502020204030204" pitchFamily="34" charset="0"/>
                <a:ea typeface="Calibri" panose="020F0502020204030204" pitchFamily="34" charset="0"/>
                <a:cs typeface="Times New Roman" panose="02020603050405020304" pitchFamily="18" charset="0"/>
              </a:rPr>
              <a:t> </a:t>
            </a:r>
            <a:r>
              <a:rPr lang="en-IN" sz="1800" dirty="0">
                <a:effectLst/>
                <a:latin typeface="Nirmala UI" panose="020B0502040204020203" pitchFamily="34" charset="0"/>
                <a:ea typeface="Calibri" panose="020F0502020204030204" pitchFamily="34" charset="0"/>
              </a:rPr>
              <a:t>उत्पादक</a:t>
            </a:r>
            <a:r>
              <a:rPr lang="en-IN" sz="1800" dirty="0">
                <a:effectLst/>
                <a:latin typeface="Calibri" panose="020F0502020204030204" pitchFamily="34" charset="0"/>
                <a:ea typeface="Calibri" panose="020F0502020204030204" pitchFamily="34" charset="0"/>
                <a:cs typeface="Times New Roman" panose="02020603050405020304" pitchFamily="18" charset="0"/>
              </a:rPr>
              <a:t> </a:t>
            </a:r>
            <a:r>
              <a:rPr lang="en-IN" sz="1800" dirty="0" err="1">
                <a:effectLst/>
                <a:latin typeface="Nirmala UI" panose="020B0502040204020203" pitchFamily="34" charset="0"/>
                <a:ea typeface="Calibri" panose="020F0502020204030204" pitchFamily="34" charset="0"/>
              </a:rPr>
              <a:t>आहे</a:t>
            </a:r>
            <a:r>
              <a:rPr lang="en-IN" sz="1800" dirty="0">
                <a:effectLst/>
                <a:latin typeface="Calibri" panose="020F0502020204030204" pitchFamily="34" charset="0"/>
                <a:ea typeface="Calibri" panose="020F0502020204030204" pitchFamily="34" charset="0"/>
                <a:cs typeface="Times New Roman" panose="02020603050405020304" pitchFamily="18" charset="0"/>
              </a:rPr>
              <a:t>.</a:t>
            </a:r>
            <a:endParaRPr lang="en-IN" dirty="0"/>
          </a:p>
        </p:txBody>
      </p:sp>
    </p:spTree>
    <p:extLst>
      <p:ext uri="{BB962C8B-B14F-4D97-AF65-F5344CB8AC3E}">
        <p14:creationId xmlns:p14="http://schemas.microsoft.com/office/powerpoint/2010/main" val="1455499033"/>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D4C619A-ED35-4B0F-A355-45639B9FD590}"/>
              </a:ext>
            </a:extLst>
          </p:cNvPr>
          <p:cNvSpPr>
            <a:spLocks noGrp="1"/>
          </p:cNvSpPr>
          <p:nvPr>
            <p:ph type="title"/>
          </p:nvPr>
        </p:nvSpPr>
        <p:spPr>
          <a:xfrm>
            <a:off x="839788" y="457200"/>
            <a:ext cx="3932237" cy="530225"/>
          </a:xfrm>
        </p:spPr>
        <p:txBody>
          <a:bodyPr>
            <a:normAutofit/>
          </a:bodyPr>
          <a:lstStyle/>
          <a:p>
            <a:pPr algn="ctr"/>
            <a:r>
              <a:rPr lang="en-IN" sz="2400" dirty="0" err="1">
                <a:solidFill>
                  <a:srgbClr val="FF0000"/>
                </a:solidFill>
                <a:effectLst/>
                <a:latin typeface="Nirmala UI" panose="020B0502040204020203" pitchFamily="34" charset="0"/>
                <a:ea typeface="Calibri" panose="020F0502020204030204" pitchFamily="34" charset="0"/>
              </a:rPr>
              <a:t>मेहसाणा</a:t>
            </a:r>
            <a:endParaRPr lang="en-IN" dirty="0">
              <a:solidFill>
                <a:srgbClr val="FF0000"/>
              </a:solidFill>
            </a:endParaRPr>
          </a:p>
        </p:txBody>
      </p:sp>
      <p:pic>
        <p:nvPicPr>
          <p:cNvPr id="6" name="Content Placeholder 5">
            <a:extLst>
              <a:ext uri="{FF2B5EF4-FFF2-40B4-BE49-F238E27FC236}">
                <a16:creationId xmlns:a16="http://schemas.microsoft.com/office/drawing/2014/main" id="{2CA9A3BD-72CE-4172-BA6D-F1EFE03C6914}"/>
              </a:ext>
            </a:extLst>
          </p:cNvPr>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5183188" y="1688306"/>
            <a:ext cx="6172200" cy="3471862"/>
          </a:xfrm>
        </p:spPr>
      </p:pic>
      <p:sp>
        <p:nvSpPr>
          <p:cNvPr id="4" name="Text Placeholder 3">
            <a:extLst>
              <a:ext uri="{FF2B5EF4-FFF2-40B4-BE49-F238E27FC236}">
                <a16:creationId xmlns:a16="http://schemas.microsoft.com/office/drawing/2014/main" id="{3323CECE-3608-468D-BCBB-9BD353C859F5}"/>
              </a:ext>
            </a:extLst>
          </p:cNvPr>
          <p:cNvSpPr>
            <a:spLocks noGrp="1"/>
          </p:cNvSpPr>
          <p:nvPr>
            <p:ph type="body" sz="half" idx="2"/>
          </p:nvPr>
        </p:nvSpPr>
        <p:spPr>
          <a:xfrm>
            <a:off x="839788" y="995363"/>
            <a:ext cx="3932237" cy="4873625"/>
          </a:xfrm>
        </p:spPr>
        <p:txBody>
          <a:bodyPr>
            <a:normAutofit fontScale="92500" lnSpcReduction="10000"/>
          </a:bodyPr>
          <a:lstStyle/>
          <a:p>
            <a:pPr marL="285750" indent="-285750">
              <a:lnSpc>
                <a:spcPct val="107000"/>
              </a:lnSpc>
              <a:spcAft>
                <a:spcPts val="800"/>
              </a:spcAft>
              <a:buFont typeface="Arial" panose="020B0604020202020204" pitchFamily="34" charset="0"/>
              <a:buChar char="•"/>
            </a:pPr>
            <a:r>
              <a:rPr lang="en-IN" sz="1800" dirty="0">
                <a:effectLst/>
                <a:latin typeface="Nirmala UI" panose="020B0502040204020203" pitchFamily="34" charset="0"/>
                <a:ea typeface="Calibri" panose="020F0502020204030204" pitchFamily="34" charset="0"/>
                <a:cs typeface="Times New Roman" panose="02020603050405020304" pitchFamily="18" charset="0"/>
              </a:rPr>
              <a:t>या</a:t>
            </a:r>
            <a:r>
              <a:rPr lang="en-IN" sz="1800" dirty="0">
                <a:effectLst/>
                <a:latin typeface="Calibri" panose="020F0502020204030204" pitchFamily="34" charset="0"/>
                <a:ea typeface="Calibri" panose="020F0502020204030204" pitchFamily="34" charset="0"/>
                <a:cs typeface="Times New Roman" panose="02020603050405020304" pitchFamily="18" charset="0"/>
              </a:rPr>
              <a:t> </a:t>
            </a:r>
            <a:r>
              <a:rPr lang="en-IN" sz="1800" dirty="0" err="1">
                <a:effectLst/>
                <a:latin typeface="Nirmala UI" panose="020B0502040204020203" pitchFamily="34" charset="0"/>
                <a:ea typeface="Calibri" panose="020F0502020204030204" pitchFamily="34" charset="0"/>
                <a:cs typeface="Times New Roman" panose="02020603050405020304" pitchFamily="18" charset="0"/>
              </a:rPr>
              <a:t>दुहेरी</a:t>
            </a:r>
            <a:r>
              <a:rPr lang="en-IN" sz="1800" dirty="0">
                <a:effectLst/>
                <a:latin typeface="Calibri" panose="020F0502020204030204" pitchFamily="34" charset="0"/>
                <a:ea typeface="Calibri" panose="020F0502020204030204" pitchFamily="34" charset="0"/>
                <a:cs typeface="Times New Roman" panose="02020603050405020304" pitchFamily="18" charset="0"/>
              </a:rPr>
              <a:t> </a:t>
            </a:r>
            <a:r>
              <a:rPr lang="en-IN" sz="1800" dirty="0" err="1">
                <a:effectLst/>
                <a:latin typeface="Nirmala UI" panose="020B0502040204020203" pitchFamily="34" charset="0"/>
                <a:ea typeface="Calibri" panose="020F0502020204030204" pitchFamily="34" charset="0"/>
                <a:cs typeface="Times New Roman" panose="02020603050405020304" pitchFamily="18" charset="0"/>
              </a:rPr>
              <a:t>उद्देशाच्या</a:t>
            </a:r>
            <a:r>
              <a:rPr lang="en-IN" sz="1800" dirty="0">
                <a:effectLst/>
                <a:latin typeface="Calibri" panose="020F0502020204030204" pitchFamily="34" charset="0"/>
                <a:ea typeface="Calibri" panose="020F0502020204030204" pitchFamily="34" charset="0"/>
                <a:cs typeface="Times New Roman" panose="02020603050405020304" pitchFamily="18" charset="0"/>
              </a:rPr>
              <a:t> </a:t>
            </a:r>
            <a:r>
              <a:rPr lang="en-IN" sz="1800" dirty="0" err="1">
                <a:effectLst/>
                <a:latin typeface="Nirmala UI" panose="020B0502040204020203" pitchFamily="34" charset="0"/>
                <a:ea typeface="Calibri" panose="020F0502020204030204" pitchFamily="34" charset="0"/>
                <a:cs typeface="Times New Roman" panose="02020603050405020304" pitchFamily="18" charset="0"/>
              </a:rPr>
              <a:t>शेळीच्या</a:t>
            </a:r>
            <a:r>
              <a:rPr lang="en-IN" sz="1800" dirty="0">
                <a:effectLst/>
                <a:latin typeface="Calibri" panose="020F0502020204030204" pitchFamily="34" charset="0"/>
                <a:ea typeface="Calibri" panose="020F0502020204030204" pitchFamily="34" charset="0"/>
                <a:cs typeface="Times New Roman" panose="02020603050405020304" pitchFamily="18" charset="0"/>
              </a:rPr>
              <a:t> </a:t>
            </a:r>
            <a:r>
              <a:rPr lang="en-IN" sz="1800" dirty="0" err="1">
                <a:effectLst/>
                <a:latin typeface="Nirmala UI" panose="020B0502040204020203" pitchFamily="34" charset="0"/>
                <a:ea typeface="Calibri" panose="020F0502020204030204" pitchFamily="34" charset="0"/>
                <a:cs typeface="Times New Roman" panose="02020603050405020304" pitchFamily="18" charset="0"/>
              </a:rPr>
              <a:t>जातीचा</a:t>
            </a:r>
            <a:r>
              <a:rPr lang="en-IN" sz="1800" dirty="0">
                <a:effectLst/>
                <a:latin typeface="Calibri" panose="020F0502020204030204" pitchFamily="34" charset="0"/>
                <a:ea typeface="Calibri" panose="020F0502020204030204" pitchFamily="34" charset="0"/>
                <a:cs typeface="Times New Roman" panose="02020603050405020304" pitchFamily="18" charset="0"/>
              </a:rPr>
              <a:t> </a:t>
            </a:r>
            <a:r>
              <a:rPr lang="en-IN" sz="1800" dirty="0" err="1">
                <a:effectLst/>
                <a:latin typeface="Nirmala UI" panose="020B0502040204020203" pitchFamily="34" charset="0"/>
                <a:ea typeface="Calibri" panose="020F0502020204030204" pitchFamily="34" charset="0"/>
                <a:cs typeface="Times New Roman" panose="02020603050405020304" pitchFamily="18" charset="0"/>
              </a:rPr>
              <a:t>उगम</a:t>
            </a:r>
            <a:r>
              <a:rPr lang="en-IN" sz="1800" dirty="0">
                <a:effectLst/>
                <a:latin typeface="Calibri" panose="020F0502020204030204" pitchFamily="34" charset="0"/>
                <a:ea typeface="Calibri" panose="020F0502020204030204" pitchFamily="34" charset="0"/>
                <a:cs typeface="Times New Roman" panose="02020603050405020304" pitchFamily="18" charset="0"/>
              </a:rPr>
              <a:t> </a:t>
            </a:r>
            <a:r>
              <a:rPr lang="en-IN" sz="1800" dirty="0" err="1">
                <a:effectLst/>
                <a:latin typeface="Nirmala UI" panose="020B0502040204020203" pitchFamily="34" charset="0"/>
                <a:ea typeface="Calibri" panose="020F0502020204030204" pitchFamily="34" charset="0"/>
                <a:cs typeface="Times New Roman" panose="02020603050405020304" pitchFamily="18" charset="0"/>
              </a:rPr>
              <a:t>गुजरातच्या</a:t>
            </a:r>
            <a:r>
              <a:rPr lang="en-IN" sz="1800" dirty="0">
                <a:effectLst/>
                <a:latin typeface="Calibri" panose="020F0502020204030204" pitchFamily="34" charset="0"/>
                <a:ea typeface="Calibri" panose="020F0502020204030204" pitchFamily="34" charset="0"/>
                <a:cs typeface="Times New Roman" panose="02020603050405020304" pitchFamily="18" charset="0"/>
              </a:rPr>
              <a:t> </a:t>
            </a:r>
            <a:r>
              <a:rPr lang="en-IN" sz="1800" dirty="0" err="1">
                <a:effectLst/>
                <a:latin typeface="Nirmala UI" panose="020B0502040204020203" pitchFamily="34" charset="0"/>
                <a:ea typeface="Calibri" panose="020F0502020204030204" pitchFamily="34" charset="0"/>
                <a:cs typeface="Times New Roman" panose="02020603050405020304" pitchFamily="18" charset="0"/>
              </a:rPr>
              <a:t>मेहसाणा</a:t>
            </a:r>
            <a:r>
              <a:rPr lang="en-IN" sz="1800" dirty="0">
                <a:effectLst/>
                <a:latin typeface="Calibri" panose="020F0502020204030204" pitchFamily="34" charset="0"/>
                <a:ea typeface="Calibri" panose="020F0502020204030204" pitchFamily="34" charset="0"/>
                <a:cs typeface="Times New Roman" panose="02020603050405020304" pitchFamily="18" charset="0"/>
              </a:rPr>
              <a:t> </a:t>
            </a:r>
            <a:r>
              <a:rPr lang="en-IN" sz="1800" dirty="0" err="1">
                <a:effectLst/>
                <a:latin typeface="Nirmala UI" panose="020B0502040204020203" pitchFamily="34" charset="0"/>
                <a:ea typeface="Calibri" panose="020F0502020204030204" pitchFamily="34" charset="0"/>
                <a:cs typeface="Times New Roman" panose="02020603050405020304" pitchFamily="18" charset="0"/>
              </a:rPr>
              <a:t>जिल्ह्यात</a:t>
            </a:r>
            <a:r>
              <a:rPr lang="en-IN" sz="1800" dirty="0">
                <a:effectLst/>
                <a:latin typeface="Calibri" panose="020F0502020204030204" pitchFamily="34" charset="0"/>
                <a:ea typeface="Calibri" panose="020F0502020204030204" pitchFamily="34" charset="0"/>
                <a:cs typeface="Times New Roman" panose="02020603050405020304" pitchFamily="18" charset="0"/>
              </a:rPr>
              <a:t> </a:t>
            </a:r>
            <a:r>
              <a:rPr lang="en-IN" sz="1800" dirty="0">
                <a:effectLst/>
                <a:latin typeface="Nirmala UI" panose="020B0502040204020203" pitchFamily="34" charset="0"/>
                <a:ea typeface="Calibri" panose="020F0502020204030204" pitchFamily="34" charset="0"/>
                <a:cs typeface="Times New Roman" panose="02020603050405020304" pitchFamily="18" charset="0"/>
              </a:rPr>
              <a:t>झाला</a:t>
            </a:r>
            <a:r>
              <a:rPr lang="en-IN" sz="1800" dirty="0">
                <a:effectLst/>
                <a:latin typeface="Calibri" panose="020F0502020204030204" pitchFamily="34" charset="0"/>
                <a:ea typeface="Calibri" panose="020F0502020204030204" pitchFamily="34" charset="0"/>
                <a:cs typeface="Times New Roman" panose="02020603050405020304" pitchFamily="18" charset="0"/>
              </a:rPr>
              <a:t>. </a:t>
            </a:r>
            <a:r>
              <a:rPr lang="en-IN" sz="1800" dirty="0" err="1">
                <a:effectLst/>
                <a:latin typeface="Nirmala UI" panose="020B0502040204020203" pitchFamily="34" charset="0"/>
                <a:ea typeface="Calibri" panose="020F0502020204030204" pitchFamily="34" charset="0"/>
                <a:cs typeface="Times New Roman" panose="02020603050405020304" pitchFamily="18" charset="0"/>
              </a:rPr>
              <a:t>हे</a:t>
            </a:r>
            <a:r>
              <a:rPr lang="en-IN" sz="1800" dirty="0">
                <a:effectLst/>
                <a:latin typeface="Calibri" panose="020F0502020204030204" pitchFamily="34" charset="0"/>
                <a:ea typeface="Calibri" panose="020F0502020204030204" pitchFamily="34" charset="0"/>
                <a:cs typeface="Times New Roman" panose="02020603050405020304" pitchFamily="18" charset="0"/>
              </a:rPr>
              <a:t> </a:t>
            </a:r>
            <a:r>
              <a:rPr lang="en-IN" sz="1800" dirty="0" err="1">
                <a:effectLst/>
                <a:latin typeface="Nirmala UI" panose="020B0502040204020203" pitchFamily="34" charset="0"/>
                <a:ea typeface="Calibri" panose="020F0502020204030204" pitchFamily="34" charset="0"/>
                <a:cs typeface="Times New Roman" panose="02020603050405020304" pitchFamily="18" charset="0"/>
              </a:rPr>
              <a:t>केसांच्या</a:t>
            </a:r>
            <a:r>
              <a:rPr lang="en-IN" sz="1800" dirty="0">
                <a:effectLst/>
                <a:latin typeface="Calibri" panose="020F0502020204030204" pitchFamily="34" charset="0"/>
                <a:ea typeface="Calibri" panose="020F0502020204030204" pitchFamily="34" charset="0"/>
                <a:cs typeface="Times New Roman" panose="02020603050405020304" pitchFamily="18" charset="0"/>
              </a:rPr>
              <a:t> </a:t>
            </a:r>
            <a:r>
              <a:rPr lang="en-IN" sz="1800" dirty="0" err="1">
                <a:effectLst/>
                <a:latin typeface="Nirmala UI" panose="020B0502040204020203" pitchFamily="34" charset="0"/>
                <a:ea typeface="Calibri" panose="020F0502020204030204" pitchFamily="34" charset="0"/>
                <a:cs typeface="Times New Roman" panose="02020603050405020304" pitchFamily="18" charset="0"/>
              </a:rPr>
              <a:t>उत्पादनासाठी</a:t>
            </a:r>
            <a:r>
              <a:rPr lang="en-IN" sz="1800" dirty="0">
                <a:effectLst/>
                <a:latin typeface="Calibri" panose="020F0502020204030204" pitchFamily="34" charset="0"/>
                <a:ea typeface="Calibri" panose="020F0502020204030204" pitchFamily="34" charset="0"/>
                <a:cs typeface="Times New Roman" panose="02020603050405020304" pitchFamily="18" charset="0"/>
              </a:rPr>
              <a:t> </a:t>
            </a:r>
            <a:r>
              <a:rPr lang="en-IN" sz="1800" dirty="0" err="1">
                <a:effectLst/>
                <a:latin typeface="Nirmala UI" panose="020B0502040204020203" pitchFamily="34" charset="0"/>
                <a:ea typeface="Calibri" panose="020F0502020204030204" pitchFamily="34" charset="0"/>
                <a:cs typeface="Times New Roman" panose="02020603050405020304" pitchFamily="18" charset="0"/>
              </a:rPr>
              <a:t>चांगले</a:t>
            </a:r>
            <a:r>
              <a:rPr lang="en-IN" sz="1800" dirty="0">
                <a:effectLst/>
                <a:latin typeface="Calibri" panose="020F0502020204030204" pitchFamily="34" charset="0"/>
                <a:ea typeface="Calibri" panose="020F0502020204030204" pitchFamily="34" charset="0"/>
                <a:cs typeface="Times New Roman" panose="02020603050405020304" pitchFamily="18" charset="0"/>
              </a:rPr>
              <a:t> </a:t>
            </a:r>
            <a:r>
              <a:rPr lang="en-IN" sz="1800" dirty="0" err="1">
                <a:effectLst/>
                <a:latin typeface="Nirmala UI" panose="020B0502040204020203" pitchFamily="34" charset="0"/>
                <a:ea typeface="Calibri" panose="020F0502020204030204" pitchFamily="34" charset="0"/>
                <a:cs typeface="Times New Roman" panose="02020603050405020304" pitchFamily="18" charset="0"/>
              </a:rPr>
              <a:t>आहे</a:t>
            </a:r>
            <a:r>
              <a:rPr lang="en-IN" sz="1800" dirty="0">
                <a:effectLst/>
                <a:latin typeface="Calibri" panose="020F0502020204030204" pitchFamily="34" charset="0"/>
                <a:ea typeface="Calibri" panose="020F0502020204030204" pitchFamily="34" charset="0"/>
                <a:cs typeface="Times New Roman" panose="02020603050405020304" pitchFamily="18" charset="0"/>
              </a:rPr>
              <a:t>. </a:t>
            </a:r>
          </a:p>
          <a:p>
            <a:pPr marL="285750" indent="-285750">
              <a:lnSpc>
                <a:spcPct val="107000"/>
              </a:lnSpc>
              <a:spcAft>
                <a:spcPts val="800"/>
              </a:spcAft>
              <a:buFont typeface="Arial" panose="020B0604020202020204" pitchFamily="34" charset="0"/>
              <a:buChar char="•"/>
            </a:pPr>
            <a:r>
              <a:rPr lang="en-IN" sz="1800" dirty="0">
                <a:effectLst/>
                <a:latin typeface="Nirmala UI" panose="020B0502040204020203" pitchFamily="34" charset="0"/>
                <a:ea typeface="Calibri" panose="020F0502020204030204" pitchFamily="34" charset="0"/>
                <a:cs typeface="Times New Roman" panose="02020603050405020304" pitchFamily="18" charset="0"/>
              </a:rPr>
              <a:t>ते</a:t>
            </a:r>
            <a:r>
              <a:rPr lang="en-IN" sz="1800" dirty="0">
                <a:effectLst/>
                <a:latin typeface="Calibri" panose="020F0502020204030204" pitchFamily="34" charset="0"/>
                <a:ea typeface="Calibri" panose="020F0502020204030204" pitchFamily="34" charset="0"/>
                <a:cs typeface="Times New Roman" panose="02020603050405020304" pitchFamily="18" charset="0"/>
              </a:rPr>
              <a:t> </a:t>
            </a:r>
            <a:r>
              <a:rPr lang="en-IN" sz="1800" dirty="0" err="1">
                <a:effectLst/>
                <a:latin typeface="Nirmala UI" panose="020B0502040204020203" pitchFamily="34" charset="0"/>
                <a:ea typeface="Calibri" panose="020F0502020204030204" pitchFamily="34" charset="0"/>
                <a:cs typeface="Times New Roman" panose="02020603050405020304" pitchFamily="18" charset="0"/>
              </a:rPr>
              <a:t>कानांच्या</a:t>
            </a:r>
            <a:r>
              <a:rPr lang="en-IN" sz="1800" dirty="0">
                <a:effectLst/>
                <a:latin typeface="Calibri" panose="020F0502020204030204" pitchFamily="34" charset="0"/>
                <a:ea typeface="Calibri" panose="020F0502020204030204" pitchFamily="34" charset="0"/>
                <a:cs typeface="Times New Roman" panose="02020603050405020304" pitchFamily="18" charset="0"/>
              </a:rPr>
              <a:t> </a:t>
            </a:r>
            <a:r>
              <a:rPr lang="en-IN" sz="1800" dirty="0" err="1">
                <a:effectLst/>
                <a:latin typeface="Nirmala UI" panose="020B0502040204020203" pitchFamily="34" charset="0"/>
                <a:ea typeface="Calibri" panose="020F0502020204030204" pitchFamily="34" charset="0"/>
                <a:cs typeface="Times New Roman" panose="02020603050405020304" pitchFamily="18" charset="0"/>
              </a:rPr>
              <a:t>मुळाशी</a:t>
            </a:r>
            <a:r>
              <a:rPr lang="en-IN" sz="1800" dirty="0">
                <a:effectLst/>
                <a:latin typeface="Calibri" panose="020F0502020204030204" pitchFamily="34" charset="0"/>
                <a:ea typeface="Calibri" panose="020F0502020204030204" pitchFamily="34" charset="0"/>
                <a:cs typeface="Times New Roman" panose="02020603050405020304" pitchFamily="18" charset="0"/>
              </a:rPr>
              <a:t> </a:t>
            </a:r>
            <a:r>
              <a:rPr lang="en-IN" sz="1800" dirty="0" err="1">
                <a:effectLst/>
                <a:latin typeface="Nirmala UI" panose="020B0502040204020203" pitchFamily="34" charset="0"/>
                <a:ea typeface="Calibri" panose="020F0502020204030204" pitchFamily="34" charset="0"/>
                <a:cs typeface="Times New Roman" panose="02020603050405020304" pitchFamily="18" charset="0"/>
              </a:rPr>
              <a:t>पांढरे</a:t>
            </a:r>
            <a:r>
              <a:rPr lang="en-IN" sz="1800" dirty="0">
                <a:effectLst/>
                <a:latin typeface="Calibri" panose="020F0502020204030204" pitchFamily="34" charset="0"/>
                <a:ea typeface="Calibri" panose="020F0502020204030204" pitchFamily="34" charset="0"/>
                <a:cs typeface="Times New Roman" panose="02020603050405020304" pitchFamily="18" charset="0"/>
              </a:rPr>
              <a:t> </a:t>
            </a:r>
            <a:r>
              <a:rPr lang="en-IN" sz="1800" dirty="0">
                <a:effectLst/>
                <a:latin typeface="Nirmala UI" panose="020B0502040204020203" pitchFamily="34" charset="0"/>
                <a:ea typeface="Calibri" panose="020F0502020204030204" pitchFamily="34" charset="0"/>
                <a:cs typeface="Times New Roman" panose="02020603050405020304" pitchFamily="18" charset="0"/>
              </a:rPr>
              <a:t>परंतु</a:t>
            </a:r>
            <a:r>
              <a:rPr lang="en-IN" sz="1800" dirty="0">
                <a:effectLst/>
                <a:latin typeface="Calibri" panose="020F0502020204030204" pitchFamily="34" charset="0"/>
                <a:ea typeface="Calibri" panose="020F0502020204030204" pitchFamily="34" charset="0"/>
                <a:cs typeface="Times New Roman" panose="02020603050405020304" pitchFamily="18" charset="0"/>
              </a:rPr>
              <a:t> </a:t>
            </a:r>
            <a:r>
              <a:rPr lang="en-IN" sz="1800" dirty="0" err="1">
                <a:effectLst/>
                <a:latin typeface="Nirmala UI" panose="020B0502040204020203" pitchFamily="34" charset="0"/>
                <a:ea typeface="Calibri" panose="020F0502020204030204" pitchFamily="34" charset="0"/>
                <a:cs typeface="Times New Roman" panose="02020603050405020304" pitchFamily="18" charset="0"/>
              </a:rPr>
              <a:t>रंगाने</a:t>
            </a:r>
            <a:r>
              <a:rPr lang="en-IN" sz="1800" dirty="0">
                <a:effectLst/>
                <a:latin typeface="Calibri" panose="020F0502020204030204" pitchFamily="34" charset="0"/>
                <a:ea typeface="Calibri" panose="020F0502020204030204" pitchFamily="34" charset="0"/>
                <a:cs typeface="Times New Roman" panose="02020603050405020304" pitchFamily="18" charset="0"/>
              </a:rPr>
              <a:t> </a:t>
            </a:r>
            <a:r>
              <a:rPr lang="en-IN" sz="1800" dirty="0" err="1">
                <a:effectLst/>
                <a:latin typeface="Nirmala UI" panose="020B0502040204020203" pitchFamily="34" charset="0"/>
                <a:ea typeface="Calibri" panose="020F0502020204030204" pitchFamily="34" charset="0"/>
                <a:cs typeface="Times New Roman" panose="02020603050405020304" pitchFamily="18" charset="0"/>
              </a:rPr>
              <a:t>काळे</a:t>
            </a:r>
            <a:r>
              <a:rPr lang="en-IN" sz="1800" dirty="0">
                <a:effectLst/>
                <a:latin typeface="Calibri" panose="020F0502020204030204" pitchFamily="34" charset="0"/>
                <a:ea typeface="Calibri" panose="020F0502020204030204" pitchFamily="34" charset="0"/>
                <a:cs typeface="Times New Roman" panose="02020603050405020304" pitchFamily="18" charset="0"/>
              </a:rPr>
              <a:t> </a:t>
            </a:r>
            <a:r>
              <a:rPr lang="en-IN" sz="1800" dirty="0">
                <a:effectLst/>
                <a:latin typeface="Nirmala UI" panose="020B0502040204020203" pitchFamily="34" charset="0"/>
                <a:ea typeface="Calibri" panose="020F0502020204030204" pitchFamily="34" charset="0"/>
                <a:cs typeface="Times New Roman" panose="02020603050405020304" pitchFamily="18" charset="0"/>
              </a:rPr>
              <a:t>असतात</a:t>
            </a:r>
            <a:r>
              <a:rPr lang="en-IN" sz="1800" dirty="0">
                <a:effectLst/>
                <a:latin typeface="Calibri" panose="020F0502020204030204" pitchFamily="34" charset="0"/>
                <a:ea typeface="Calibri" panose="020F0502020204030204" pitchFamily="34" charset="0"/>
                <a:cs typeface="Times New Roman" panose="02020603050405020304" pitchFamily="18" charset="0"/>
              </a:rPr>
              <a:t> </a:t>
            </a:r>
            <a:r>
              <a:rPr lang="en-IN" sz="1800" dirty="0">
                <a:effectLst/>
                <a:latin typeface="Nirmala UI" panose="020B0502040204020203" pitchFamily="34" charset="0"/>
                <a:ea typeface="Calibri" panose="020F0502020204030204" pitchFamily="34" charset="0"/>
                <a:cs typeface="Times New Roman" panose="02020603050405020304" pitchFamily="18" charset="0"/>
              </a:rPr>
              <a:t>आणि</a:t>
            </a:r>
            <a:r>
              <a:rPr lang="en-IN" sz="1800" dirty="0">
                <a:effectLst/>
                <a:latin typeface="Calibri" panose="020F0502020204030204" pitchFamily="34" charset="0"/>
                <a:ea typeface="Calibri" panose="020F0502020204030204" pitchFamily="34" charset="0"/>
                <a:cs typeface="Times New Roman" panose="02020603050405020304" pitchFamily="18" charset="0"/>
              </a:rPr>
              <a:t> </a:t>
            </a:r>
            <a:r>
              <a:rPr lang="en-IN" sz="1800" dirty="0" err="1">
                <a:effectLst/>
                <a:latin typeface="Nirmala UI" panose="020B0502040204020203" pitchFamily="34" charset="0"/>
                <a:ea typeface="Calibri" panose="020F0502020204030204" pitchFamily="34" charset="0"/>
                <a:cs typeface="Times New Roman" panose="02020603050405020304" pitchFamily="18" charset="0"/>
              </a:rPr>
              <a:t>लांब</a:t>
            </a:r>
            <a:r>
              <a:rPr lang="en-IN" sz="1800" dirty="0">
                <a:effectLst/>
                <a:latin typeface="Calibri" panose="020F0502020204030204" pitchFamily="34" charset="0"/>
                <a:ea typeface="Calibri" panose="020F0502020204030204" pitchFamily="34" charset="0"/>
                <a:cs typeface="Times New Roman" panose="02020603050405020304" pitchFamily="18" charset="0"/>
              </a:rPr>
              <a:t> </a:t>
            </a:r>
            <a:r>
              <a:rPr lang="en-IN" sz="1800" dirty="0">
                <a:effectLst/>
                <a:latin typeface="Nirmala UI" panose="020B0502040204020203" pitchFamily="34" charset="0"/>
                <a:ea typeface="Calibri" panose="020F0502020204030204" pitchFamily="34" charset="0"/>
                <a:cs typeface="Times New Roman" panose="02020603050405020304" pitchFamily="18" charset="0"/>
              </a:rPr>
              <a:t>व</a:t>
            </a:r>
            <a:r>
              <a:rPr lang="en-IN" sz="1800" dirty="0">
                <a:effectLst/>
                <a:latin typeface="Calibri" panose="020F0502020204030204" pitchFamily="34" charset="0"/>
                <a:ea typeface="Calibri" panose="020F0502020204030204" pitchFamily="34" charset="0"/>
                <a:cs typeface="Times New Roman" panose="02020603050405020304" pitchFamily="18" charset="0"/>
              </a:rPr>
              <a:t> </a:t>
            </a:r>
            <a:r>
              <a:rPr lang="en-IN" sz="1800" dirty="0" err="1">
                <a:effectLst/>
                <a:latin typeface="Nirmala UI" panose="020B0502040204020203" pitchFamily="34" charset="0"/>
                <a:ea typeface="Calibri" panose="020F0502020204030204" pitchFamily="34" charset="0"/>
                <a:cs typeface="Times New Roman" panose="02020603050405020304" pitchFamily="18" charset="0"/>
              </a:rPr>
              <a:t>शेगडी</a:t>
            </a:r>
            <a:r>
              <a:rPr lang="en-IN" sz="1800" dirty="0">
                <a:effectLst/>
                <a:latin typeface="Calibri" panose="020F0502020204030204" pitchFamily="34" charset="0"/>
                <a:ea typeface="Calibri" panose="020F0502020204030204" pitchFamily="34" charset="0"/>
                <a:cs typeface="Times New Roman" panose="02020603050405020304" pitchFamily="18" charset="0"/>
              </a:rPr>
              <a:t> </a:t>
            </a:r>
            <a:r>
              <a:rPr lang="en-IN" sz="1800" dirty="0" err="1">
                <a:effectLst/>
                <a:latin typeface="Nirmala UI" panose="020B0502040204020203" pitchFamily="34" charset="0"/>
                <a:ea typeface="Calibri" panose="020F0502020204030204" pitchFamily="34" charset="0"/>
                <a:cs typeface="Times New Roman" panose="02020603050405020304" pitchFamily="18" charset="0"/>
              </a:rPr>
              <a:t>केस</a:t>
            </a:r>
            <a:r>
              <a:rPr lang="en-IN" sz="1800" dirty="0">
                <a:effectLst/>
                <a:latin typeface="Calibri" panose="020F0502020204030204" pitchFamily="34" charset="0"/>
                <a:ea typeface="Calibri" panose="020F0502020204030204" pitchFamily="34" charset="0"/>
                <a:cs typeface="Times New Roman" panose="02020603050405020304" pitchFamily="18" charset="0"/>
              </a:rPr>
              <a:t> </a:t>
            </a:r>
            <a:r>
              <a:rPr lang="en-IN" sz="1800" dirty="0">
                <a:effectLst/>
                <a:latin typeface="Nirmala UI" panose="020B0502040204020203" pitchFamily="34" charset="0"/>
                <a:ea typeface="Calibri" panose="020F0502020204030204" pitchFamily="34" charset="0"/>
                <a:cs typeface="Times New Roman" panose="02020603050405020304" pitchFamily="18" charset="0"/>
              </a:rPr>
              <a:t>असतात</a:t>
            </a:r>
            <a:r>
              <a:rPr lang="en-IN" sz="1800" dirty="0">
                <a:effectLst/>
                <a:latin typeface="Calibri" panose="020F0502020204030204" pitchFamily="34" charset="0"/>
                <a:ea typeface="Calibri" panose="020F0502020204030204" pitchFamily="34" charset="0"/>
                <a:cs typeface="Times New Roman" panose="02020603050405020304" pitchFamily="18" charset="0"/>
              </a:rPr>
              <a:t>. </a:t>
            </a:r>
            <a:r>
              <a:rPr lang="en-IN" sz="1800" dirty="0" err="1">
                <a:effectLst/>
                <a:latin typeface="Nirmala UI" panose="020B0502040204020203" pitchFamily="34" charset="0"/>
                <a:ea typeface="Calibri" panose="020F0502020204030204" pitchFamily="34" charset="0"/>
                <a:cs typeface="Times New Roman" panose="02020603050405020304" pitchFamily="18" charset="0"/>
              </a:rPr>
              <a:t>पानांसारखे</a:t>
            </a:r>
            <a:r>
              <a:rPr lang="en-IN" sz="1800" dirty="0">
                <a:effectLst/>
                <a:latin typeface="Calibri" panose="020F0502020204030204" pitchFamily="34" charset="0"/>
                <a:ea typeface="Calibri" panose="020F0502020204030204" pitchFamily="34" charset="0"/>
                <a:cs typeface="Times New Roman" panose="02020603050405020304" pitchFamily="18" charset="0"/>
              </a:rPr>
              <a:t> </a:t>
            </a:r>
            <a:r>
              <a:rPr lang="en-IN" sz="1800" dirty="0">
                <a:effectLst/>
                <a:latin typeface="Nirmala UI" panose="020B0502040204020203" pitchFamily="34" charset="0"/>
                <a:ea typeface="Calibri" panose="020F0502020204030204" pitchFamily="34" charset="0"/>
                <a:cs typeface="Times New Roman" panose="02020603050405020304" pitchFamily="18" charset="0"/>
              </a:rPr>
              <a:t>आणि</a:t>
            </a:r>
            <a:r>
              <a:rPr lang="en-IN" sz="1800" dirty="0">
                <a:effectLst/>
                <a:latin typeface="Calibri" panose="020F0502020204030204" pitchFamily="34" charset="0"/>
                <a:ea typeface="Calibri" panose="020F0502020204030204" pitchFamily="34" charset="0"/>
                <a:cs typeface="Times New Roman" panose="02020603050405020304" pitchFamily="18" charset="0"/>
              </a:rPr>
              <a:t> </a:t>
            </a:r>
            <a:r>
              <a:rPr lang="en-IN" sz="1800" dirty="0" err="1">
                <a:effectLst/>
                <a:latin typeface="Nirmala UI" panose="020B0502040204020203" pitchFamily="34" charset="0"/>
                <a:ea typeface="Calibri" panose="020F0502020204030204" pitchFamily="34" charset="0"/>
                <a:cs typeface="Times New Roman" panose="02020603050405020304" pitchFamily="18" charset="0"/>
              </a:rPr>
              <a:t>लोम्बणारे</a:t>
            </a:r>
            <a:r>
              <a:rPr lang="en-IN" sz="1800" dirty="0">
                <a:effectLst/>
                <a:latin typeface="Calibri" panose="020F0502020204030204" pitchFamily="34" charset="0"/>
                <a:ea typeface="Calibri" panose="020F0502020204030204" pitchFamily="34" charset="0"/>
                <a:cs typeface="Times New Roman" panose="02020603050405020304" pitchFamily="18" charset="0"/>
              </a:rPr>
              <a:t> </a:t>
            </a:r>
            <a:r>
              <a:rPr lang="en-IN" sz="1800" dirty="0" err="1">
                <a:effectLst/>
                <a:latin typeface="Nirmala UI" panose="020B0502040204020203" pitchFamily="34" charset="0"/>
                <a:ea typeface="Calibri" panose="020F0502020204030204" pitchFamily="34" charset="0"/>
                <a:cs typeface="Times New Roman" panose="02020603050405020304" pitchFamily="18" charset="0"/>
              </a:rPr>
              <a:t>कान</a:t>
            </a:r>
            <a:r>
              <a:rPr lang="en-IN" sz="1800" dirty="0">
                <a:effectLst/>
                <a:latin typeface="Calibri" panose="020F0502020204030204" pitchFamily="34" charset="0"/>
                <a:ea typeface="Calibri" panose="020F0502020204030204" pitchFamily="34" charset="0"/>
                <a:cs typeface="Times New Roman" panose="02020603050405020304" pitchFamily="18" charset="0"/>
              </a:rPr>
              <a:t>. </a:t>
            </a:r>
            <a:r>
              <a:rPr lang="en-IN" sz="1800" dirty="0" err="1">
                <a:effectLst/>
                <a:latin typeface="Nirmala UI" panose="020B0502040204020203" pitchFamily="34" charset="0"/>
                <a:ea typeface="Calibri" panose="020F0502020204030204" pitchFamily="34" charset="0"/>
                <a:cs typeface="Times New Roman" panose="02020603050405020304" pitchFamily="18" charset="0"/>
              </a:rPr>
              <a:t>शिंगे</a:t>
            </a:r>
            <a:r>
              <a:rPr lang="en-IN" sz="1800" dirty="0">
                <a:effectLst/>
                <a:latin typeface="Calibri" panose="020F0502020204030204" pitchFamily="34" charset="0"/>
                <a:ea typeface="Calibri" panose="020F0502020204030204" pitchFamily="34" charset="0"/>
                <a:cs typeface="Times New Roman" panose="02020603050405020304" pitchFamily="18" charset="0"/>
              </a:rPr>
              <a:t> </a:t>
            </a:r>
            <a:r>
              <a:rPr lang="en-IN" sz="1800" dirty="0" err="1">
                <a:effectLst/>
                <a:latin typeface="Nirmala UI" panose="020B0502040204020203" pitchFamily="34" charset="0"/>
                <a:ea typeface="Calibri" panose="020F0502020204030204" pitchFamily="34" charset="0"/>
                <a:cs typeface="Times New Roman" panose="02020603050405020304" pitchFamily="18" charset="0"/>
              </a:rPr>
              <a:t>वरच्या</a:t>
            </a:r>
            <a:r>
              <a:rPr lang="en-IN" sz="1800" dirty="0">
                <a:effectLst/>
                <a:latin typeface="Calibri" panose="020F0502020204030204" pitchFamily="34" charset="0"/>
                <a:ea typeface="Calibri" panose="020F0502020204030204" pitchFamily="34" charset="0"/>
                <a:cs typeface="Times New Roman" panose="02020603050405020304" pitchFamily="18" charset="0"/>
              </a:rPr>
              <a:t> </a:t>
            </a:r>
            <a:r>
              <a:rPr lang="en-IN" sz="1800" dirty="0" err="1">
                <a:effectLst/>
                <a:latin typeface="Nirmala UI" panose="020B0502040204020203" pitchFamily="34" charset="0"/>
                <a:ea typeface="Calibri" panose="020F0502020204030204" pitchFamily="34" charset="0"/>
                <a:cs typeface="Times New Roman" panose="02020603050405020304" pitchFamily="18" charset="0"/>
              </a:rPr>
              <a:t>दिशेने</a:t>
            </a:r>
            <a:r>
              <a:rPr lang="en-IN" sz="1800" dirty="0">
                <a:effectLst/>
                <a:latin typeface="Calibri" panose="020F0502020204030204" pitchFamily="34" charset="0"/>
                <a:ea typeface="Calibri" panose="020F0502020204030204" pitchFamily="34" charset="0"/>
                <a:cs typeface="Times New Roman" panose="02020603050405020304" pitchFamily="18" charset="0"/>
              </a:rPr>
              <a:t> </a:t>
            </a:r>
            <a:r>
              <a:rPr lang="en-IN" sz="1800" dirty="0" err="1">
                <a:effectLst/>
                <a:latin typeface="Nirmala UI" panose="020B0502040204020203" pitchFamily="34" charset="0"/>
                <a:ea typeface="Calibri" panose="020F0502020204030204" pitchFamily="34" charset="0"/>
                <a:cs typeface="Times New Roman" panose="02020603050405020304" pitchFamily="18" charset="0"/>
              </a:rPr>
              <a:t>वळतात</a:t>
            </a:r>
            <a:r>
              <a:rPr lang="en-IN" sz="1800" dirty="0">
                <a:effectLst/>
                <a:latin typeface="Calibri" panose="020F0502020204030204" pitchFamily="34" charset="0"/>
                <a:ea typeface="Calibri" panose="020F0502020204030204" pitchFamily="34" charset="0"/>
                <a:cs typeface="Times New Roman" panose="02020603050405020304" pitchFamily="18" charset="0"/>
              </a:rPr>
              <a:t>, </a:t>
            </a:r>
            <a:r>
              <a:rPr lang="en-IN" sz="1800" dirty="0" err="1">
                <a:effectLst/>
                <a:latin typeface="Nirmala UI" panose="020B0502040204020203" pitchFamily="34" charset="0"/>
                <a:ea typeface="Calibri" panose="020F0502020204030204" pitchFamily="34" charset="0"/>
                <a:cs typeface="Times New Roman" panose="02020603050405020304" pitchFamily="18" charset="0"/>
              </a:rPr>
              <a:t>वळलेली</a:t>
            </a:r>
            <a:r>
              <a:rPr lang="en-IN" sz="1800" dirty="0">
                <a:effectLst/>
                <a:latin typeface="Calibri" panose="020F0502020204030204" pitchFamily="34" charset="0"/>
                <a:ea typeface="Calibri" panose="020F0502020204030204" pitchFamily="34" charset="0"/>
                <a:cs typeface="Times New Roman" panose="02020603050405020304" pitchFamily="18" charset="0"/>
              </a:rPr>
              <a:t> </a:t>
            </a:r>
            <a:r>
              <a:rPr lang="en-IN" sz="1800" dirty="0">
                <a:effectLst/>
                <a:latin typeface="Nirmala UI" panose="020B0502040204020203" pitchFamily="34" charset="0"/>
                <a:ea typeface="Calibri" panose="020F0502020204030204" pitchFamily="34" charset="0"/>
                <a:cs typeface="Times New Roman" panose="02020603050405020304" pitchFamily="18" charset="0"/>
              </a:rPr>
              <a:t>असतात</a:t>
            </a:r>
            <a:r>
              <a:rPr lang="en-IN" sz="1800" dirty="0">
                <a:effectLst/>
                <a:latin typeface="Calibri" panose="020F0502020204030204" pitchFamily="34" charset="0"/>
                <a:ea typeface="Calibri" panose="020F0502020204030204" pitchFamily="34" charset="0"/>
                <a:cs typeface="Times New Roman" panose="02020603050405020304" pitchFamily="18" charset="0"/>
              </a:rPr>
              <a:t> </a:t>
            </a:r>
            <a:r>
              <a:rPr lang="en-IN" sz="1800" dirty="0">
                <a:effectLst/>
                <a:latin typeface="Nirmala UI" panose="020B0502040204020203" pitchFamily="34" charset="0"/>
                <a:ea typeface="Calibri" panose="020F0502020204030204" pitchFamily="34" charset="0"/>
                <a:cs typeface="Times New Roman" panose="02020603050405020304" pitchFamily="18" charset="0"/>
              </a:rPr>
              <a:t>आणि</a:t>
            </a:r>
            <a:r>
              <a:rPr lang="en-IN" sz="1800" dirty="0">
                <a:effectLst/>
                <a:latin typeface="Calibri" panose="020F0502020204030204" pitchFamily="34" charset="0"/>
                <a:ea typeface="Calibri" panose="020F0502020204030204" pitchFamily="34" charset="0"/>
                <a:cs typeface="Times New Roman" panose="02020603050405020304" pitchFamily="18" charset="0"/>
              </a:rPr>
              <a:t> </a:t>
            </a:r>
            <a:r>
              <a:rPr lang="en-IN" sz="1800" dirty="0" err="1">
                <a:effectLst/>
                <a:latin typeface="Nirmala UI" panose="020B0502040204020203" pitchFamily="34" charset="0"/>
                <a:ea typeface="Calibri" panose="020F0502020204030204" pitchFamily="34" charset="0"/>
                <a:cs typeface="Times New Roman" panose="02020603050405020304" pitchFamily="18" charset="0"/>
              </a:rPr>
              <a:t>टोकदार</a:t>
            </a:r>
            <a:r>
              <a:rPr lang="en-IN" sz="1800" dirty="0">
                <a:effectLst/>
                <a:latin typeface="Calibri" panose="020F0502020204030204" pitchFamily="34" charset="0"/>
                <a:ea typeface="Calibri" panose="020F0502020204030204" pitchFamily="34" charset="0"/>
                <a:cs typeface="Times New Roman" panose="02020603050405020304" pitchFamily="18" charset="0"/>
              </a:rPr>
              <a:t> </a:t>
            </a:r>
            <a:r>
              <a:rPr lang="en-IN" sz="1800" dirty="0" err="1">
                <a:effectLst/>
                <a:latin typeface="Nirmala UI" panose="020B0502040204020203" pitchFamily="34" charset="0"/>
                <a:ea typeface="Calibri" panose="020F0502020204030204" pitchFamily="34" charset="0"/>
                <a:cs typeface="Times New Roman" panose="02020603050405020304" pitchFamily="18" charset="0"/>
              </a:rPr>
              <a:t>टोके</a:t>
            </a:r>
            <a:r>
              <a:rPr lang="en-IN" sz="1800" dirty="0">
                <a:effectLst/>
                <a:latin typeface="Calibri" panose="020F0502020204030204" pitchFamily="34" charset="0"/>
                <a:ea typeface="Calibri" panose="020F0502020204030204" pitchFamily="34" charset="0"/>
                <a:cs typeface="Times New Roman" panose="02020603050405020304" pitchFamily="18" charset="0"/>
              </a:rPr>
              <a:t> </a:t>
            </a:r>
            <a:r>
              <a:rPr lang="en-IN" sz="1800" dirty="0">
                <a:effectLst/>
                <a:latin typeface="Nirmala UI" panose="020B0502040204020203" pitchFamily="34" charset="0"/>
                <a:ea typeface="Calibri" panose="020F0502020204030204" pitchFamily="34" charset="0"/>
                <a:cs typeface="Times New Roman" panose="02020603050405020304" pitchFamily="18" charset="0"/>
              </a:rPr>
              <a:t>असतात</a:t>
            </a:r>
            <a:r>
              <a:rPr lang="en-IN" sz="1800" dirty="0">
                <a:effectLst/>
                <a:latin typeface="Calibri" panose="020F0502020204030204" pitchFamily="34" charset="0"/>
                <a:ea typeface="Calibri" panose="020F0502020204030204" pitchFamily="34" charset="0"/>
                <a:cs typeface="Times New Roman" panose="02020603050405020304" pitchFamily="18" charset="0"/>
              </a:rPr>
              <a:t>. </a:t>
            </a:r>
            <a:r>
              <a:rPr lang="en-IN" sz="1800" dirty="0" err="1">
                <a:effectLst/>
                <a:latin typeface="Nirmala UI" panose="020B0502040204020203" pitchFamily="34" charset="0"/>
                <a:ea typeface="Calibri" panose="020F0502020204030204" pitchFamily="34" charset="0"/>
                <a:cs typeface="Times New Roman" panose="02020603050405020304" pitchFamily="18" charset="0"/>
              </a:rPr>
              <a:t>शेपटी</a:t>
            </a:r>
            <a:r>
              <a:rPr lang="en-IN" sz="1800" dirty="0">
                <a:effectLst/>
                <a:latin typeface="Calibri" panose="020F0502020204030204" pitchFamily="34" charset="0"/>
                <a:ea typeface="Calibri" panose="020F0502020204030204" pitchFamily="34" charset="0"/>
                <a:cs typeface="Times New Roman" panose="02020603050405020304" pitchFamily="18" charset="0"/>
              </a:rPr>
              <a:t> </a:t>
            </a:r>
            <a:r>
              <a:rPr lang="en-IN" sz="1800" dirty="0">
                <a:effectLst/>
                <a:latin typeface="Nirmala UI" panose="020B0502040204020203" pitchFamily="34" charset="0"/>
                <a:ea typeface="Calibri" panose="020F0502020204030204" pitchFamily="34" charset="0"/>
                <a:cs typeface="Times New Roman" panose="02020603050405020304" pitchFamily="18" charset="0"/>
              </a:rPr>
              <a:t>लहान</a:t>
            </a:r>
            <a:r>
              <a:rPr lang="en-IN" sz="1800" dirty="0">
                <a:effectLst/>
                <a:latin typeface="Calibri" panose="020F0502020204030204" pitchFamily="34" charset="0"/>
                <a:ea typeface="Calibri" panose="020F0502020204030204" pitchFamily="34" charset="0"/>
                <a:cs typeface="Times New Roman" panose="02020603050405020304" pitchFamily="18" charset="0"/>
              </a:rPr>
              <a:t> </a:t>
            </a:r>
            <a:r>
              <a:rPr lang="en-IN" sz="1800" dirty="0" err="1">
                <a:effectLst/>
                <a:latin typeface="Nirmala UI" panose="020B0502040204020203" pitchFamily="34" charset="0"/>
                <a:ea typeface="Calibri" panose="020F0502020204030204" pitchFamily="34" charset="0"/>
                <a:cs typeface="Times New Roman" panose="02020603050405020304" pitchFamily="18" charset="0"/>
              </a:rPr>
              <a:t>असते</a:t>
            </a:r>
            <a:r>
              <a:rPr lang="en-IN" sz="1800" dirty="0">
                <a:effectLst/>
                <a:latin typeface="Calibri" panose="020F0502020204030204" pitchFamily="34" charset="0"/>
                <a:ea typeface="Calibri" panose="020F0502020204030204" pitchFamily="34" charset="0"/>
                <a:cs typeface="Times New Roman" panose="02020603050405020304" pitchFamily="18" charset="0"/>
              </a:rPr>
              <a:t> </a:t>
            </a:r>
            <a:r>
              <a:rPr lang="en-IN" sz="1800" dirty="0">
                <a:effectLst/>
                <a:latin typeface="Nirmala UI" panose="020B0502040204020203" pitchFamily="34" charset="0"/>
                <a:ea typeface="Calibri" panose="020F0502020204030204" pitchFamily="34" charset="0"/>
                <a:cs typeface="Times New Roman" panose="02020603050405020304" pitchFamily="18" charset="0"/>
              </a:rPr>
              <a:t>आणि</a:t>
            </a:r>
            <a:r>
              <a:rPr lang="en-IN" sz="1800" dirty="0">
                <a:effectLst/>
                <a:latin typeface="Calibri" panose="020F0502020204030204" pitchFamily="34" charset="0"/>
                <a:ea typeface="Calibri" panose="020F0502020204030204" pitchFamily="34" charset="0"/>
                <a:cs typeface="Times New Roman" panose="02020603050405020304" pitchFamily="18" charset="0"/>
              </a:rPr>
              <a:t> </a:t>
            </a:r>
            <a:r>
              <a:rPr lang="en-IN" sz="1800" dirty="0" err="1">
                <a:effectLst/>
                <a:latin typeface="Nirmala UI" panose="020B0502040204020203" pitchFamily="34" charset="0"/>
                <a:ea typeface="Calibri" panose="020F0502020204030204" pitchFamily="34" charset="0"/>
                <a:cs typeface="Times New Roman" panose="02020603050405020304" pitchFamily="18" charset="0"/>
              </a:rPr>
              <a:t>वरच्या</a:t>
            </a:r>
            <a:r>
              <a:rPr lang="en-IN" sz="1800" dirty="0">
                <a:effectLst/>
                <a:latin typeface="Calibri" panose="020F0502020204030204" pitchFamily="34" charset="0"/>
                <a:ea typeface="Calibri" panose="020F0502020204030204" pitchFamily="34" charset="0"/>
                <a:cs typeface="Times New Roman" panose="02020603050405020304" pitchFamily="18" charset="0"/>
              </a:rPr>
              <a:t> </a:t>
            </a:r>
            <a:r>
              <a:rPr lang="en-IN" sz="1800" dirty="0" err="1">
                <a:effectLst/>
                <a:latin typeface="Nirmala UI" panose="020B0502040204020203" pitchFamily="34" charset="0"/>
                <a:ea typeface="Calibri" panose="020F0502020204030204" pitchFamily="34" charset="0"/>
                <a:cs typeface="Times New Roman" panose="02020603050405020304" pitchFamily="18" charset="0"/>
              </a:rPr>
              <a:t>बाजूला</a:t>
            </a:r>
            <a:r>
              <a:rPr lang="en-IN" sz="1800" dirty="0">
                <a:effectLst/>
                <a:latin typeface="Calibri" panose="020F0502020204030204" pitchFamily="34" charset="0"/>
                <a:ea typeface="Calibri" panose="020F0502020204030204" pitchFamily="34" charset="0"/>
                <a:cs typeface="Times New Roman" panose="02020603050405020304" pitchFamily="18" charset="0"/>
              </a:rPr>
              <a:t> </a:t>
            </a:r>
            <a:r>
              <a:rPr lang="en-IN" sz="1800" dirty="0" err="1">
                <a:effectLst/>
                <a:latin typeface="Nirmala UI" panose="020B0502040204020203" pitchFamily="34" charset="0"/>
                <a:ea typeface="Calibri" panose="020F0502020204030204" pitchFamily="34" charset="0"/>
                <a:cs typeface="Times New Roman" panose="02020603050405020304" pitchFamily="18" charset="0"/>
              </a:rPr>
              <a:t>राहते</a:t>
            </a:r>
            <a:r>
              <a:rPr lang="en-IN" sz="1800" dirty="0">
                <a:effectLst/>
                <a:latin typeface="Calibri" panose="020F0502020204030204" pitchFamily="34" charset="0"/>
                <a:ea typeface="Calibri" panose="020F0502020204030204" pitchFamily="34" charset="0"/>
                <a:cs typeface="Times New Roman" panose="02020603050405020304" pitchFamily="18" charset="0"/>
              </a:rPr>
              <a:t>. </a:t>
            </a:r>
            <a:r>
              <a:rPr lang="en-IN" sz="1800" dirty="0" err="1">
                <a:effectLst/>
                <a:latin typeface="Nirmala UI" panose="020B0502040204020203" pitchFamily="34" charset="0"/>
                <a:ea typeface="Calibri" panose="020F0502020204030204" pitchFamily="34" charset="0"/>
                <a:cs typeface="Times New Roman" panose="02020603050405020304" pitchFamily="18" charset="0"/>
              </a:rPr>
              <a:t>त्यांच्याकडे</a:t>
            </a:r>
            <a:r>
              <a:rPr lang="en-IN" sz="1800" dirty="0">
                <a:effectLst/>
                <a:latin typeface="Calibri" panose="020F0502020204030204" pitchFamily="34" charset="0"/>
                <a:ea typeface="Calibri" panose="020F0502020204030204" pitchFamily="34" charset="0"/>
                <a:cs typeface="Times New Roman" panose="02020603050405020304" pitchFamily="18" charset="0"/>
              </a:rPr>
              <a:t> </a:t>
            </a:r>
            <a:r>
              <a:rPr lang="en-IN" sz="1800" dirty="0" err="1">
                <a:effectLst/>
                <a:latin typeface="Nirmala UI" panose="020B0502040204020203" pitchFamily="34" charset="0"/>
                <a:ea typeface="Calibri" panose="020F0502020204030204" pitchFamily="34" charset="0"/>
                <a:cs typeface="Times New Roman" panose="02020603050405020304" pitchFamily="18" charset="0"/>
              </a:rPr>
              <a:t>मोठ्या</a:t>
            </a:r>
            <a:r>
              <a:rPr lang="en-IN" sz="1800" dirty="0">
                <a:effectLst/>
                <a:latin typeface="Calibri" panose="020F0502020204030204" pitchFamily="34" charset="0"/>
                <a:ea typeface="Calibri" panose="020F0502020204030204" pitchFamily="34" charset="0"/>
                <a:cs typeface="Times New Roman" panose="02020603050405020304" pitchFamily="18" charset="0"/>
              </a:rPr>
              <a:t> </a:t>
            </a:r>
            <a:r>
              <a:rPr lang="en-IN" sz="1800" dirty="0">
                <a:effectLst/>
                <a:latin typeface="Nirmala UI" panose="020B0502040204020203" pitchFamily="34" charset="0"/>
                <a:ea typeface="Calibri" panose="020F0502020204030204" pitchFamily="34" charset="0"/>
                <a:cs typeface="Times New Roman" panose="02020603050405020304" pitchFamily="18" charset="0"/>
              </a:rPr>
              <a:t>आणि</a:t>
            </a:r>
            <a:r>
              <a:rPr lang="en-IN" sz="1800" dirty="0">
                <a:effectLst/>
                <a:latin typeface="Calibri" panose="020F0502020204030204" pitchFamily="34" charset="0"/>
                <a:ea typeface="Calibri" panose="020F0502020204030204" pitchFamily="34" charset="0"/>
                <a:cs typeface="Times New Roman" panose="02020603050405020304" pitchFamily="18" charset="0"/>
              </a:rPr>
              <a:t> </a:t>
            </a:r>
            <a:r>
              <a:rPr lang="en-IN" sz="1800" dirty="0" err="1">
                <a:effectLst/>
                <a:latin typeface="Nirmala UI" panose="020B0502040204020203" pitchFamily="34" charset="0"/>
                <a:ea typeface="Calibri" panose="020F0502020204030204" pitchFamily="34" charset="0"/>
                <a:cs typeface="Times New Roman" panose="02020603050405020304" pitchFamily="18" charset="0"/>
              </a:rPr>
              <a:t>शंकूच्या</a:t>
            </a:r>
            <a:r>
              <a:rPr lang="en-IN" sz="1800" dirty="0">
                <a:effectLst/>
                <a:latin typeface="Calibri" panose="020F0502020204030204" pitchFamily="34" charset="0"/>
                <a:ea typeface="Calibri" panose="020F0502020204030204" pitchFamily="34" charset="0"/>
                <a:cs typeface="Times New Roman" panose="02020603050405020304" pitchFamily="18" charset="0"/>
              </a:rPr>
              <a:t> </a:t>
            </a:r>
            <a:r>
              <a:rPr lang="en-IN" sz="1800" dirty="0" err="1">
                <a:effectLst/>
                <a:latin typeface="Nirmala UI" panose="020B0502040204020203" pitchFamily="34" charset="0"/>
                <a:ea typeface="Calibri" panose="020F0502020204030204" pitchFamily="34" charset="0"/>
                <a:cs typeface="Times New Roman" panose="02020603050405020304" pitchFamily="18" charset="0"/>
              </a:rPr>
              <a:t>आकाराचे</a:t>
            </a:r>
            <a:r>
              <a:rPr lang="en-IN" sz="1800" dirty="0">
                <a:effectLst/>
                <a:latin typeface="Calibri" panose="020F0502020204030204" pitchFamily="34" charset="0"/>
                <a:ea typeface="Calibri" panose="020F0502020204030204" pitchFamily="34" charset="0"/>
                <a:cs typeface="Times New Roman" panose="02020603050405020304" pitchFamily="18" charset="0"/>
              </a:rPr>
              <a:t> </a:t>
            </a:r>
            <a:r>
              <a:rPr lang="en-IN" sz="1800" dirty="0" err="1">
                <a:effectLst/>
                <a:latin typeface="Nirmala UI" panose="020B0502040204020203" pitchFamily="34" charset="0"/>
                <a:ea typeface="Calibri" panose="020F0502020204030204" pitchFamily="34" charset="0"/>
                <a:cs typeface="Times New Roman" panose="02020603050405020304" pitchFamily="18" charset="0"/>
              </a:rPr>
              <a:t>ट्विट्स</a:t>
            </a:r>
            <a:r>
              <a:rPr lang="en-IN" sz="1800" dirty="0">
                <a:effectLst/>
                <a:latin typeface="Calibri" panose="020F0502020204030204" pitchFamily="34" charset="0"/>
                <a:ea typeface="Calibri" panose="020F0502020204030204" pitchFamily="34" charset="0"/>
                <a:cs typeface="Times New Roman" panose="02020603050405020304" pitchFamily="18" charset="0"/>
              </a:rPr>
              <a:t> </a:t>
            </a:r>
            <a:r>
              <a:rPr lang="en-IN" sz="1800" dirty="0" err="1">
                <a:effectLst/>
                <a:latin typeface="Nirmala UI" panose="020B0502040204020203" pitchFamily="34" charset="0"/>
                <a:ea typeface="Calibri" panose="020F0502020204030204" pitchFamily="34" charset="0"/>
                <a:cs typeface="Times New Roman" panose="02020603050405020304" pitchFamily="18" charset="0"/>
              </a:rPr>
              <a:t>असलेले</a:t>
            </a:r>
            <a:r>
              <a:rPr lang="en-IN" sz="1800" dirty="0">
                <a:effectLst/>
                <a:latin typeface="Calibri" panose="020F0502020204030204" pitchFamily="34" charset="0"/>
                <a:ea typeface="Calibri" panose="020F0502020204030204" pitchFamily="34" charset="0"/>
                <a:cs typeface="Times New Roman" panose="02020603050405020304" pitchFamily="18" charset="0"/>
              </a:rPr>
              <a:t> </a:t>
            </a:r>
            <a:r>
              <a:rPr lang="en-IN" sz="1800" dirty="0" err="1">
                <a:effectLst/>
                <a:latin typeface="Nirmala UI" panose="020B0502040204020203" pitchFamily="34" charset="0"/>
                <a:ea typeface="Calibri" panose="020F0502020204030204" pitchFamily="34" charset="0"/>
                <a:cs typeface="Times New Roman" panose="02020603050405020304" pitchFamily="18" charset="0"/>
              </a:rPr>
              <a:t>चांगले</a:t>
            </a:r>
            <a:r>
              <a:rPr lang="en-IN" sz="1800" dirty="0">
                <a:effectLst/>
                <a:latin typeface="Calibri" panose="020F0502020204030204" pitchFamily="34" charset="0"/>
                <a:ea typeface="Calibri" panose="020F0502020204030204" pitchFamily="34" charset="0"/>
                <a:cs typeface="Times New Roman" panose="02020603050405020304" pitchFamily="18" charset="0"/>
              </a:rPr>
              <a:t> </a:t>
            </a:r>
            <a:r>
              <a:rPr lang="en-IN" sz="1800" dirty="0" err="1">
                <a:effectLst/>
                <a:latin typeface="Nirmala UI" panose="020B0502040204020203" pitchFamily="34" charset="0"/>
                <a:ea typeface="Calibri" panose="020F0502020204030204" pitchFamily="34" charset="0"/>
                <a:cs typeface="Times New Roman" panose="02020603050405020304" pitchFamily="18" charset="0"/>
              </a:rPr>
              <a:t>विकसित</a:t>
            </a:r>
            <a:r>
              <a:rPr lang="en-IN" sz="1800" dirty="0">
                <a:effectLst/>
                <a:latin typeface="Calibri" panose="020F0502020204030204" pitchFamily="34" charset="0"/>
                <a:ea typeface="Calibri" panose="020F0502020204030204" pitchFamily="34" charset="0"/>
                <a:cs typeface="Times New Roman" panose="02020603050405020304" pitchFamily="18" charset="0"/>
              </a:rPr>
              <a:t> </a:t>
            </a:r>
            <a:r>
              <a:rPr lang="en-IN" sz="1800" dirty="0" err="1">
                <a:effectLst/>
                <a:latin typeface="Nirmala UI" panose="020B0502040204020203" pitchFamily="34" charset="0"/>
                <a:ea typeface="Calibri" panose="020F0502020204030204" pitchFamily="34" charset="0"/>
                <a:cs typeface="Times New Roman" panose="02020603050405020304" pitchFamily="18" charset="0"/>
              </a:rPr>
              <a:t>कास</a:t>
            </a:r>
            <a:r>
              <a:rPr lang="en-IN" sz="1800" dirty="0">
                <a:effectLst/>
                <a:latin typeface="Calibri" panose="020F0502020204030204" pitchFamily="34" charset="0"/>
                <a:ea typeface="Calibri" panose="020F0502020204030204" pitchFamily="34" charset="0"/>
                <a:cs typeface="Times New Roman" panose="02020603050405020304" pitchFamily="18" charset="0"/>
              </a:rPr>
              <a:t> </a:t>
            </a:r>
            <a:r>
              <a:rPr lang="en-IN" sz="1800" dirty="0" err="1">
                <a:effectLst/>
                <a:latin typeface="Nirmala UI" panose="020B0502040204020203" pitchFamily="34" charset="0"/>
                <a:ea typeface="Calibri" panose="020F0502020204030204" pitchFamily="34" charset="0"/>
                <a:cs typeface="Times New Roman" panose="02020603050405020304" pitchFamily="18" charset="0"/>
              </a:rPr>
              <a:t>असते</a:t>
            </a:r>
            <a:r>
              <a:rPr lang="en-IN" sz="1800" dirty="0">
                <a:effectLst/>
                <a:latin typeface="Calibri" panose="020F0502020204030204" pitchFamily="34" charset="0"/>
                <a:ea typeface="Calibri" panose="020F0502020204030204" pitchFamily="34" charset="0"/>
                <a:cs typeface="Times New Roman" panose="02020603050405020304" pitchFamily="18" charset="0"/>
              </a:rPr>
              <a:t>. </a:t>
            </a:r>
            <a:r>
              <a:rPr lang="en-IN" sz="1800" dirty="0" err="1">
                <a:effectLst/>
                <a:latin typeface="Nirmala UI" panose="020B0502040204020203" pitchFamily="34" charset="0"/>
                <a:ea typeface="Calibri" panose="020F0502020204030204" pitchFamily="34" charset="0"/>
                <a:cs typeface="Times New Roman" panose="02020603050405020304" pitchFamily="18" charset="0"/>
              </a:rPr>
              <a:t>नर</a:t>
            </a:r>
            <a:r>
              <a:rPr lang="en-IN" sz="1800" dirty="0">
                <a:effectLst/>
                <a:latin typeface="Calibri" panose="020F0502020204030204" pitchFamily="34" charset="0"/>
                <a:ea typeface="Calibri" panose="020F0502020204030204" pitchFamily="34" charset="0"/>
                <a:cs typeface="Times New Roman" panose="02020603050405020304" pitchFamily="18" charset="0"/>
              </a:rPr>
              <a:t> </a:t>
            </a:r>
            <a:r>
              <a:rPr lang="en-IN" sz="1800" dirty="0">
                <a:effectLst/>
                <a:latin typeface="Nirmala UI" panose="020B0502040204020203" pitchFamily="34" charset="0"/>
                <a:ea typeface="Calibri" panose="020F0502020204030204" pitchFamily="34" charset="0"/>
                <a:cs typeface="Times New Roman" panose="02020603050405020304" pitchFamily="18" charset="0"/>
              </a:rPr>
              <a:t>आणि</a:t>
            </a:r>
            <a:r>
              <a:rPr lang="en-IN" sz="1800" dirty="0">
                <a:effectLst/>
                <a:latin typeface="Calibri" panose="020F0502020204030204" pitchFamily="34" charset="0"/>
                <a:ea typeface="Calibri" panose="020F0502020204030204" pitchFamily="34" charset="0"/>
                <a:cs typeface="Times New Roman" panose="02020603050405020304" pitchFamily="18" charset="0"/>
              </a:rPr>
              <a:t> </a:t>
            </a:r>
            <a:r>
              <a:rPr lang="en-IN" sz="1800" dirty="0" err="1">
                <a:effectLst/>
                <a:latin typeface="Nirmala UI" panose="020B0502040204020203" pitchFamily="34" charset="0"/>
                <a:ea typeface="Calibri" panose="020F0502020204030204" pitchFamily="34" charset="0"/>
                <a:cs typeface="Times New Roman" panose="02020603050405020304" pitchFamily="18" charset="0"/>
              </a:rPr>
              <a:t>मादी</a:t>
            </a:r>
            <a:r>
              <a:rPr lang="en-IN" sz="1800" dirty="0">
                <a:effectLst/>
                <a:latin typeface="Calibri" panose="020F0502020204030204" pitchFamily="34" charset="0"/>
                <a:ea typeface="Calibri" panose="020F0502020204030204" pitchFamily="34" charset="0"/>
                <a:cs typeface="Times New Roman" panose="02020603050405020304" pitchFamily="18" charset="0"/>
              </a:rPr>
              <a:t> </a:t>
            </a:r>
            <a:r>
              <a:rPr lang="en-IN" sz="1800" dirty="0">
                <a:effectLst/>
                <a:latin typeface="Nirmala UI" panose="020B0502040204020203" pitchFamily="34" charset="0"/>
                <a:ea typeface="Calibri" panose="020F0502020204030204" pitchFamily="34" charset="0"/>
                <a:cs typeface="Times New Roman" panose="02020603050405020304" pitchFamily="18" charset="0"/>
              </a:rPr>
              <a:t>यांचे</a:t>
            </a:r>
            <a:r>
              <a:rPr lang="en-IN" sz="1800" dirty="0">
                <a:effectLst/>
                <a:latin typeface="Calibri" panose="020F0502020204030204" pitchFamily="34" charset="0"/>
                <a:ea typeface="Calibri" panose="020F0502020204030204" pitchFamily="34" charset="0"/>
                <a:cs typeface="Times New Roman" panose="02020603050405020304" pitchFamily="18" charset="0"/>
              </a:rPr>
              <a:t> </a:t>
            </a:r>
            <a:r>
              <a:rPr lang="en-IN" sz="1800" dirty="0">
                <a:effectLst/>
                <a:latin typeface="Nirmala UI" panose="020B0502040204020203" pitchFamily="34" charset="0"/>
                <a:ea typeface="Calibri" panose="020F0502020204030204" pitchFamily="34" charset="0"/>
                <a:cs typeface="Times New Roman" panose="02020603050405020304" pitchFamily="18" charset="0"/>
              </a:rPr>
              <a:t>वजन</a:t>
            </a:r>
            <a:r>
              <a:rPr lang="en-IN" sz="1800" dirty="0">
                <a:effectLst/>
                <a:latin typeface="Calibri" panose="020F0502020204030204" pitchFamily="34" charset="0"/>
                <a:ea typeface="Calibri" panose="020F0502020204030204" pitchFamily="34" charset="0"/>
                <a:cs typeface="Times New Roman" panose="02020603050405020304" pitchFamily="18" charset="0"/>
              </a:rPr>
              <a:t> </a:t>
            </a:r>
            <a:r>
              <a:rPr lang="en-IN" sz="1800" dirty="0" err="1">
                <a:effectLst/>
                <a:latin typeface="Nirmala UI" panose="020B0502040204020203" pitchFamily="34" charset="0"/>
                <a:ea typeface="Calibri" panose="020F0502020204030204" pitchFamily="34" charset="0"/>
                <a:cs typeface="Times New Roman" panose="02020603050405020304" pitchFamily="18" charset="0"/>
              </a:rPr>
              <a:t>अनुक्रमे</a:t>
            </a:r>
            <a:r>
              <a:rPr lang="en-IN" sz="1800" dirty="0">
                <a:effectLst/>
                <a:latin typeface="Calibri" panose="020F0502020204030204" pitchFamily="34" charset="0"/>
                <a:ea typeface="Calibri" panose="020F0502020204030204" pitchFamily="34" charset="0"/>
                <a:cs typeface="Times New Roman" panose="02020603050405020304" pitchFamily="18" charset="0"/>
              </a:rPr>
              <a:t> 37 </a:t>
            </a:r>
            <a:r>
              <a:rPr lang="en-IN" sz="1800" dirty="0">
                <a:effectLst/>
                <a:latin typeface="Nirmala UI" panose="020B0502040204020203" pitchFamily="34" charset="0"/>
                <a:ea typeface="Calibri" panose="020F0502020204030204" pitchFamily="34" charset="0"/>
                <a:cs typeface="Times New Roman" panose="02020603050405020304" pitchFamily="18" charset="0"/>
              </a:rPr>
              <a:t>आणि</a:t>
            </a:r>
            <a:r>
              <a:rPr lang="en-IN" sz="1800" dirty="0">
                <a:effectLst/>
                <a:latin typeface="Calibri" panose="020F0502020204030204" pitchFamily="34" charset="0"/>
                <a:ea typeface="Calibri" panose="020F0502020204030204" pitchFamily="34" charset="0"/>
                <a:cs typeface="Times New Roman" panose="02020603050405020304" pitchFamily="18" charset="0"/>
              </a:rPr>
              <a:t> 32 </a:t>
            </a:r>
            <a:r>
              <a:rPr lang="en-IN" sz="1800" dirty="0" err="1">
                <a:effectLst/>
                <a:latin typeface="Nirmala UI" panose="020B0502040204020203" pitchFamily="34" charset="0"/>
                <a:ea typeface="Calibri" panose="020F0502020204030204" pitchFamily="34" charset="0"/>
                <a:cs typeface="Times New Roman" panose="02020603050405020304" pitchFamily="18" charset="0"/>
              </a:rPr>
              <a:t>किलो</a:t>
            </a:r>
            <a:r>
              <a:rPr lang="en-IN" sz="1800" dirty="0">
                <a:effectLst/>
                <a:latin typeface="Calibri" panose="020F0502020204030204" pitchFamily="34" charset="0"/>
                <a:ea typeface="Calibri" panose="020F0502020204030204" pitchFamily="34" charset="0"/>
                <a:cs typeface="Times New Roman" panose="02020603050405020304" pitchFamily="18" charset="0"/>
              </a:rPr>
              <a:t> </a:t>
            </a:r>
            <a:r>
              <a:rPr lang="en-IN" sz="1800" dirty="0" err="1">
                <a:effectLst/>
                <a:latin typeface="Nirmala UI" panose="020B0502040204020203" pitchFamily="34" charset="0"/>
                <a:ea typeface="Calibri" panose="020F0502020204030204" pitchFamily="34" charset="0"/>
                <a:cs typeface="Times New Roman" panose="02020603050405020304" pitchFamily="18" charset="0"/>
              </a:rPr>
              <a:t>आहे</a:t>
            </a:r>
            <a:r>
              <a:rPr lang="en-IN" sz="1800" dirty="0">
                <a:effectLst/>
                <a:latin typeface="Calibri" panose="020F0502020204030204" pitchFamily="34" charset="0"/>
                <a:ea typeface="Calibri" panose="020F0502020204030204" pitchFamily="34" charset="0"/>
                <a:cs typeface="Times New Roman" panose="02020603050405020304" pitchFamily="18" charset="0"/>
              </a:rPr>
              <a:t>. </a:t>
            </a:r>
          </a:p>
          <a:p>
            <a:pPr marL="285750" indent="-285750">
              <a:lnSpc>
                <a:spcPct val="107000"/>
              </a:lnSpc>
              <a:spcAft>
                <a:spcPts val="800"/>
              </a:spcAft>
              <a:buFont typeface="Arial" panose="020B0604020202020204" pitchFamily="34" charset="0"/>
              <a:buChar char="•"/>
            </a:pPr>
            <a:r>
              <a:rPr lang="en-IN" sz="1800" dirty="0" err="1">
                <a:effectLst/>
                <a:latin typeface="Nirmala UI" panose="020B0502040204020203" pitchFamily="34" charset="0"/>
                <a:ea typeface="Calibri" panose="020F0502020204030204" pitchFamily="34" charset="0"/>
                <a:cs typeface="Times New Roman" panose="02020603050405020304" pitchFamily="18" charset="0"/>
              </a:rPr>
              <a:t>पहिले</a:t>
            </a:r>
            <a:r>
              <a:rPr lang="en-IN" sz="1800" dirty="0">
                <a:effectLst/>
                <a:latin typeface="Calibri" panose="020F0502020204030204" pitchFamily="34" charset="0"/>
                <a:ea typeface="Calibri" panose="020F0502020204030204" pitchFamily="34" charset="0"/>
                <a:cs typeface="Times New Roman" panose="02020603050405020304" pitchFamily="18" charset="0"/>
              </a:rPr>
              <a:t> </a:t>
            </a:r>
            <a:r>
              <a:rPr lang="en-IN" sz="1800" dirty="0" err="1">
                <a:effectLst/>
                <a:latin typeface="Nirmala UI" panose="020B0502040204020203" pitchFamily="34" charset="0"/>
                <a:ea typeface="Calibri" panose="020F0502020204030204" pitchFamily="34" charset="0"/>
                <a:cs typeface="Times New Roman" panose="02020603050405020304" pitchFamily="18" charset="0"/>
              </a:rPr>
              <a:t>विताचे</a:t>
            </a:r>
            <a:r>
              <a:rPr lang="en-IN" sz="1800" dirty="0">
                <a:effectLst/>
                <a:latin typeface="Calibri" panose="020F0502020204030204" pitchFamily="34" charset="0"/>
                <a:ea typeface="Calibri" panose="020F0502020204030204" pitchFamily="34" charset="0"/>
                <a:cs typeface="Times New Roman" panose="02020603050405020304" pitchFamily="18" charset="0"/>
              </a:rPr>
              <a:t> </a:t>
            </a:r>
            <a:r>
              <a:rPr lang="en-IN" sz="1800" dirty="0" err="1">
                <a:effectLst/>
                <a:latin typeface="Nirmala UI" panose="020B0502040204020203" pitchFamily="34" charset="0"/>
                <a:ea typeface="Calibri" panose="020F0502020204030204" pitchFamily="34" charset="0"/>
                <a:cs typeface="Times New Roman" panose="02020603050405020304" pitchFamily="18" charset="0"/>
              </a:rPr>
              <a:t>वय</a:t>
            </a:r>
            <a:r>
              <a:rPr lang="en-IN" sz="1800" dirty="0">
                <a:effectLst/>
                <a:latin typeface="Calibri" panose="020F0502020204030204" pitchFamily="34" charset="0"/>
                <a:ea typeface="Calibri" panose="020F0502020204030204" pitchFamily="34" charset="0"/>
                <a:cs typeface="Times New Roman" panose="02020603050405020304" pitchFamily="18" charset="0"/>
              </a:rPr>
              <a:t> </a:t>
            </a:r>
            <a:r>
              <a:rPr lang="en-IN" sz="1800" dirty="0">
                <a:effectLst/>
                <a:latin typeface="Nirmala UI" panose="020B0502040204020203" pitchFamily="34" charset="0"/>
                <a:ea typeface="Calibri" panose="020F0502020204030204" pitchFamily="34" charset="0"/>
                <a:cs typeface="Times New Roman" panose="02020603050405020304" pitchFamily="18" charset="0"/>
              </a:rPr>
              <a:t>६००</a:t>
            </a:r>
            <a:r>
              <a:rPr lang="en-IN" sz="1800" dirty="0">
                <a:effectLst/>
                <a:latin typeface="Calibri" panose="020F0502020204030204" pitchFamily="34" charset="0"/>
                <a:ea typeface="Calibri" panose="020F0502020204030204" pitchFamily="34" charset="0"/>
                <a:cs typeface="Times New Roman" panose="02020603050405020304" pitchFamily="18" charset="0"/>
              </a:rPr>
              <a:t> - </a:t>
            </a:r>
            <a:r>
              <a:rPr lang="en-IN" sz="1800" dirty="0">
                <a:effectLst/>
                <a:latin typeface="Nirmala UI" panose="020B0502040204020203" pitchFamily="34" charset="0"/>
                <a:ea typeface="Calibri" panose="020F0502020204030204" pitchFamily="34" charset="0"/>
                <a:cs typeface="Times New Roman" panose="02020603050405020304" pitchFamily="18" charset="0"/>
              </a:rPr>
              <a:t>६५०</a:t>
            </a:r>
            <a:r>
              <a:rPr lang="en-IN" sz="1800" dirty="0">
                <a:effectLst/>
                <a:latin typeface="Calibri" panose="020F0502020204030204" pitchFamily="34" charset="0"/>
                <a:ea typeface="Calibri" panose="020F0502020204030204" pitchFamily="34" charset="0"/>
                <a:cs typeface="Times New Roman" panose="02020603050405020304" pitchFamily="18" charset="0"/>
              </a:rPr>
              <a:t> </a:t>
            </a:r>
            <a:r>
              <a:rPr lang="en-IN" sz="1800" dirty="0" err="1">
                <a:effectLst/>
                <a:latin typeface="Nirmala UI" panose="020B0502040204020203" pitchFamily="34" charset="0"/>
                <a:ea typeface="Calibri" panose="020F0502020204030204" pitchFamily="34" charset="0"/>
                <a:cs typeface="Times New Roman" panose="02020603050405020304" pitchFamily="18" charset="0"/>
              </a:rPr>
              <a:t>दिवस</a:t>
            </a:r>
            <a:r>
              <a:rPr lang="en-IN" sz="1800" dirty="0">
                <a:effectLst/>
                <a:latin typeface="Calibri" panose="020F0502020204030204" pitchFamily="34" charset="0"/>
                <a:ea typeface="Calibri" panose="020F0502020204030204" pitchFamily="34" charset="0"/>
                <a:cs typeface="Times New Roman" panose="02020603050405020304" pitchFamily="18" charset="0"/>
              </a:rPr>
              <a:t> </a:t>
            </a:r>
            <a:r>
              <a:rPr lang="en-IN" sz="1800" dirty="0" err="1">
                <a:effectLst/>
                <a:latin typeface="Nirmala UI" panose="020B0502040204020203" pitchFamily="34" charset="0"/>
                <a:ea typeface="Calibri" panose="020F0502020204030204" pitchFamily="34" charset="0"/>
                <a:cs typeface="Times New Roman" panose="02020603050405020304" pitchFamily="18" charset="0"/>
              </a:rPr>
              <a:t>असते</a:t>
            </a:r>
            <a:r>
              <a:rPr lang="en-IN" sz="1800" dirty="0">
                <a:effectLst/>
                <a:latin typeface="Calibri" panose="020F0502020204030204" pitchFamily="34" charset="0"/>
                <a:ea typeface="Calibri" panose="020F0502020204030204" pitchFamily="34" charset="0"/>
                <a:cs typeface="Times New Roman" panose="02020603050405020304" pitchFamily="18" charset="0"/>
              </a:rPr>
              <a:t> </a:t>
            </a:r>
            <a:r>
              <a:rPr lang="en-IN" sz="1800" dirty="0">
                <a:effectLst/>
                <a:latin typeface="Nirmala UI" panose="020B0502040204020203" pitchFamily="34" charset="0"/>
                <a:ea typeface="Calibri" panose="020F0502020204030204" pitchFamily="34" charset="0"/>
                <a:cs typeface="Times New Roman" panose="02020603050405020304" pitchFamily="18" charset="0"/>
              </a:rPr>
              <a:t>आणि</a:t>
            </a:r>
            <a:r>
              <a:rPr lang="en-IN" sz="1800" dirty="0">
                <a:effectLst/>
                <a:latin typeface="Calibri" panose="020F0502020204030204" pitchFamily="34" charset="0"/>
                <a:ea typeface="Calibri" panose="020F0502020204030204" pitchFamily="34" charset="0"/>
                <a:cs typeface="Times New Roman" panose="02020603050405020304" pitchFamily="18" charset="0"/>
              </a:rPr>
              <a:t> </a:t>
            </a:r>
            <a:r>
              <a:rPr lang="en-IN" sz="1800" dirty="0" err="1">
                <a:effectLst/>
                <a:latin typeface="Nirmala UI" panose="020B0502040204020203" pitchFamily="34" charset="0"/>
                <a:ea typeface="Calibri" panose="020F0502020204030204" pitchFamily="34" charset="0"/>
                <a:cs typeface="Times New Roman" panose="02020603050405020304" pitchFamily="18" charset="0"/>
              </a:rPr>
              <a:t>एकच</a:t>
            </a:r>
            <a:r>
              <a:rPr lang="en-IN" sz="1800" dirty="0">
                <a:effectLst/>
                <a:latin typeface="Calibri" panose="020F0502020204030204" pitchFamily="34" charset="0"/>
                <a:ea typeface="Calibri" panose="020F0502020204030204" pitchFamily="34" charset="0"/>
                <a:cs typeface="Times New Roman" panose="02020603050405020304" pitchFamily="18" charset="0"/>
              </a:rPr>
              <a:t> </a:t>
            </a:r>
            <a:r>
              <a:rPr lang="en-IN" sz="1800" dirty="0" err="1">
                <a:effectLst/>
                <a:latin typeface="Nirmala UI" panose="020B0502040204020203" pitchFamily="34" charset="0"/>
                <a:ea typeface="Calibri" panose="020F0502020204030204" pitchFamily="34" charset="0"/>
                <a:cs typeface="Times New Roman" panose="02020603050405020304" pitchFamily="18" charset="0"/>
              </a:rPr>
              <a:t>माजावर</a:t>
            </a:r>
            <a:r>
              <a:rPr lang="en-IN" sz="1800" dirty="0">
                <a:effectLst/>
                <a:latin typeface="Calibri" panose="020F0502020204030204" pitchFamily="34" charset="0"/>
                <a:ea typeface="Calibri" panose="020F0502020204030204" pitchFamily="34" charset="0"/>
                <a:cs typeface="Times New Roman" panose="02020603050405020304" pitchFamily="18" charset="0"/>
              </a:rPr>
              <a:t> </a:t>
            </a:r>
            <a:r>
              <a:rPr lang="en-IN" sz="1800" dirty="0" err="1">
                <a:effectLst/>
                <a:latin typeface="Nirmala UI" panose="020B0502040204020203" pitchFamily="34" charset="0"/>
                <a:ea typeface="Calibri" panose="020F0502020204030204" pitchFamily="34" charset="0"/>
                <a:cs typeface="Times New Roman" panose="02020603050405020304" pitchFamily="18" charset="0"/>
              </a:rPr>
              <a:t>फळते</a:t>
            </a:r>
            <a:r>
              <a:rPr lang="en-IN" sz="1800" dirty="0">
                <a:effectLst/>
                <a:latin typeface="Calibri" panose="020F0502020204030204" pitchFamily="34" charset="0"/>
                <a:ea typeface="Calibri" panose="020F0502020204030204" pitchFamily="34" charset="0"/>
                <a:cs typeface="Times New Roman" panose="02020603050405020304" pitchFamily="18" charset="0"/>
              </a:rPr>
              <a:t>.  (</a:t>
            </a:r>
            <a:r>
              <a:rPr lang="en-IN" sz="1800" dirty="0">
                <a:effectLst/>
                <a:latin typeface="Nirmala UI" panose="020B0502040204020203" pitchFamily="34" charset="0"/>
                <a:ea typeface="Calibri" panose="020F0502020204030204" pitchFamily="34" charset="0"/>
                <a:cs typeface="Times New Roman" panose="02020603050405020304" pitchFamily="18" charset="0"/>
              </a:rPr>
              <a:t>८०</a:t>
            </a:r>
            <a:r>
              <a:rPr lang="en-IN" sz="1800" dirty="0">
                <a:effectLst/>
                <a:latin typeface="Calibri" panose="020F0502020204030204" pitchFamily="34" charset="0"/>
                <a:ea typeface="Calibri" panose="020F0502020204030204" pitchFamily="34" charset="0"/>
                <a:cs typeface="Times New Roman" panose="02020603050405020304" pitchFamily="18" charset="0"/>
              </a:rPr>
              <a:t>-</a:t>
            </a:r>
            <a:r>
              <a:rPr lang="en-IN" sz="1800" dirty="0">
                <a:effectLst/>
                <a:latin typeface="Nirmala UI" panose="020B0502040204020203" pitchFamily="34" charset="0"/>
                <a:ea typeface="Calibri" panose="020F0502020204030204" pitchFamily="34" charset="0"/>
                <a:cs typeface="Times New Roman" panose="02020603050405020304" pitchFamily="18" charset="0"/>
              </a:rPr>
              <a:t>८५</a:t>
            </a:r>
            <a:r>
              <a:rPr lang="en-IN" sz="1800" dirty="0">
                <a:effectLst/>
                <a:latin typeface="Calibri" panose="020F0502020204030204" pitchFamily="34" charset="0"/>
                <a:ea typeface="Calibri" panose="020F0502020204030204" pitchFamily="34" charset="0"/>
                <a:cs typeface="Times New Roman" panose="02020603050405020304" pitchFamily="18" charset="0"/>
              </a:rPr>
              <a:t>%). </a:t>
            </a:r>
            <a:r>
              <a:rPr lang="en-IN" sz="1800" dirty="0">
                <a:effectLst/>
                <a:latin typeface="Nirmala UI" panose="020B0502040204020203" pitchFamily="34" charset="0"/>
                <a:ea typeface="Calibri" panose="020F0502020204030204" pitchFamily="34" charset="0"/>
                <a:cs typeface="Times New Roman" panose="02020603050405020304" pitchFamily="18" charset="0"/>
              </a:rPr>
              <a:t>ही</a:t>
            </a:r>
            <a:r>
              <a:rPr lang="en-IN" sz="1800" dirty="0">
                <a:effectLst/>
                <a:latin typeface="Calibri" panose="020F0502020204030204" pitchFamily="34" charset="0"/>
                <a:ea typeface="Calibri" panose="020F0502020204030204" pitchFamily="34" charset="0"/>
                <a:cs typeface="Times New Roman" panose="02020603050405020304" pitchFamily="18" charset="0"/>
              </a:rPr>
              <a:t> </a:t>
            </a:r>
            <a:r>
              <a:rPr lang="en-IN" sz="1800" dirty="0" err="1">
                <a:effectLst/>
                <a:latin typeface="Nirmala UI" panose="020B0502040204020203" pitchFamily="34" charset="0"/>
                <a:ea typeface="Calibri" panose="020F0502020204030204" pitchFamily="34" charset="0"/>
                <a:cs typeface="Times New Roman" panose="02020603050405020304" pitchFamily="18" charset="0"/>
              </a:rPr>
              <a:t>जात</a:t>
            </a:r>
            <a:r>
              <a:rPr lang="en-IN" sz="1800" dirty="0">
                <a:effectLst/>
                <a:latin typeface="Calibri" panose="020F0502020204030204" pitchFamily="34" charset="0"/>
                <a:ea typeface="Calibri" panose="020F0502020204030204" pitchFamily="34" charset="0"/>
                <a:cs typeface="Times New Roman" panose="02020603050405020304" pitchFamily="18" charset="0"/>
              </a:rPr>
              <a:t> </a:t>
            </a:r>
            <a:r>
              <a:rPr lang="en-IN" sz="1800" dirty="0" err="1">
                <a:effectLst/>
                <a:latin typeface="Nirmala UI" panose="020B0502040204020203" pitchFamily="34" charset="0"/>
                <a:ea typeface="Calibri" panose="020F0502020204030204" pitchFamily="34" charset="0"/>
                <a:cs typeface="Times New Roman" panose="02020603050405020304" pitchFamily="18" charset="0"/>
              </a:rPr>
              <a:t>दररोज</a:t>
            </a:r>
            <a:r>
              <a:rPr lang="en-IN" sz="1800" dirty="0">
                <a:effectLst/>
                <a:latin typeface="Calibri" panose="020F0502020204030204" pitchFamily="34" charset="0"/>
                <a:ea typeface="Calibri" panose="020F0502020204030204" pitchFamily="34" charset="0"/>
                <a:cs typeface="Times New Roman" panose="02020603050405020304" pitchFamily="18" charset="0"/>
              </a:rPr>
              <a:t> </a:t>
            </a:r>
            <a:r>
              <a:rPr lang="en-IN" sz="1800" dirty="0">
                <a:effectLst/>
                <a:latin typeface="Nirmala UI" panose="020B0502040204020203" pitchFamily="34" charset="0"/>
                <a:ea typeface="Calibri" panose="020F0502020204030204" pitchFamily="34" charset="0"/>
                <a:cs typeface="Times New Roman" panose="02020603050405020304" pitchFamily="18" charset="0"/>
              </a:rPr>
              <a:t>१</a:t>
            </a:r>
            <a:r>
              <a:rPr lang="en-IN" sz="1800" dirty="0">
                <a:effectLst/>
                <a:latin typeface="Calibri" panose="020F0502020204030204" pitchFamily="34" charset="0"/>
                <a:ea typeface="Calibri" panose="020F0502020204030204" pitchFamily="34" charset="0"/>
                <a:cs typeface="Times New Roman" panose="02020603050405020304" pitchFamily="18" charset="0"/>
              </a:rPr>
              <a:t> </a:t>
            </a:r>
            <a:r>
              <a:rPr lang="en-IN" sz="1800" dirty="0">
                <a:effectLst/>
                <a:latin typeface="Nirmala UI" panose="020B0502040204020203" pitchFamily="34" charset="0"/>
                <a:ea typeface="Calibri" panose="020F0502020204030204" pitchFamily="34" charset="0"/>
                <a:cs typeface="Times New Roman" panose="02020603050405020304" pitchFamily="18" charset="0"/>
              </a:rPr>
              <a:t>ते</a:t>
            </a:r>
            <a:r>
              <a:rPr lang="en-IN" sz="1800" dirty="0">
                <a:effectLst/>
                <a:latin typeface="Calibri" panose="020F0502020204030204" pitchFamily="34" charset="0"/>
                <a:ea typeface="Calibri" panose="020F0502020204030204" pitchFamily="34" charset="0"/>
                <a:cs typeface="Times New Roman" panose="02020603050405020304" pitchFamily="18" charset="0"/>
              </a:rPr>
              <a:t> </a:t>
            </a:r>
            <a:r>
              <a:rPr lang="en-IN" sz="1800" dirty="0">
                <a:effectLst/>
                <a:latin typeface="Nirmala UI" panose="020B0502040204020203" pitchFamily="34" charset="0"/>
                <a:ea typeface="Calibri" panose="020F0502020204030204" pitchFamily="34" charset="0"/>
                <a:cs typeface="Times New Roman" panose="02020603050405020304" pitchFamily="18" charset="0"/>
              </a:rPr>
              <a:t>२</a:t>
            </a:r>
            <a:r>
              <a:rPr lang="en-IN" sz="1800" dirty="0">
                <a:effectLst/>
                <a:latin typeface="Calibri" panose="020F0502020204030204" pitchFamily="34" charset="0"/>
                <a:ea typeface="Calibri" panose="020F0502020204030204" pitchFamily="34" charset="0"/>
                <a:cs typeface="Times New Roman" panose="02020603050405020304" pitchFamily="18" charset="0"/>
              </a:rPr>
              <a:t> </a:t>
            </a:r>
            <a:r>
              <a:rPr lang="en-IN" sz="1800" dirty="0" err="1">
                <a:effectLst/>
                <a:latin typeface="Nirmala UI" panose="020B0502040204020203" pitchFamily="34" charset="0"/>
                <a:ea typeface="Calibri" panose="020F0502020204030204" pitchFamily="34" charset="0"/>
                <a:cs typeface="Times New Roman" panose="02020603050405020304" pitchFamily="18" charset="0"/>
              </a:rPr>
              <a:t>किलो</a:t>
            </a:r>
            <a:r>
              <a:rPr lang="en-IN" sz="1800" dirty="0">
                <a:effectLst/>
                <a:latin typeface="Calibri" panose="020F0502020204030204" pitchFamily="34" charset="0"/>
                <a:ea typeface="Calibri" panose="020F0502020204030204" pitchFamily="34" charset="0"/>
                <a:cs typeface="Times New Roman" panose="02020603050405020304" pitchFamily="18" charset="0"/>
              </a:rPr>
              <a:t> </a:t>
            </a:r>
            <a:r>
              <a:rPr lang="en-IN" sz="1800" dirty="0" err="1">
                <a:effectLst/>
                <a:latin typeface="Nirmala UI" panose="020B0502040204020203" pitchFamily="34" charset="0"/>
                <a:ea typeface="Calibri" panose="020F0502020204030204" pitchFamily="34" charset="0"/>
                <a:cs typeface="Times New Roman" panose="02020603050405020304" pitchFamily="18" charset="0"/>
              </a:rPr>
              <a:t>दूध</a:t>
            </a:r>
            <a:r>
              <a:rPr lang="en-IN" sz="1800" dirty="0">
                <a:effectLst/>
                <a:latin typeface="Calibri" panose="020F0502020204030204" pitchFamily="34" charset="0"/>
                <a:ea typeface="Calibri" panose="020F0502020204030204" pitchFamily="34" charset="0"/>
                <a:cs typeface="Times New Roman" panose="02020603050405020304" pitchFamily="18" charset="0"/>
              </a:rPr>
              <a:t> </a:t>
            </a:r>
            <a:r>
              <a:rPr lang="en-IN" sz="1800" dirty="0" err="1">
                <a:effectLst/>
                <a:latin typeface="Nirmala UI" panose="020B0502040204020203" pitchFamily="34" charset="0"/>
                <a:ea typeface="Calibri" panose="020F0502020204030204" pitchFamily="34" charset="0"/>
                <a:cs typeface="Times New Roman" panose="02020603050405020304" pitchFamily="18" charset="0"/>
              </a:rPr>
              <a:t>देते</a:t>
            </a:r>
            <a:r>
              <a:rPr lang="en-IN" sz="1800" dirty="0">
                <a:effectLst/>
                <a:latin typeface="Calibri" panose="020F0502020204030204" pitchFamily="34" charset="0"/>
                <a:ea typeface="Calibri" panose="020F0502020204030204" pitchFamily="34" charset="0"/>
                <a:cs typeface="Times New Roman" panose="02020603050405020304" pitchFamily="18" charset="0"/>
              </a:rPr>
              <a:t>.</a:t>
            </a:r>
          </a:p>
          <a:p>
            <a:endParaRPr lang="en-IN" dirty="0"/>
          </a:p>
        </p:txBody>
      </p:sp>
    </p:spTree>
    <p:extLst>
      <p:ext uri="{BB962C8B-B14F-4D97-AF65-F5344CB8AC3E}">
        <p14:creationId xmlns:p14="http://schemas.microsoft.com/office/powerpoint/2010/main" val="4257229873"/>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E0D52CD-4D83-447C-8C20-5A14FFB2370F}"/>
              </a:ext>
            </a:extLst>
          </p:cNvPr>
          <p:cNvSpPr>
            <a:spLocks noGrp="1"/>
          </p:cNvSpPr>
          <p:nvPr>
            <p:ph type="title"/>
          </p:nvPr>
        </p:nvSpPr>
        <p:spPr>
          <a:xfrm>
            <a:off x="839788" y="457200"/>
            <a:ext cx="3932237" cy="530225"/>
          </a:xfrm>
        </p:spPr>
        <p:txBody>
          <a:bodyPr>
            <a:normAutofit/>
          </a:bodyPr>
          <a:lstStyle/>
          <a:p>
            <a:pPr algn="ctr"/>
            <a:r>
              <a:rPr lang="en-IN" sz="2800" dirty="0" err="1">
                <a:solidFill>
                  <a:srgbClr val="FF0000"/>
                </a:solidFill>
                <a:effectLst/>
                <a:latin typeface="Nirmala UI" panose="020B0502040204020203" pitchFamily="34" charset="0"/>
                <a:ea typeface="Calibri" panose="020F0502020204030204" pitchFamily="34" charset="0"/>
                <a:cs typeface="Times New Roman" panose="02020603050405020304" pitchFamily="18" charset="0"/>
              </a:rPr>
              <a:t>चेगु</a:t>
            </a:r>
            <a:endParaRPr lang="en-IN" dirty="0">
              <a:solidFill>
                <a:srgbClr val="FF0000"/>
              </a:solidFill>
            </a:endParaRPr>
          </a:p>
        </p:txBody>
      </p:sp>
      <p:pic>
        <p:nvPicPr>
          <p:cNvPr id="6" name="Content Placeholder 5">
            <a:extLst>
              <a:ext uri="{FF2B5EF4-FFF2-40B4-BE49-F238E27FC236}">
                <a16:creationId xmlns:a16="http://schemas.microsoft.com/office/drawing/2014/main" id="{88FAC4CD-8329-4327-B6FC-6C0CDD8E1E8F}"/>
              </a:ext>
            </a:extLst>
          </p:cNvPr>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5183188" y="1688306"/>
            <a:ext cx="6172200" cy="3471862"/>
          </a:xfrm>
        </p:spPr>
      </p:pic>
      <p:sp>
        <p:nvSpPr>
          <p:cNvPr id="4" name="Text Placeholder 3">
            <a:extLst>
              <a:ext uri="{FF2B5EF4-FFF2-40B4-BE49-F238E27FC236}">
                <a16:creationId xmlns:a16="http://schemas.microsoft.com/office/drawing/2014/main" id="{975B7736-4306-49AA-8267-289021EACD06}"/>
              </a:ext>
            </a:extLst>
          </p:cNvPr>
          <p:cNvSpPr>
            <a:spLocks noGrp="1"/>
          </p:cNvSpPr>
          <p:nvPr>
            <p:ph type="body" sz="half" idx="2"/>
          </p:nvPr>
        </p:nvSpPr>
        <p:spPr>
          <a:xfrm>
            <a:off x="839788" y="987425"/>
            <a:ext cx="3932237" cy="4881563"/>
          </a:xfrm>
        </p:spPr>
        <p:txBody>
          <a:bodyPr>
            <a:normAutofit fontScale="92500" lnSpcReduction="10000"/>
          </a:bodyPr>
          <a:lstStyle/>
          <a:p>
            <a:pPr marL="285750" indent="-285750">
              <a:lnSpc>
                <a:spcPct val="107000"/>
              </a:lnSpc>
              <a:spcAft>
                <a:spcPts val="800"/>
              </a:spcAft>
              <a:buFont typeface="Arial" panose="020B0604020202020204" pitchFamily="34" charset="0"/>
              <a:buChar char="•"/>
            </a:pPr>
            <a:r>
              <a:rPr lang="en-IN" sz="1800" dirty="0" err="1">
                <a:effectLst/>
                <a:latin typeface="Nirmala UI" panose="020B0502040204020203" pitchFamily="34" charset="0"/>
                <a:ea typeface="Calibri" panose="020F0502020204030204" pitchFamily="34" charset="0"/>
                <a:cs typeface="Times New Roman" panose="02020603050405020304" pitchFamily="18" charset="0"/>
              </a:rPr>
              <a:t>पश्मिना</a:t>
            </a:r>
            <a:r>
              <a:rPr lang="en-IN" sz="1800" dirty="0">
                <a:effectLst/>
                <a:latin typeface="Calibri" panose="020F0502020204030204" pitchFamily="34" charset="0"/>
                <a:ea typeface="Calibri" panose="020F0502020204030204" pitchFamily="34" charset="0"/>
                <a:cs typeface="Times New Roman" panose="02020603050405020304" pitchFamily="18" charset="0"/>
              </a:rPr>
              <a:t> </a:t>
            </a:r>
            <a:r>
              <a:rPr lang="en-IN" sz="1800" dirty="0">
                <a:effectLst/>
                <a:latin typeface="Nirmala UI" panose="020B0502040204020203" pitchFamily="34" charset="0"/>
                <a:ea typeface="Calibri" panose="020F0502020204030204" pitchFamily="34" charset="0"/>
                <a:cs typeface="Times New Roman" panose="02020603050405020304" pitchFamily="18" charset="0"/>
              </a:rPr>
              <a:t>शेळी</a:t>
            </a:r>
            <a:r>
              <a:rPr lang="en-IN" sz="1800" dirty="0">
                <a:effectLst/>
                <a:latin typeface="Calibri" panose="020F0502020204030204" pitchFamily="34" charset="0"/>
                <a:ea typeface="Calibri" panose="020F0502020204030204" pitchFamily="34" charset="0"/>
                <a:cs typeface="Times New Roman" panose="02020603050405020304" pitchFamily="18" charset="0"/>
              </a:rPr>
              <a:t> </a:t>
            </a:r>
            <a:r>
              <a:rPr lang="en-IN" sz="1800" dirty="0">
                <a:effectLst/>
                <a:latin typeface="Nirmala UI" panose="020B0502040204020203" pitchFamily="34" charset="0"/>
                <a:ea typeface="Calibri" panose="020F0502020204030204" pitchFamily="34" charset="0"/>
                <a:cs typeface="Times New Roman" panose="02020603050405020304" pitchFamily="18" charset="0"/>
              </a:rPr>
              <a:t>या</a:t>
            </a:r>
            <a:r>
              <a:rPr lang="en-IN" sz="1800" dirty="0">
                <a:effectLst/>
                <a:latin typeface="Calibri" panose="020F0502020204030204" pitchFamily="34" charset="0"/>
                <a:ea typeface="Calibri" panose="020F0502020204030204" pitchFamily="34" charset="0"/>
                <a:cs typeface="Times New Roman" panose="02020603050405020304" pitchFamily="18" charset="0"/>
              </a:rPr>
              <a:t> </a:t>
            </a:r>
            <a:r>
              <a:rPr lang="en-IN" sz="1800" dirty="0" err="1">
                <a:effectLst/>
                <a:latin typeface="Nirmala UI" panose="020B0502040204020203" pitchFamily="34" charset="0"/>
                <a:ea typeface="Calibri" panose="020F0502020204030204" pitchFamily="34" charset="0"/>
                <a:cs typeface="Times New Roman" panose="02020603050405020304" pitchFamily="18" charset="0"/>
              </a:rPr>
              <a:t>नावाने</a:t>
            </a:r>
            <a:r>
              <a:rPr lang="en-IN" sz="1800" dirty="0">
                <a:effectLst/>
                <a:latin typeface="Calibri" panose="020F0502020204030204" pitchFamily="34" charset="0"/>
                <a:ea typeface="Calibri" panose="020F0502020204030204" pitchFamily="34" charset="0"/>
                <a:cs typeface="Times New Roman" panose="02020603050405020304" pitchFamily="18" charset="0"/>
              </a:rPr>
              <a:t> </a:t>
            </a:r>
            <a:r>
              <a:rPr lang="en-IN" sz="1800" dirty="0" err="1">
                <a:effectLst/>
                <a:latin typeface="Nirmala UI" panose="020B0502040204020203" pitchFamily="34" charset="0"/>
                <a:ea typeface="Calibri" panose="020F0502020204030204" pitchFamily="34" charset="0"/>
                <a:cs typeface="Times New Roman" panose="02020603050405020304" pitchFamily="18" charset="0"/>
              </a:rPr>
              <a:t>ओळखल्या</a:t>
            </a:r>
            <a:r>
              <a:rPr lang="en-IN" sz="1800" dirty="0">
                <a:effectLst/>
                <a:latin typeface="Calibri" panose="020F0502020204030204" pitchFamily="34" charset="0"/>
                <a:ea typeface="Calibri" panose="020F0502020204030204" pitchFamily="34" charset="0"/>
                <a:cs typeface="Times New Roman" panose="02020603050405020304" pitchFamily="18" charset="0"/>
              </a:rPr>
              <a:t> </a:t>
            </a:r>
            <a:r>
              <a:rPr lang="en-IN" sz="1800" dirty="0" err="1">
                <a:effectLst/>
                <a:latin typeface="Nirmala UI" panose="020B0502040204020203" pitchFamily="34" charset="0"/>
                <a:ea typeface="Calibri" panose="020F0502020204030204" pitchFamily="34" charset="0"/>
                <a:cs typeface="Times New Roman" panose="02020603050405020304" pitchFamily="18" charset="0"/>
              </a:rPr>
              <a:t>जाणाऱ्या</a:t>
            </a:r>
            <a:r>
              <a:rPr lang="en-IN" sz="1800" dirty="0">
                <a:effectLst/>
                <a:latin typeface="Calibri" panose="020F0502020204030204" pitchFamily="34" charset="0"/>
                <a:ea typeface="Calibri" panose="020F0502020204030204" pitchFamily="34" charset="0"/>
                <a:cs typeface="Times New Roman" panose="02020603050405020304" pitchFamily="18" charset="0"/>
              </a:rPr>
              <a:t> </a:t>
            </a:r>
            <a:r>
              <a:rPr lang="en-IN" sz="1800" dirty="0" err="1">
                <a:effectLst/>
                <a:latin typeface="Nirmala UI" panose="020B0502040204020203" pitchFamily="34" charset="0"/>
                <a:ea typeface="Calibri" panose="020F0502020204030204" pitchFamily="34" charset="0"/>
                <a:cs typeface="Times New Roman" panose="02020603050405020304" pitchFamily="18" charset="0"/>
              </a:rPr>
              <a:t>जातीची</a:t>
            </a:r>
            <a:r>
              <a:rPr lang="en-IN" sz="1800" dirty="0">
                <a:effectLst/>
                <a:latin typeface="Calibri" panose="020F0502020204030204" pitchFamily="34" charset="0"/>
                <a:ea typeface="Calibri" panose="020F0502020204030204" pitchFamily="34" charset="0"/>
                <a:cs typeface="Times New Roman" panose="02020603050405020304" pitchFamily="18" charset="0"/>
              </a:rPr>
              <a:t> </a:t>
            </a:r>
            <a:r>
              <a:rPr lang="en-IN" sz="1800" dirty="0" err="1">
                <a:effectLst/>
                <a:latin typeface="Nirmala UI" panose="020B0502040204020203" pitchFamily="34" charset="0"/>
                <a:ea typeface="Calibri" panose="020F0502020204030204" pitchFamily="34" charset="0"/>
                <a:cs typeface="Times New Roman" panose="02020603050405020304" pitchFamily="18" charset="0"/>
              </a:rPr>
              <a:t>उत्पत्ती</a:t>
            </a:r>
            <a:r>
              <a:rPr lang="en-IN" sz="1800" dirty="0">
                <a:effectLst/>
                <a:latin typeface="Calibri" panose="020F0502020204030204" pitchFamily="34" charset="0"/>
                <a:ea typeface="Calibri" panose="020F0502020204030204" pitchFamily="34" charset="0"/>
                <a:cs typeface="Times New Roman" panose="02020603050405020304" pitchFamily="18" charset="0"/>
              </a:rPr>
              <a:t> </a:t>
            </a:r>
            <a:r>
              <a:rPr lang="en-IN" sz="1800" dirty="0" err="1">
                <a:effectLst/>
                <a:latin typeface="Nirmala UI" panose="020B0502040204020203" pitchFamily="34" charset="0"/>
                <a:ea typeface="Calibri" panose="020F0502020204030204" pitchFamily="34" charset="0"/>
                <a:cs typeface="Times New Roman" panose="02020603050405020304" pitchFamily="18" charset="0"/>
              </a:rPr>
              <a:t>तिबेट</a:t>
            </a:r>
            <a:r>
              <a:rPr lang="en-IN" sz="1800" dirty="0">
                <a:effectLst/>
                <a:latin typeface="Calibri" panose="020F0502020204030204" pitchFamily="34" charset="0"/>
                <a:ea typeface="Calibri" panose="020F0502020204030204" pitchFamily="34" charset="0"/>
                <a:cs typeface="Times New Roman" panose="02020603050405020304" pitchFamily="18" charset="0"/>
              </a:rPr>
              <a:t> </a:t>
            </a:r>
            <a:r>
              <a:rPr lang="en-IN" sz="1800" dirty="0" err="1">
                <a:effectLst/>
                <a:latin typeface="Nirmala UI" panose="020B0502040204020203" pitchFamily="34" charset="0"/>
                <a:ea typeface="Calibri" panose="020F0502020204030204" pitchFamily="34" charset="0"/>
                <a:cs typeface="Times New Roman" panose="02020603050405020304" pitchFamily="18" charset="0"/>
              </a:rPr>
              <a:t>पठाराच्या</a:t>
            </a:r>
            <a:r>
              <a:rPr lang="en-IN" sz="1800" dirty="0">
                <a:effectLst/>
                <a:latin typeface="Calibri" panose="020F0502020204030204" pitchFamily="34" charset="0"/>
                <a:ea typeface="Calibri" panose="020F0502020204030204" pitchFamily="34" charset="0"/>
                <a:cs typeface="Times New Roman" panose="02020603050405020304" pitchFamily="18" charset="0"/>
              </a:rPr>
              <a:t> </a:t>
            </a:r>
            <a:r>
              <a:rPr lang="en-IN" sz="1800" dirty="0" err="1">
                <a:effectLst/>
                <a:latin typeface="Nirmala UI" panose="020B0502040204020203" pitchFamily="34" charset="0"/>
                <a:ea typeface="Calibri" panose="020F0502020204030204" pitchFamily="34" charset="0"/>
                <a:cs typeface="Times New Roman" panose="02020603050405020304" pitchFamily="18" charset="0"/>
              </a:rPr>
              <a:t>उत्तर</a:t>
            </a:r>
            <a:r>
              <a:rPr lang="en-IN" sz="1800" dirty="0">
                <a:effectLst/>
                <a:latin typeface="Calibri" panose="020F0502020204030204" pitchFamily="34" charset="0"/>
                <a:ea typeface="Calibri" panose="020F0502020204030204" pitchFamily="34" charset="0"/>
                <a:cs typeface="Times New Roman" panose="02020603050405020304" pitchFamily="18" charset="0"/>
              </a:rPr>
              <a:t> </a:t>
            </a:r>
            <a:r>
              <a:rPr lang="en-IN" sz="1800" dirty="0">
                <a:effectLst/>
                <a:latin typeface="Nirmala UI" panose="020B0502040204020203" pitchFamily="34" charset="0"/>
                <a:ea typeface="Calibri" panose="020F0502020204030204" pitchFamily="34" charset="0"/>
                <a:cs typeface="Times New Roman" panose="02020603050405020304" pitchFamily="18" charset="0"/>
              </a:rPr>
              <a:t>आणि</a:t>
            </a:r>
            <a:r>
              <a:rPr lang="en-IN" sz="1800" dirty="0">
                <a:effectLst/>
                <a:latin typeface="Calibri" panose="020F0502020204030204" pitchFamily="34" charset="0"/>
                <a:ea typeface="Calibri" panose="020F0502020204030204" pitchFamily="34" charset="0"/>
                <a:cs typeface="Times New Roman" panose="02020603050405020304" pitchFamily="18" charset="0"/>
              </a:rPr>
              <a:t> </a:t>
            </a:r>
            <a:r>
              <a:rPr lang="en-IN" sz="1800" dirty="0" err="1">
                <a:effectLst/>
                <a:latin typeface="Nirmala UI" panose="020B0502040204020203" pitchFamily="34" charset="0"/>
                <a:ea typeface="Calibri" panose="020F0502020204030204" pitchFamily="34" charset="0"/>
                <a:cs typeface="Times New Roman" panose="02020603050405020304" pitchFamily="18" charset="0"/>
              </a:rPr>
              <a:t>पश्चिम</a:t>
            </a:r>
            <a:r>
              <a:rPr lang="en-IN" sz="1800" dirty="0">
                <a:effectLst/>
                <a:latin typeface="Calibri" panose="020F0502020204030204" pitchFamily="34" charset="0"/>
                <a:ea typeface="Calibri" panose="020F0502020204030204" pitchFamily="34" charset="0"/>
                <a:cs typeface="Times New Roman" panose="02020603050405020304" pitchFamily="18" charset="0"/>
              </a:rPr>
              <a:t> </a:t>
            </a:r>
            <a:r>
              <a:rPr lang="en-IN" sz="1800" dirty="0" err="1">
                <a:effectLst/>
                <a:latin typeface="Nirmala UI" panose="020B0502040204020203" pitchFamily="34" charset="0"/>
                <a:ea typeface="Calibri" panose="020F0502020204030204" pitchFamily="34" charset="0"/>
                <a:cs typeface="Times New Roman" panose="02020603050405020304" pitchFamily="18" charset="0"/>
              </a:rPr>
              <a:t>भागात</a:t>
            </a:r>
            <a:r>
              <a:rPr lang="en-IN" sz="1800" dirty="0">
                <a:effectLst/>
                <a:latin typeface="Calibri" panose="020F0502020204030204" pitchFamily="34" charset="0"/>
                <a:ea typeface="Calibri" panose="020F0502020204030204" pitchFamily="34" charset="0"/>
                <a:cs typeface="Times New Roman" panose="02020603050405020304" pitchFamily="18" charset="0"/>
              </a:rPr>
              <a:t> </a:t>
            </a:r>
            <a:r>
              <a:rPr lang="en-IN" sz="1800" dirty="0">
                <a:effectLst/>
                <a:latin typeface="Nirmala UI" panose="020B0502040204020203" pitchFamily="34" charset="0"/>
                <a:ea typeface="Calibri" panose="020F0502020204030204" pitchFamily="34" charset="0"/>
                <a:cs typeface="Times New Roman" panose="02020603050405020304" pitchFamily="18" charset="0"/>
              </a:rPr>
              <a:t>झाली</a:t>
            </a:r>
            <a:r>
              <a:rPr lang="en-IN" sz="1800" dirty="0">
                <a:effectLst/>
                <a:latin typeface="Calibri" panose="020F0502020204030204" pitchFamily="34" charset="0"/>
                <a:ea typeface="Calibri" panose="020F0502020204030204" pitchFamily="34" charset="0"/>
                <a:cs typeface="Times New Roman" panose="02020603050405020304" pitchFamily="18" charset="0"/>
              </a:rPr>
              <a:t> </a:t>
            </a:r>
            <a:r>
              <a:rPr lang="en-IN" sz="1800" dirty="0" err="1">
                <a:effectLst/>
                <a:latin typeface="Nirmala UI" panose="020B0502040204020203" pitchFamily="34" charset="0"/>
                <a:ea typeface="Calibri" panose="020F0502020204030204" pitchFamily="34" charset="0"/>
                <a:cs typeface="Times New Roman" panose="02020603050405020304" pitchFamily="18" charset="0"/>
              </a:rPr>
              <a:t>आहे</a:t>
            </a:r>
            <a:r>
              <a:rPr lang="en-IN" sz="1800" dirty="0">
                <a:effectLst/>
                <a:latin typeface="Calibri" panose="020F0502020204030204" pitchFamily="34" charset="0"/>
                <a:ea typeface="Calibri" panose="020F0502020204030204" pitchFamily="34" charset="0"/>
                <a:cs typeface="Times New Roman" panose="02020603050405020304" pitchFamily="18" charset="0"/>
              </a:rPr>
              <a:t>. </a:t>
            </a:r>
          </a:p>
          <a:p>
            <a:pPr marL="285750" indent="-285750">
              <a:lnSpc>
                <a:spcPct val="107000"/>
              </a:lnSpc>
              <a:spcAft>
                <a:spcPts val="800"/>
              </a:spcAft>
              <a:buFont typeface="Arial" panose="020B0604020202020204" pitchFamily="34" charset="0"/>
              <a:buChar char="•"/>
            </a:pPr>
            <a:r>
              <a:rPr lang="en-IN" sz="1800" dirty="0" err="1">
                <a:effectLst/>
                <a:latin typeface="Nirmala UI" panose="020B0502040204020203" pitchFamily="34" charset="0"/>
                <a:ea typeface="Calibri" panose="020F0502020204030204" pitchFamily="34" charset="0"/>
                <a:cs typeface="Times New Roman" panose="02020603050405020304" pitchFamily="18" charset="0"/>
              </a:rPr>
              <a:t>चेगू</a:t>
            </a:r>
            <a:r>
              <a:rPr lang="en-IN" sz="1800" dirty="0">
                <a:effectLst/>
                <a:latin typeface="Calibri" panose="020F0502020204030204" pitchFamily="34" charset="0"/>
                <a:ea typeface="Calibri" panose="020F0502020204030204" pitchFamily="34" charset="0"/>
                <a:cs typeface="Times New Roman" panose="02020603050405020304" pitchFamily="18" charset="0"/>
              </a:rPr>
              <a:t> </a:t>
            </a:r>
            <a:r>
              <a:rPr lang="en-IN" sz="1800" dirty="0">
                <a:effectLst/>
                <a:latin typeface="Nirmala UI" panose="020B0502040204020203" pitchFamily="34" charset="0"/>
                <a:ea typeface="Calibri" panose="020F0502020204030204" pitchFamily="34" charset="0"/>
                <a:cs typeface="Times New Roman" panose="02020603050405020304" pitchFamily="18" charset="0"/>
              </a:rPr>
              <a:t>शेळ्या</a:t>
            </a:r>
            <a:r>
              <a:rPr lang="en-IN" sz="1800" dirty="0">
                <a:effectLst/>
                <a:latin typeface="Calibri" panose="020F0502020204030204" pitchFamily="34" charset="0"/>
                <a:ea typeface="Calibri" panose="020F0502020204030204" pitchFamily="34" charset="0"/>
                <a:cs typeface="Times New Roman" panose="02020603050405020304" pitchFamily="18" charset="0"/>
              </a:rPr>
              <a:t> </a:t>
            </a:r>
            <a:r>
              <a:rPr lang="en-IN" sz="1800" dirty="0" err="1">
                <a:effectLst/>
                <a:latin typeface="Nirmala UI" panose="020B0502040204020203" pitchFamily="34" charset="0"/>
                <a:ea typeface="Calibri" panose="020F0502020204030204" pitchFamily="34" charset="0"/>
                <a:cs typeface="Times New Roman" panose="02020603050405020304" pitchFamily="18" charset="0"/>
              </a:rPr>
              <a:t>प्रामुख्याने</a:t>
            </a:r>
            <a:r>
              <a:rPr lang="en-IN" sz="1800" dirty="0">
                <a:effectLst/>
                <a:latin typeface="Calibri" panose="020F0502020204030204" pitchFamily="34" charset="0"/>
                <a:ea typeface="Calibri" panose="020F0502020204030204" pitchFamily="34" charset="0"/>
                <a:cs typeface="Times New Roman" panose="02020603050405020304" pitchFamily="18" charset="0"/>
              </a:rPr>
              <a:t> </a:t>
            </a:r>
            <a:r>
              <a:rPr lang="en-IN" sz="1800" dirty="0" err="1">
                <a:effectLst/>
                <a:latin typeface="Nirmala UI" panose="020B0502040204020203" pitchFamily="34" charset="0"/>
                <a:ea typeface="Calibri" panose="020F0502020204030204" pitchFamily="34" charset="0"/>
                <a:cs typeface="Times New Roman" panose="02020603050405020304" pitchFamily="18" charset="0"/>
              </a:rPr>
              <a:t>पांढऱ्या</a:t>
            </a:r>
            <a:r>
              <a:rPr lang="en-IN" sz="1800" dirty="0">
                <a:effectLst/>
                <a:latin typeface="Calibri" panose="020F0502020204030204" pitchFamily="34" charset="0"/>
                <a:ea typeface="Calibri" panose="020F0502020204030204" pitchFamily="34" charset="0"/>
                <a:cs typeface="Times New Roman" panose="02020603050405020304" pitchFamily="18" charset="0"/>
              </a:rPr>
              <a:t> </a:t>
            </a:r>
            <a:r>
              <a:rPr lang="en-IN" sz="1800" dirty="0" err="1">
                <a:effectLst/>
                <a:latin typeface="Nirmala UI" panose="020B0502040204020203" pitchFamily="34" charset="0"/>
                <a:ea typeface="Calibri" panose="020F0502020204030204" pitchFamily="34" charset="0"/>
                <a:cs typeface="Times New Roman" panose="02020603050405020304" pitchFamily="18" charset="0"/>
              </a:rPr>
              <a:t>रंगाच्या</a:t>
            </a:r>
            <a:r>
              <a:rPr lang="en-IN" sz="1800" dirty="0">
                <a:effectLst/>
                <a:latin typeface="Calibri" panose="020F0502020204030204" pitchFamily="34" charset="0"/>
                <a:ea typeface="Calibri" panose="020F0502020204030204" pitchFamily="34" charset="0"/>
                <a:cs typeface="Times New Roman" panose="02020603050405020304" pitchFamily="18" charset="0"/>
              </a:rPr>
              <a:t> </a:t>
            </a:r>
            <a:r>
              <a:rPr lang="en-IN" sz="1800" dirty="0">
                <a:effectLst/>
                <a:latin typeface="Nirmala UI" panose="020B0502040204020203" pitchFamily="34" charset="0"/>
                <a:ea typeface="Calibri" panose="020F0502020204030204" pitchFamily="34" charset="0"/>
                <a:cs typeface="Times New Roman" panose="02020603050405020304" pitchFamily="18" charset="0"/>
              </a:rPr>
              <a:t>असतात</a:t>
            </a:r>
            <a:r>
              <a:rPr lang="en-IN" sz="1800" dirty="0">
                <a:effectLst/>
                <a:latin typeface="Calibri" panose="020F0502020204030204" pitchFamily="34" charset="0"/>
                <a:ea typeface="Calibri" panose="020F0502020204030204" pitchFamily="34" charset="0"/>
                <a:cs typeface="Times New Roman" panose="02020603050405020304" pitchFamily="18" charset="0"/>
              </a:rPr>
              <a:t>, </a:t>
            </a:r>
            <a:r>
              <a:rPr lang="en-IN" sz="1800" dirty="0">
                <a:effectLst/>
                <a:latin typeface="Nirmala UI" panose="020B0502040204020203" pitchFamily="34" charset="0"/>
                <a:ea typeface="Calibri" panose="020F0502020204030204" pitchFamily="34" charset="0"/>
                <a:cs typeface="Times New Roman" panose="02020603050405020304" pitchFamily="18" charset="0"/>
              </a:rPr>
              <a:t>परंतु</a:t>
            </a:r>
            <a:r>
              <a:rPr lang="en-IN" sz="1800" dirty="0">
                <a:effectLst/>
                <a:latin typeface="Calibri" panose="020F0502020204030204" pitchFamily="34" charset="0"/>
                <a:ea typeface="Calibri" panose="020F0502020204030204" pitchFamily="34" charset="0"/>
                <a:cs typeface="Times New Roman" panose="02020603050405020304" pitchFamily="18" charset="0"/>
              </a:rPr>
              <a:t> </a:t>
            </a:r>
            <a:r>
              <a:rPr lang="en-IN" sz="1800" dirty="0" err="1">
                <a:effectLst/>
                <a:latin typeface="Nirmala UI" panose="020B0502040204020203" pitchFamily="34" charset="0"/>
                <a:ea typeface="Calibri" panose="020F0502020204030204" pitchFamily="34" charset="0"/>
                <a:cs typeface="Times New Roman" panose="02020603050405020304" pitchFamily="18" charset="0"/>
              </a:rPr>
              <a:t>राखाडी</a:t>
            </a:r>
            <a:r>
              <a:rPr lang="en-IN" sz="1800" dirty="0">
                <a:effectLst/>
                <a:latin typeface="Calibri" panose="020F0502020204030204" pitchFamily="34" charset="0"/>
                <a:ea typeface="Calibri" panose="020F0502020204030204" pitchFamily="34" charset="0"/>
                <a:cs typeface="Times New Roman" panose="02020603050405020304" pitchFamily="18" charset="0"/>
              </a:rPr>
              <a:t> </a:t>
            </a:r>
            <a:r>
              <a:rPr lang="en-IN" sz="1800" dirty="0">
                <a:effectLst/>
                <a:latin typeface="Nirmala UI" panose="020B0502040204020203" pitchFamily="34" charset="0"/>
                <a:ea typeface="Calibri" panose="020F0502020204030204" pitchFamily="34" charset="0"/>
                <a:cs typeface="Times New Roman" panose="02020603050405020304" pitchFamily="18" charset="0"/>
              </a:rPr>
              <a:t>ते</a:t>
            </a:r>
            <a:r>
              <a:rPr lang="en-IN" sz="1800" dirty="0">
                <a:effectLst/>
                <a:latin typeface="Calibri" panose="020F0502020204030204" pitchFamily="34" charset="0"/>
                <a:ea typeface="Calibri" panose="020F0502020204030204" pitchFamily="34" charset="0"/>
                <a:cs typeface="Times New Roman" panose="02020603050405020304" pitchFamily="18" charset="0"/>
              </a:rPr>
              <a:t> </a:t>
            </a:r>
            <a:r>
              <a:rPr lang="en-IN" sz="1800" dirty="0" err="1">
                <a:effectLst/>
                <a:latin typeface="Nirmala UI" panose="020B0502040204020203" pitchFamily="34" charset="0"/>
                <a:ea typeface="Calibri" panose="020F0502020204030204" pitchFamily="34" charset="0"/>
                <a:cs typeface="Times New Roman" panose="02020603050405020304" pitchFamily="18" charset="0"/>
              </a:rPr>
              <a:t>काळ्या</a:t>
            </a:r>
            <a:r>
              <a:rPr lang="en-IN" sz="1800" dirty="0">
                <a:effectLst/>
                <a:latin typeface="Calibri" panose="020F0502020204030204" pitchFamily="34" charset="0"/>
                <a:ea typeface="Calibri" panose="020F0502020204030204" pitchFamily="34" charset="0"/>
                <a:cs typeface="Times New Roman" panose="02020603050405020304" pitchFamily="18" charset="0"/>
              </a:rPr>
              <a:t> </a:t>
            </a:r>
            <a:r>
              <a:rPr lang="en-IN" sz="1800" dirty="0">
                <a:effectLst/>
                <a:latin typeface="Nirmala UI" panose="020B0502040204020203" pitchFamily="34" charset="0"/>
                <a:ea typeface="Calibri" panose="020F0502020204030204" pitchFamily="34" charset="0"/>
                <a:cs typeface="Times New Roman" panose="02020603050405020304" pitchFamily="18" charset="0"/>
              </a:rPr>
              <a:t>आणि</a:t>
            </a:r>
            <a:r>
              <a:rPr lang="en-IN" sz="1800" dirty="0">
                <a:effectLst/>
                <a:latin typeface="Calibri" panose="020F0502020204030204" pitchFamily="34" charset="0"/>
                <a:ea typeface="Calibri" panose="020F0502020204030204" pitchFamily="34" charset="0"/>
                <a:cs typeface="Times New Roman" panose="02020603050405020304" pitchFamily="18" charset="0"/>
              </a:rPr>
              <a:t> </a:t>
            </a:r>
            <a:r>
              <a:rPr lang="en-IN" sz="1800" dirty="0" err="1">
                <a:effectLst/>
                <a:latin typeface="Nirmala UI" panose="020B0502040204020203" pitchFamily="34" charset="0"/>
                <a:ea typeface="Calibri" panose="020F0502020204030204" pitchFamily="34" charset="0"/>
                <a:cs typeface="Times New Roman" panose="02020603050405020304" pitchFamily="18" charset="0"/>
              </a:rPr>
              <a:t>मलई</a:t>
            </a:r>
            <a:r>
              <a:rPr lang="en-IN" sz="1800" dirty="0">
                <a:effectLst/>
                <a:latin typeface="Calibri" panose="020F0502020204030204" pitchFamily="34" charset="0"/>
                <a:ea typeface="Calibri" panose="020F0502020204030204" pitchFamily="34" charset="0"/>
                <a:cs typeface="Times New Roman" panose="02020603050405020304" pitchFamily="18" charset="0"/>
              </a:rPr>
              <a:t> </a:t>
            </a:r>
            <a:r>
              <a:rPr lang="en-IN" sz="1800" dirty="0">
                <a:effectLst/>
                <a:latin typeface="Nirmala UI" panose="020B0502040204020203" pitchFamily="34" charset="0"/>
                <a:ea typeface="Calibri" panose="020F0502020204030204" pitchFamily="34" charset="0"/>
                <a:cs typeface="Times New Roman" panose="02020603050405020304" pitchFamily="18" charset="0"/>
              </a:rPr>
              <a:t>ते</a:t>
            </a:r>
            <a:r>
              <a:rPr lang="en-IN" sz="1800" dirty="0">
                <a:effectLst/>
                <a:latin typeface="Calibri" panose="020F0502020204030204" pitchFamily="34" charset="0"/>
                <a:ea typeface="Calibri" panose="020F0502020204030204" pitchFamily="34" charset="0"/>
                <a:cs typeface="Times New Roman" panose="02020603050405020304" pitchFamily="18" charset="0"/>
              </a:rPr>
              <a:t> </a:t>
            </a:r>
            <a:r>
              <a:rPr lang="en-IN" sz="1800" dirty="0" err="1">
                <a:effectLst/>
                <a:latin typeface="Nirmala UI" panose="020B0502040204020203" pitchFamily="34" charset="0"/>
                <a:ea typeface="Calibri" panose="020F0502020204030204" pitchFamily="34" charset="0"/>
                <a:cs typeface="Times New Roman" panose="02020603050405020304" pitchFamily="18" charset="0"/>
              </a:rPr>
              <a:t>लाल</a:t>
            </a:r>
            <a:r>
              <a:rPr lang="en-IN" sz="1800" dirty="0" err="1">
                <a:effectLst/>
                <a:latin typeface="Calibri" panose="020F0502020204030204" pitchFamily="34" charset="0"/>
                <a:ea typeface="Calibri" panose="020F0502020204030204" pitchFamily="34" charset="0"/>
                <a:cs typeface="Times New Roman" panose="02020603050405020304" pitchFamily="18" charset="0"/>
              </a:rPr>
              <a:t>-</a:t>
            </a:r>
            <a:r>
              <a:rPr lang="en-IN" sz="1800" dirty="0" err="1">
                <a:effectLst/>
                <a:latin typeface="Nirmala UI" panose="020B0502040204020203" pitchFamily="34" charset="0"/>
                <a:ea typeface="Calibri" panose="020F0502020204030204" pitchFamily="34" charset="0"/>
                <a:cs typeface="Times New Roman" panose="02020603050405020304" pitchFamily="18" charset="0"/>
              </a:rPr>
              <a:t>तपकिरी</a:t>
            </a:r>
            <a:r>
              <a:rPr lang="en-IN" sz="1800" dirty="0">
                <a:effectLst/>
                <a:latin typeface="Calibri" panose="020F0502020204030204" pitchFamily="34" charset="0"/>
                <a:ea typeface="Calibri" panose="020F0502020204030204" pitchFamily="34" charset="0"/>
                <a:cs typeface="Times New Roman" panose="02020603050405020304" pitchFamily="18" charset="0"/>
              </a:rPr>
              <a:t> </a:t>
            </a:r>
            <a:r>
              <a:rPr lang="en-IN" sz="1800" dirty="0" err="1">
                <a:effectLst/>
                <a:latin typeface="Nirmala UI" panose="020B0502040204020203" pitchFamily="34" charset="0"/>
                <a:ea typeface="Calibri" panose="020F0502020204030204" pitchFamily="34" charset="0"/>
                <a:cs typeface="Times New Roman" panose="02020603050405020304" pitchFamily="18" charset="0"/>
              </a:rPr>
              <a:t>रंगाचे</a:t>
            </a:r>
            <a:r>
              <a:rPr lang="en-IN" sz="1800" dirty="0">
                <a:effectLst/>
                <a:latin typeface="Calibri" panose="020F0502020204030204" pitchFamily="34" charset="0"/>
                <a:ea typeface="Calibri" panose="020F0502020204030204" pitchFamily="34" charset="0"/>
                <a:cs typeface="Times New Roman" panose="02020603050405020304" pitchFamily="18" charset="0"/>
              </a:rPr>
              <a:t> </a:t>
            </a:r>
            <a:r>
              <a:rPr lang="en-IN" sz="1800" dirty="0" err="1">
                <a:effectLst/>
                <a:latin typeface="Nirmala UI" panose="020B0502040204020203" pitchFamily="34" charset="0"/>
                <a:ea typeface="Calibri" panose="020F0502020204030204" pitchFamily="34" charset="0"/>
                <a:cs typeface="Times New Roman" panose="02020603050405020304" pitchFamily="18" charset="0"/>
              </a:rPr>
              <a:t>प्रकार</a:t>
            </a:r>
            <a:r>
              <a:rPr lang="en-IN" sz="1800" dirty="0">
                <a:effectLst/>
                <a:latin typeface="Calibri" panose="020F0502020204030204" pitchFamily="34" charset="0"/>
                <a:ea typeface="Calibri" panose="020F0502020204030204" pitchFamily="34" charset="0"/>
                <a:cs typeface="Times New Roman" panose="02020603050405020304" pitchFamily="18" charset="0"/>
              </a:rPr>
              <a:t> </a:t>
            </a:r>
            <a:r>
              <a:rPr lang="en-IN" sz="1800" dirty="0" err="1">
                <a:effectLst/>
                <a:latin typeface="Nirmala UI" panose="020B0502040204020203" pitchFamily="34" charset="0"/>
                <a:ea typeface="Calibri" panose="020F0502020204030204" pitchFamily="34" charset="0"/>
                <a:cs typeface="Times New Roman" panose="02020603050405020304" pitchFamily="18" charset="0"/>
              </a:rPr>
              <a:t>देखील</a:t>
            </a:r>
            <a:r>
              <a:rPr lang="en-IN" sz="1800" dirty="0">
                <a:effectLst/>
                <a:latin typeface="Calibri" panose="020F0502020204030204" pitchFamily="34" charset="0"/>
                <a:ea typeface="Calibri" panose="020F0502020204030204" pitchFamily="34" charset="0"/>
                <a:cs typeface="Times New Roman" panose="02020603050405020304" pitchFamily="18" charset="0"/>
              </a:rPr>
              <a:t> </a:t>
            </a:r>
            <a:r>
              <a:rPr lang="en-IN" sz="1800" dirty="0">
                <a:effectLst/>
                <a:latin typeface="Nirmala UI" panose="020B0502040204020203" pitchFamily="34" charset="0"/>
                <a:ea typeface="Calibri" panose="020F0502020204030204" pitchFamily="34" charset="0"/>
                <a:cs typeface="Times New Roman" panose="02020603050405020304" pitchFamily="18" charset="0"/>
              </a:rPr>
              <a:t>असतात</a:t>
            </a:r>
            <a:r>
              <a:rPr lang="en-IN" sz="1800" dirty="0">
                <a:effectLst/>
                <a:latin typeface="Calibri" panose="020F0502020204030204" pitchFamily="34" charset="0"/>
                <a:ea typeface="Calibri" panose="020F0502020204030204" pitchFamily="34" charset="0"/>
                <a:cs typeface="Times New Roman" panose="02020603050405020304" pitchFamily="18" charset="0"/>
              </a:rPr>
              <a:t>. </a:t>
            </a:r>
            <a:r>
              <a:rPr lang="en-IN" sz="1800" dirty="0" err="1">
                <a:effectLst/>
                <a:latin typeface="Nirmala UI" panose="020B0502040204020203" pitchFamily="34" charset="0"/>
                <a:ea typeface="Calibri" panose="020F0502020204030204" pitchFamily="34" charset="0"/>
                <a:cs typeface="Times New Roman" panose="02020603050405020304" pitchFamily="18" charset="0"/>
              </a:rPr>
              <a:t>बहिर्वक्र</a:t>
            </a:r>
            <a:r>
              <a:rPr lang="en-IN" sz="1800" dirty="0">
                <a:effectLst/>
                <a:latin typeface="Calibri" panose="020F0502020204030204" pitchFamily="34" charset="0"/>
                <a:ea typeface="Calibri" panose="020F0502020204030204" pitchFamily="34" charset="0"/>
                <a:cs typeface="Times New Roman" panose="02020603050405020304" pitchFamily="18" charset="0"/>
              </a:rPr>
              <a:t> </a:t>
            </a:r>
            <a:r>
              <a:rPr lang="en-IN" sz="1800" dirty="0" err="1">
                <a:effectLst/>
                <a:latin typeface="Nirmala UI" panose="020B0502040204020203" pitchFamily="34" charset="0"/>
                <a:ea typeface="Calibri" panose="020F0502020204030204" pitchFamily="34" charset="0"/>
                <a:cs typeface="Times New Roman" panose="02020603050405020304" pitchFamily="18" charset="0"/>
              </a:rPr>
              <a:t>चेहरा</a:t>
            </a:r>
            <a:r>
              <a:rPr lang="en-IN" sz="1800" dirty="0">
                <a:effectLst/>
                <a:latin typeface="Calibri" panose="020F0502020204030204" pitchFamily="34" charset="0"/>
                <a:ea typeface="Calibri" panose="020F0502020204030204" pitchFamily="34" charset="0"/>
                <a:cs typeface="Times New Roman" panose="02020603050405020304" pitchFamily="18" charset="0"/>
              </a:rPr>
              <a:t> </a:t>
            </a:r>
            <a:r>
              <a:rPr lang="en-IN" sz="1800" dirty="0" err="1">
                <a:effectLst/>
                <a:latin typeface="Nirmala UI" panose="020B0502040204020203" pitchFamily="34" charset="0"/>
                <a:ea typeface="Calibri" panose="020F0502020204030204" pitchFamily="34" charset="0"/>
                <a:cs typeface="Times New Roman" panose="02020603050405020304" pitchFamily="18" charset="0"/>
              </a:rPr>
              <a:t>असलेले</a:t>
            </a:r>
            <a:r>
              <a:rPr lang="en-IN" sz="1800" dirty="0">
                <a:effectLst/>
                <a:latin typeface="Calibri" panose="020F0502020204030204" pitchFamily="34" charset="0"/>
                <a:ea typeface="Calibri" panose="020F0502020204030204" pitchFamily="34" charset="0"/>
                <a:cs typeface="Times New Roman" panose="02020603050405020304" pitchFamily="18" charset="0"/>
              </a:rPr>
              <a:t> </a:t>
            </a:r>
            <a:r>
              <a:rPr lang="en-IN" sz="1800" dirty="0">
                <a:effectLst/>
                <a:latin typeface="Nirmala UI" panose="020B0502040204020203" pitchFamily="34" charset="0"/>
                <a:ea typeface="Calibri" panose="020F0502020204030204" pitchFamily="34" charset="0"/>
                <a:cs typeface="Times New Roman" panose="02020603050405020304" pitchFamily="18" charset="0"/>
              </a:rPr>
              <a:t>लहान</a:t>
            </a:r>
            <a:r>
              <a:rPr lang="en-IN" sz="1800" dirty="0">
                <a:effectLst/>
                <a:latin typeface="Calibri" panose="020F0502020204030204" pitchFamily="34" charset="0"/>
                <a:ea typeface="Calibri" panose="020F0502020204030204" pitchFamily="34" charset="0"/>
                <a:cs typeface="Times New Roman" panose="02020603050405020304" pitchFamily="18" charset="0"/>
              </a:rPr>
              <a:t> </a:t>
            </a:r>
            <a:r>
              <a:rPr lang="en-IN" sz="1800" dirty="0">
                <a:effectLst/>
                <a:latin typeface="Nirmala UI" panose="020B0502040204020203" pitchFamily="34" charset="0"/>
                <a:ea typeface="Calibri" panose="020F0502020204030204" pitchFamily="34" charset="0"/>
                <a:cs typeface="Times New Roman" panose="02020603050405020304" pitchFamily="18" charset="0"/>
              </a:rPr>
              <a:t>ते</a:t>
            </a:r>
            <a:r>
              <a:rPr lang="en-IN" sz="1800" dirty="0">
                <a:effectLst/>
                <a:latin typeface="Calibri" panose="020F0502020204030204" pitchFamily="34" charset="0"/>
                <a:ea typeface="Calibri" panose="020F0502020204030204" pitchFamily="34" charset="0"/>
                <a:cs typeface="Times New Roman" panose="02020603050405020304" pitchFamily="18" charset="0"/>
              </a:rPr>
              <a:t> </a:t>
            </a:r>
            <a:r>
              <a:rPr lang="en-IN" sz="1800" dirty="0" err="1">
                <a:effectLst/>
                <a:latin typeface="Nirmala UI" panose="020B0502040204020203" pitchFamily="34" charset="0"/>
                <a:ea typeface="Calibri" panose="020F0502020204030204" pitchFamily="34" charset="0"/>
                <a:cs typeface="Times New Roman" panose="02020603050405020304" pitchFamily="18" charset="0"/>
              </a:rPr>
              <a:t>मध्यम</a:t>
            </a:r>
            <a:r>
              <a:rPr lang="en-IN" sz="1800" dirty="0">
                <a:effectLst/>
                <a:latin typeface="Calibri" panose="020F0502020204030204" pitchFamily="34" charset="0"/>
                <a:ea typeface="Calibri" panose="020F0502020204030204" pitchFamily="34" charset="0"/>
                <a:cs typeface="Times New Roman" panose="02020603050405020304" pitchFamily="18" charset="0"/>
              </a:rPr>
              <a:t> </a:t>
            </a:r>
            <a:r>
              <a:rPr lang="en-IN" sz="1800" dirty="0" err="1">
                <a:effectLst/>
                <a:latin typeface="Nirmala UI" panose="020B0502040204020203" pitchFamily="34" charset="0"/>
                <a:ea typeface="Calibri" panose="020F0502020204030204" pitchFamily="34" charset="0"/>
                <a:cs typeface="Times New Roman" panose="02020603050405020304" pitchFamily="18" charset="0"/>
              </a:rPr>
              <a:t>आकाराचे</a:t>
            </a:r>
            <a:r>
              <a:rPr lang="en-IN" sz="1800" dirty="0">
                <a:effectLst/>
                <a:latin typeface="Calibri" panose="020F0502020204030204" pitchFamily="34" charset="0"/>
                <a:ea typeface="Calibri" panose="020F0502020204030204" pitchFamily="34" charset="0"/>
                <a:cs typeface="Times New Roman" panose="02020603050405020304" pitchFamily="18" charset="0"/>
              </a:rPr>
              <a:t> </a:t>
            </a:r>
            <a:r>
              <a:rPr lang="en-IN" sz="1800" dirty="0">
                <a:effectLst/>
                <a:latin typeface="Nirmala UI" panose="020B0502040204020203" pitchFamily="34" charset="0"/>
                <a:ea typeface="Calibri" panose="020F0502020204030204" pitchFamily="34" charset="0"/>
                <a:cs typeface="Times New Roman" panose="02020603050405020304" pitchFamily="18" charset="0"/>
              </a:rPr>
              <a:t>प्राणी</a:t>
            </a:r>
            <a:r>
              <a:rPr lang="en-IN" sz="1800" dirty="0">
                <a:effectLst/>
                <a:latin typeface="Calibri" panose="020F0502020204030204" pitchFamily="34" charset="0"/>
                <a:ea typeface="Calibri" panose="020F0502020204030204" pitchFamily="34" charset="0"/>
                <a:cs typeface="Times New Roman" panose="02020603050405020304" pitchFamily="18" charset="0"/>
              </a:rPr>
              <a:t>. </a:t>
            </a:r>
            <a:r>
              <a:rPr lang="en-IN" sz="1800" dirty="0" err="1">
                <a:effectLst/>
                <a:latin typeface="Nirmala UI" panose="020B0502040204020203" pitchFamily="34" charset="0"/>
                <a:ea typeface="Calibri" panose="020F0502020204030204" pitchFamily="34" charset="0"/>
                <a:cs typeface="Times New Roman" panose="02020603050405020304" pitchFamily="18" charset="0"/>
              </a:rPr>
              <a:t>कान</a:t>
            </a:r>
            <a:r>
              <a:rPr lang="en-IN" sz="1800" dirty="0">
                <a:effectLst/>
                <a:latin typeface="Calibri" panose="020F0502020204030204" pitchFamily="34" charset="0"/>
                <a:ea typeface="Calibri" panose="020F0502020204030204" pitchFamily="34" charset="0"/>
                <a:cs typeface="Times New Roman" panose="02020603050405020304" pitchFamily="18" charset="0"/>
              </a:rPr>
              <a:t> </a:t>
            </a:r>
            <a:r>
              <a:rPr lang="en-IN" sz="1800" dirty="0" err="1">
                <a:effectLst/>
                <a:latin typeface="Nirmala UI" panose="020B0502040204020203" pitchFamily="34" charset="0"/>
                <a:ea typeface="Calibri" panose="020F0502020204030204" pitchFamily="34" charset="0"/>
                <a:cs typeface="Times New Roman" panose="02020603050405020304" pitchFamily="18" charset="0"/>
              </a:rPr>
              <a:t>सरळ</a:t>
            </a:r>
            <a:r>
              <a:rPr lang="en-IN" sz="1800" dirty="0">
                <a:effectLst/>
                <a:latin typeface="Calibri" panose="020F0502020204030204" pitchFamily="34" charset="0"/>
                <a:ea typeface="Calibri" panose="020F0502020204030204" pitchFamily="34" charset="0"/>
                <a:cs typeface="Times New Roman" panose="02020603050405020304" pitchFamily="18" charset="0"/>
              </a:rPr>
              <a:t> </a:t>
            </a:r>
            <a:r>
              <a:rPr lang="en-IN" sz="1800" dirty="0">
                <a:effectLst/>
                <a:latin typeface="Nirmala UI" panose="020B0502040204020203" pitchFamily="34" charset="0"/>
                <a:ea typeface="Calibri" panose="020F0502020204030204" pitchFamily="34" charset="0"/>
                <a:cs typeface="Times New Roman" panose="02020603050405020304" pitchFamily="18" charset="0"/>
              </a:rPr>
              <a:t>आणि</a:t>
            </a:r>
            <a:r>
              <a:rPr lang="en-IN" sz="1800" dirty="0">
                <a:effectLst/>
                <a:latin typeface="Calibri" panose="020F0502020204030204" pitchFamily="34" charset="0"/>
                <a:ea typeface="Calibri" panose="020F0502020204030204" pitchFamily="34" charset="0"/>
                <a:cs typeface="Times New Roman" panose="02020603050405020304" pitchFamily="18" charset="0"/>
              </a:rPr>
              <a:t> </a:t>
            </a:r>
            <a:r>
              <a:rPr lang="en-IN" sz="1800" dirty="0">
                <a:effectLst/>
                <a:latin typeface="Nirmala UI" panose="020B0502040204020203" pitchFamily="34" charset="0"/>
                <a:ea typeface="Calibri" panose="020F0502020204030204" pitchFamily="34" charset="0"/>
                <a:cs typeface="Times New Roman" panose="02020603050405020304" pitchFamily="18" charset="0"/>
              </a:rPr>
              <a:t>लहान</a:t>
            </a:r>
            <a:r>
              <a:rPr lang="en-IN" sz="1800" dirty="0">
                <a:effectLst/>
                <a:latin typeface="Calibri" panose="020F0502020204030204" pitchFamily="34" charset="0"/>
                <a:ea typeface="Calibri" panose="020F0502020204030204" pitchFamily="34" charset="0"/>
                <a:cs typeface="Times New Roman" panose="02020603050405020304" pitchFamily="18" charset="0"/>
              </a:rPr>
              <a:t> </a:t>
            </a:r>
            <a:r>
              <a:rPr lang="en-IN" sz="1800" dirty="0">
                <a:effectLst/>
                <a:latin typeface="Nirmala UI" panose="020B0502040204020203" pitchFamily="34" charset="0"/>
                <a:ea typeface="Calibri" panose="020F0502020204030204" pitchFamily="34" charset="0"/>
                <a:cs typeface="Times New Roman" panose="02020603050405020304" pitchFamily="18" charset="0"/>
              </a:rPr>
              <a:t>आहेत</a:t>
            </a:r>
            <a:r>
              <a:rPr lang="en-IN" sz="1800" dirty="0">
                <a:effectLst/>
                <a:latin typeface="Calibri" panose="020F0502020204030204" pitchFamily="34" charset="0"/>
                <a:ea typeface="Calibri" panose="020F0502020204030204" pitchFamily="34" charset="0"/>
                <a:cs typeface="Times New Roman" panose="02020603050405020304" pitchFamily="18" charset="0"/>
              </a:rPr>
              <a:t>. </a:t>
            </a:r>
            <a:r>
              <a:rPr lang="en-IN" sz="1800" dirty="0" err="1">
                <a:effectLst/>
                <a:latin typeface="Nirmala UI" panose="020B0502040204020203" pitchFamily="34" charset="0"/>
                <a:ea typeface="Calibri" panose="020F0502020204030204" pitchFamily="34" charset="0"/>
                <a:cs typeface="Times New Roman" panose="02020603050405020304" pitchFamily="18" charset="0"/>
              </a:rPr>
              <a:t>शिंगे</a:t>
            </a:r>
            <a:r>
              <a:rPr lang="en-IN" sz="1800" dirty="0">
                <a:effectLst/>
                <a:latin typeface="Calibri" panose="020F0502020204030204" pitchFamily="34" charset="0"/>
                <a:ea typeface="Calibri" panose="020F0502020204030204" pitchFamily="34" charset="0"/>
                <a:cs typeface="Times New Roman" panose="02020603050405020304" pitchFamily="18" charset="0"/>
              </a:rPr>
              <a:t> </a:t>
            </a:r>
            <a:r>
              <a:rPr lang="en-IN" sz="1800" dirty="0" err="1">
                <a:effectLst/>
                <a:latin typeface="Nirmala UI" panose="020B0502040204020203" pitchFamily="34" charset="0"/>
                <a:ea typeface="Calibri" panose="020F0502020204030204" pitchFamily="34" charset="0"/>
                <a:cs typeface="Times New Roman" panose="02020603050405020304" pitchFamily="18" charset="0"/>
              </a:rPr>
              <a:t>वक्र</a:t>
            </a:r>
            <a:r>
              <a:rPr lang="en-IN" sz="1800" dirty="0">
                <a:effectLst/>
                <a:latin typeface="Calibri" panose="020F0502020204030204" pitchFamily="34" charset="0"/>
                <a:ea typeface="Calibri" panose="020F0502020204030204" pitchFamily="34" charset="0"/>
                <a:cs typeface="Times New Roman" panose="02020603050405020304" pitchFamily="18" charset="0"/>
              </a:rPr>
              <a:t> </a:t>
            </a:r>
            <a:r>
              <a:rPr lang="en-IN" sz="1800" dirty="0">
                <a:effectLst/>
                <a:latin typeface="Nirmala UI" panose="020B0502040204020203" pitchFamily="34" charset="0"/>
                <a:ea typeface="Calibri" panose="020F0502020204030204" pitchFamily="34" charset="0"/>
                <a:cs typeface="Times New Roman" panose="02020603050405020304" pitchFamily="18" charset="0"/>
              </a:rPr>
              <a:t>व</a:t>
            </a:r>
            <a:r>
              <a:rPr lang="en-IN" sz="1800" dirty="0">
                <a:effectLst/>
                <a:latin typeface="Calibri" panose="020F0502020204030204" pitchFamily="34" charset="0"/>
                <a:ea typeface="Calibri" panose="020F0502020204030204" pitchFamily="34" charset="0"/>
                <a:cs typeface="Times New Roman" panose="02020603050405020304" pitchFamily="18" charset="0"/>
              </a:rPr>
              <a:t> </a:t>
            </a:r>
            <a:r>
              <a:rPr lang="en-IN" sz="1800" dirty="0" err="1">
                <a:effectLst/>
                <a:latin typeface="Nirmala UI" panose="020B0502040204020203" pitchFamily="34" charset="0"/>
                <a:ea typeface="Calibri" panose="020F0502020204030204" pitchFamily="34" charset="0"/>
                <a:cs typeface="Times New Roman" panose="02020603050405020304" pitchFamily="18" charset="0"/>
              </a:rPr>
              <a:t>वळणदार</a:t>
            </a:r>
            <a:r>
              <a:rPr lang="en-IN" sz="1800" dirty="0">
                <a:effectLst/>
                <a:latin typeface="Calibri" panose="020F0502020204030204" pitchFamily="34" charset="0"/>
                <a:ea typeface="Calibri" panose="020F0502020204030204" pitchFamily="34" charset="0"/>
                <a:cs typeface="Times New Roman" panose="02020603050405020304" pitchFamily="18" charset="0"/>
              </a:rPr>
              <a:t> </a:t>
            </a:r>
            <a:r>
              <a:rPr lang="en-IN" sz="1800" dirty="0">
                <a:effectLst/>
                <a:latin typeface="Nirmala UI" panose="020B0502040204020203" pitchFamily="34" charset="0"/>
                <a:ea typeface="Calibri" panose="020F0502020204030204" pitchFamily="34" charset="0"/>
                <a:cs typeface="Times New Roman" panose="02020603050405020304" pitchFamily="18" charset="0"/>
              </a:rPr>
              <a:t>असतात</a:t>
            </a:r>
            <a:r>
              <a:rPr lang="en-IN" sz="1800" dirty="0">
                <a:effectLst/>
                <a:latin typeface="Calibri" panose="020F0502020204030204" pitchFamily="34" charset="0"/>
                <a:ea typeface="Calibri" panose="020F0502020204030204" pitchFamily="34" charset="0"/>
                <a:cs typeface="Times New Roman" panose="02020603050405020304" pitchFamily="18" charset="0"/>
              </a:rPr>
              <a:t>. </a:t>
            </a:r>
            <a:r>
              <a:rPr lang="en-IN" sz="1800" dirty="0" err="1">
                <a:effectLst/>
                <a:latin typeface="Nirmala UI" panose="020B0502040204020203" pitchFamily="34" charset="0"/>
                <a:ea typeface="Calibri" panose="020F0502020204030204" pitchFamily="34" charset="0"/>
                <a:cs typeface="Times New Roman" panose="02020603050405020304" pitchFamily="18" charset="0"/>
              </a:rPr>
              <a:t>नराचे</a:t>
            </a:r>
            <a:r>
              <a:rPr lang="en-IN" sz="1800" dirty="0">
                <a:effectLst/>
                <a:latin typeface="Calibri" panose="020F0502020204030204" pitchFamily="34" charset="0"/>
                <a:ea typeface="Calibri" panose="020F0502020204030204" pitchFamily="34" charset="0"/>
                <a:cs typeface="Times New Roman" panose="02020603050405020304" pitchFamily="18" charset="0"/>
              </a:rPr>
              <a:t> </a:t>
            </a:r>
            <a:r>
              <a:rPr lang="en-IN" sz="1800" dirty="0">
                <a:effectLst/>
                <a:latin typeface="Nirmala UI" panose="020B0502040204020203" pitchFamily="34" charset="0"/>
                <a:ea typeface="Calibri" panose="020F0502020204030204" pitchFamily="34" charset="0"/>
                <a:cs typeface="Times New Roman" panose="02020603050405020304" pitchFamily="18" charset="0"/>
              </a:rPr>
              <a:t>वजन</a:t>
            </a:r>
            <a:r>
              <a:rPr lang="en-IN" sz="1800" dirty="0">
                <a:effectLst/>
                <a:latin typeface="Calibri" panose="020F0502020204030204" pitchFamily="34" charset="0"/>
                <a:ea typeface="Calibri" panose="020F0502020204030204" pitchFamily="34" charset="0"/>
                <a:cs typeface="Times New Roman" panose="02020603050405020304" pitchFamily="18" charset="0"/>
              </a:rPr>
              <a:t> </a:t>
            </a:r>
            <a:r>
              <a:rPr lang="en-IN" sz="1800" dirty="0" err="1">
                <a:effectLst/>
                <a:latin typeface="Nirmala UI" panose="020B0502040204020203" pitchFamily="34" charset="0"/>
                <a:ea typeface="Calibri" panose="020F0502020204030204" pitchFamily="34" charset="0"/>
                <a:cs typeface="Times New Roman" panose="02020603050405020304" pitchFamily="18" charset="0"/>
              </a:rPr>
              <a:t>सरासरी</a:t>
            </a:r>
            <a:r>
              <a:rPr lang="en-IN" sz="1800" dirty="0">
                <a:effectLst/>
                <a:latin typeface="Calibri" panose="020F0502020204030204" pitchFamily="34" charset="0"/>
                <a:ea typeface="Calibri" panose="020F0502020204030204" pitchFamily="34" charset="0"/>
                <a:cs typeface="Times New Roman" panose="02020603050405020304" pitchFamily="18" charset="0"/>
              </a:rPr>
              <a:t> 39 </a:t>
            </a:r>
            <a:r>
              <a:rPr lang="en-IN" sz="1800" dirty="0" err="1">
                <a:effectLst/>
                <a:latin typeface="Nirmala UI" panose="020B0502040204020203" pitchFamily="34" charset="0"/>
                <a:ea typeface="Calibri" panose="020F0502020204030204" pitchFamily="34" charset="0"/>
                <a:cs typeface="Times New Roman" panose="02020603050405020304" pitchFamily="18" charset="0"/>
              </a:rPr>
              <a:t>किलो</a:t>
            </a:r>
            <a:r>
              <a:rPr lang="en-IN" sz="1800" dirty="0">
                <a:effectLst/>
                <a:latin typeface="Calibri" panose="020F0502020204030204" pitchFamily="34" charset="0"/>
                <a:ea typeface="Calibri" panose="020F0502020204030204" pitchFamily="34" charset="0"/>
                <a:cs typeface="Times New Roman" panose="02020603050405020304" pitchFamily="18" charset="0"/>
              </a:rPr>
              <a:t> </a:t>
            </a:r>
            <a:r>
              <a:rPr lang="en-IN" sz="1800" dirty="0">
                <a:effectLst/>
                <a:latin typeface="Nirmala UI" panose="020B0502040204020203" pitchFamily="34" charset="0"/>
                <a:ea typeface="Calibri" panose="020F0502020204030204" pitchFamily="34" charset="0"/>
                <a:cs typeface="Times New Roman" panose="02020603050405020304" pitchFamily="18" charset="0"/>
              </a:rPr>
              <a:t>आणि</a:t>
            </a:r>
            <a:r>
              <a:rPr lang="en-IN" sz="1800" dirty="0">
                <a:effectLst/>
                <a:latin typeface="Calibri" panose="020F0502020204030204" pitchFamily="34" charset="0"/>
                <a:ea typeface="Calibri" panose="020F0502020204030204" pitchFamily="34" charset="0"/>
                <a:cs typeface="Times New Roman" panose="02020603050405020304" pitchFamily="18" charset="0"/>
              </a:rPr>
              <a:t> </a:t>
            </a:r>
            <a:r>
              <a:rPr lang="en-IN" sz="1800" dirty="0" err="1">
                <a:effectLst/>
                <a:latin typeface="Nirmala UI" panose="020B0502040204020203" pitchFamily="34" charset="0"/>
                <a:ea typeface="Calibri" panose="020F0502020204030204" pitchFamily="34" charset="0"/>
                <a:cs typeface="Times New Roman" panose="02020603050405020304" pitchFamily="18" charset="0"/>
              </a:rPr>
              <a:t>मादीचे</a:t>
            </a:r>
            <a:r>
              <a:rPr lang="en-IN" sz="1800" dirty="0">
                <a:effectLst/>
                <a:latin typeface="Calibri" panose="020F0502020204030204" pitchFamily="34" charset="0"/>
                <a:ea typeface="Calibri" panose="020F0502020204030204" pitchFamily="34" charset="0"/>
                <a:cs typeface="Times New Roman" panose="02020603050405020304" pitchFamily="18" charset="0"/>
              </a:rPr>
              <a:t> </a:t>
            </a:r>
            <a:r>
              <a:rPr lang="en-IN" sz="1800" dirty="0">
                <a:effectLst/>
                <a:latin typeface="Nirmala UI" panose="020B0502040204020203" pitchFamily="34" charset="0"/>
                <a:ea typeface="Calibri" panose="020F0502020204030204" pitchFamily="34" charset="0"/>
                <a:cs typeface="Times New Roman" panose="02020603050405020304" pitchFamily="18" charset="0"/>
              </a:rPr>
              <a:t>वजन</a:t>
            </a:r>
            <a:r>
              <a:rPr lang="en-IN" sz="1800" dirty="0">
                <a:effectLst/>
                <a:latin typeface="Calibri" panose="020F0502020204030204" pitchFamily="34" charset="0"/>
                <a:ea typeface="Calibri" panose="020F0502020204030204" pitchFamily="34" charset="0"/>
                <a:cs typeface="Times New Roman" panose="02020603050405020304" pitchFamily="18" charset="0"/>
              </a:rPr>
              <a:t> 26 </a:t>
            </a:r>
            <a:r>
              <a:rPr lang="en-IN" sz="1800" dirty="0" err="1">
                <a:effectLst/>
                <a:latin typeface="Nirmala UI" panose="020B0502040204020203" pitchFamily="34" charset="0"/>
                <a:ea typeface="Calibri" panose="020F0502020204030204" pitchFamily="34" charset="0"/>
                <a:cs typeface="Times New Roman" panose="02020603050405020304" pitchFamily="18" charset="0"/>
              </a:rPr>
              <a:t>किलो</a:t>
            </a:r>
            <a:r>
              <a:rPr lang="en-IN" sz="1800" dirty="0">
                <a:effectLst/>
                <a:latin typeface="Calibri" panose="020F0502020204030204" pitchFamily="34" charset="0"/>
                <a:ea typeface="Calibri" panose="020F0502020204030204" pitchFamily="34" charset="0"/>
                <a:cs typeface="Times New Roman" panose="02020603050405020304" pitchFamily="18" charset="0"/>
              </a:rPr>
              <a:t> </a:t>
            </a:r>
            <a:r>
              <a:rPr lang="en-IN" sz="1800" dirty="0" err="1">
                <a:effectLst/>
                <a:latin typeface="Nirmala UI" panose="020B0502040204020203" pitchFamily="34" charset="0"/>
                <a:ea typeface="Calibri" panose="020F0502020204030204" pitchFamily="34" charset="0"/>
                <a:cs typeface="Times New Roman" panose="02020603050405020304" pitchFamily="18" charset="0"/>
              </a:rPr>
              <a:t>असते</a:t>
            </a:r>
            <a:r>
              <a:rPr lang="en-IN" sz="1800" dirty="0">
                <a:effectLst/>
                <a:latin typeface="Calibri" panose="020F0502020204030204" pitchFamily="34" charset="0"/>
                <a:ea typeface="Calibri" panose="020F0502020204030204" pitchFamily="34" charset="0"/>
                <a:cs typeface="Times New Roman" panose="02020603050405020304" pitchFamily="18" charset="0"/>
              </a:rPr>
              <a:t>. </a:t>
            </a:r>
          </a:p>
          <a:p>
            <a:pPr marL="285750" indent="-285750">
              <a:buFont typeface="Arial" panose="020B0604020202020204" pitchFamily="34" charset="0"/>
              <a:buChar char="•"/>
            </a:pPr>
            <a:r>
              <a:rPr lang="en-IN" sz="1800" dirty="0">
                <a:effectLst/>
                <a:latin typeface="Nirmala UI" panose="020B0502040204020203" pitchFamily="34" charset="0"/>
                <a:ea typeface="Calibri" panose="020F0502020204030204" pitchFamily="34" charset="0"/>
              </a:rPr>
              <a:t>या</a:t>
            </a:r>
            <a:r>
              <a:rPr lang="en-IN" sz="1800" dirty="0">
                <a:effectLst/>
                <a:latin typeface="Calibri" panose="020F0502020204030204" pitchFamily="34" charset="0"/>
                <a:ea typeface="Calibri" panose="020F0502020204030204" pitchFamily="34" charset="0"/>
                <a:cs typeface="Times New Roman" panose="02020603050405020304" pitchFamily="18" charset="0"/>
              </a:rPr>
              <a:t> </a:t>
            </a:r>
            <a:r>
              <a:rPr lang="en-IN" sz="1800" dirty="0" err="1">
                <a:effectLst/>
                <a:latin typeface="Nirmala UI" panose="020B0502040204020203" pitchFamily="34" charset="0"/>
                <a:ea typeface="Calibri" panose="020F0502020204030204" pitchFamily="34" charset="0"/>
              </a:rPr>
              <a:t>जातीचा</a:t>
            </a:r>
            <a:r>
              <a:rPr lang="en-IN" sz="1800" dirty="0">
                <a:effectLst/>
                <a:latin typeface="Calibri" panose="020F0502020204030204" pitchFamily="34" charset="0"/>
                <a:ea typeface="Calibri" panose="020F0502020204030204" pitchFamily="34" charset="0"/>
                <a:cs typeface="Times New Roman" panose="02020603050405020304" pitchFamily="18" charset="0"/>
              </a:rPr>
              <a:t> </a:t>
            </a:r>
            <a:r>
              <a:rPr lang="en-IN" sz="1800" dirty="0" err="1">
                <a:effectLst/>
                <a:latin typeface="Nirmala UI" panose="020B0502040204020203" pitchFamily="34" charset="0"/>
                <a:ea typeface="Calibri" panose="020F0502020204030204" pitchFamily="34" charset="0"/>
              </a:rPr>
              <a:t>सर्वात</a:t>
            </a:r>
            <a:r>
              <a:rPr lang="en-IN" sz="1800" dirty="0">
                <a:effectLst/>
                <a:latin typeface="Calibri" panose="020F0502020204030204" pitchFamily="34" charset="0"/>
                <a:ea typeface="Calibri" panose="020F0502020204030204" pitchFamily="34" charset="0"/>
                <a:cs typeface="Times New Roman" panose="02020603050405020304" pitchFamily="18" charset="0"/>
              </a:rPr>
              <a:t> </a:t>
            </a:r>
            <a:r>
              <a:rPr lang="en-IN" sz="1800" dirty="0" err="1">
                <a:effectLst/>
                <a:latin typeface="Nirmala UI" panose="020B0502040204020203" pitchFamily="34" charset="0"/>
                <a:ea typeface="Calibri" panose="020F0502020204030204" pitchFamily="34" charset="0"/>
              </a:rPr>
              <a:t>महत्वाचा</a:t>
            </a:r>
            <a:r>
              <a:rPr lang="en-IN" sz="1800" dirty="0">
                <a:effectLst/>
                <a:latin typeface="Calibri" panose="020F0502020204030204" pitchFamily="34" charset="0"/>
                <a:ea typeface="Calibri" panose="020F0502020204030204" pitchFamily="34" charset="0"/>
                <a:cs typeface="Times New Roman" panose="02020603050405020304" pitchFamily="18" charset="0"/>
              </a:rPr>
              <a:t> </a:t>
            </a:r>
            <a:r>
              <a:rPr lang="en-IN" sz="1800" dirty="0">
                <a:effectLst/>
                <a:latin typeface="Nirmala UI" panose="020B0502040204020203" pitchFamily="34" charset="0"/>
                <a:ea typeface="Calibri" panose="020F0502020204030204" pitchFamily="34" charset="0"/>
              </a:rPr>
              <a:t>उपयोग</a:t>
            </a:r>
            <a:r>
              <a:rPr lang="en-IN" sz="1800" dirty="0">
                <a:effectLst/>
                <a:latin typeface="Calibri" panose="020F0502020204030204" pitchFamily="34" charset="0"/>
                <a:ea typeface="Calibri" panose="020F0502020204030204" pitchFamily="34" charset="0"/>
                <a:cs typeface="Times New Roman" panose="02020603050405020304" pitchFamily="18" charset="0"/>
              </a:rPr>
              <a:t> </a:t>
            </a:r>
            <a:r>
              <a:rPr lang="en-IN" sz="1800" dirty="0" err="1">
                <a:effectLst/>
                <a:latin typeface="Nirmala UI" panose="020B0502040204020203" pitchFamily="34" charset="0"/>
                <a:ea typeface="Calibri" panose="020F0502020204030204" pitchFamily="34" charset="0"/>
              </a:rPr>
              <a:t>कुप्रसिद्ध</a:t>
            </a:r>
            <a:r>
              <a:rPr lang="en-IN" sz="1800" dirty="0">
                <a:effectLst/>
                <a:latin typeface="Calibri" panose="020F0502020204030204" pitchFamily="34" charset="0"/>
                <a:ea typeface="Calibri" panose="020F0502020204030204" pitchFamily="34" charset="0"/>
                <a:cs typeface="Times New Roman" panose="02020603050405020304" pitchFamily="18" charset="0"/>
              </a:rPr>
              <a:t> </a:t>
            </a:r>
            <a:r>
              <a:rPr lang="en-IN" sz="1800" dirty="0" err="1">
                <a:effectLst/>
                <a:latin typeface="Nirmala UI" panose="020B0502040204020203" pitchFamily="34" charset="0"/>
                <a:ea typeface="Calibri" panose="020F0502020204030204" pitchFamily="34" charset="0"/>
              </a:rPr>
              <a:t>पश्मिना</a:t>
            </a:r>
            <a:r>
              <a:rPr lang="en-IN" sz="1800" dirty="0">
                <a:effectLst/>
                <a:latin typeface="Calibri" panose="020F0502020204030204" pitchFamily="34" charset="0"/>
                <a:ea typeface="Calibri" panose="020F0502020204030204" pitchFamily="34" charset="0"/>
                <a:cs typeface="Times New Roman" panose="02020603050405020304" pitchFamily="18" charset="0"/>
              </a:rPr>
              <a:t> </a:t>
            </a:r>
            <a:r>
              <a:rPr lang="en-IN" sz="1800" dirty="0" err="1">
                <a:effectLst/>
                <a:latin typeface="Nirmala UI" panose="020B0502040204020203" pitchFamily="34" charset="0"/>
                <a:ea typeface="Calibri" panose="020F0502020204030204" pitchFamily="34" charset="0"/>
              </a:rPr>
              <a:t>शालच्या</a:t>
            </a:r>
            <a:r>
              <a:rPr lang="en-IN" sz="1800" dirty="0">
                <a:effectLst/>
                <a:latin typeface="Calibri" panose="020F0502020204030204" pitchFamily="34" charset="0"/>
                <a:ea typeface="Calibri" panose="020F0502020204030204" pitchFamily="34" charset="0"/>
                <a:cs typeface="Times New Roman" panose="02020603050405020304" pitchFamily="18" charset="0"/>
              </a:rPr>
              <a:t> </a:t>
            </a:r>
            <a:r>
              <a:rPr lang="en-IN" sz="1800" dirty="0" err="1">
                <a:effectLst/>
                <a:latin typeface="Nirmala UI" panose="020B0502040204020203" pitchFamily="34" charset="0"/>
                <a:ea typeface="Calibri" panose="020F0502020204030204" pitchFamily="34" charset="0"/>
              </a:rPr>
              <a:t>निर्मितीमध्ये</a:t>
            </a:r>
            <a:r>
              <a:rPr lang="en-IN" sz="1800" dirty="0">
                <a:effectLst/>
                <a:latin typeface="Calibri" panose="020F0502020204030204" pitchFamily="34" charset="0"/>
                <a:ea typeface="Calibri" panose="020F0502020204030204" pitchFamily="34" charset="0"/>
                <a:cs typeface="Times New Roman" panose="02020603050405020304" pitchFamily="18" charset="0"/>
              </a:rPr>
              <a:t> </a:t>
            </a:r>
            <a:r>
              <a:rPr lang="en-IN" sz="1800" dirty="0" err="1">
                <a:effectLst/>
                <a:latin typeface="Nirmala UI" panose="020B0502040204020203" pitchFamily="34" charset="0"/>
                <a:ea typeface="Calibri" panose="020F0502020204030204" pitchFamily="34" charset="0"/>
              </a:rPr>
              <a:t>आहे</a:t>
            </a:r>
            <a:r>
              <a:rPr lang="en-IN" sz="1800" dirty="0">
                <a:effectLst/>
                <a:latin typeface="Calibri" panose="020F0502020204030204" pitchFamily="34" charset="0"/>
                <a:ea typeface="Calibri" panose="020F0502020204030204" pitchFamily="34" charset="0"/>
                <a:cs typeface="Times New Roman" panose="02020603050405020304" pitchFamily="18" charset="0"/>
              </a:rPr>
              <a:t> </a:t>
            </a:r>
            <a:r>
              <a:rPr lang="en-IN" sz="1800" dirty="0" err="1">
                <a:effectLst/>
                <a:latin typeface="Nirmala UI" panose="020B0502040204020203" pitchFamily="34" charset="0"/>
                <a:ea typeface="Calibri" panose="020F0502020204030204" pitchFamily="34" charset="0"/>
              </a:rPr>
              <a:t>ज्याचा</a:t>
            </a:r>
            <a:r>
              <a:rPr lang="en-IN" sz="1800" dirty="0">
                <a:effectLst/>
                <a:latin typeface="Calibri" panose="020F0502020204030204" pitchFamily="34" charset="0"/>
                <a:ea typeface="Calibri" panose="020F0502020204030204" pitchFamily="34" charset="0"/>
                <a:cs typeface="Times New Roman" panose="02020603050405020304" pitchFamily="18" charset="0"/>
              </a:rPr>
              <a:t> </a:t>
            </a:r>
            <a:r>
              <a:rPr lang="en-IN" sz="1800" dirty="0" err="1">
                <a:effectLst/>
                <a:latin typeface="Nirmala UI" panose="020B0502040204020203" pitchFamily="34" charset="0"/>
                <a:ea typeface="Calibri" panose="020F0502020204030204" pitchFamily="34" charset="0"/>
              </a:rPr>
              <a:t>कारागिरी</a:t>
            </a:r>
            <a:r>
              <a:rPr lang="en-IN" sz="1800" dirty="0">
                <a:effectLst/>
                <a:latin typeface="Calibri" panose="020F0502020204030204" pitchFamily="34" charset="0"/>
                <a:ea typeface="Calibri" panose="020F0502020204030204" pitchFamily="34" charset="0"/>
                <a:cs typeface="Times New Roman" panose="02020603050405020304" pitchFamily="18" charset="0"/>
              </a:rPr>
              <a:t> </a:t>
            </a:r>
            <a:r>
              <a:rPr lang="en-IN" sz="1800" dirty="0">
                <a:effectLst/>
                <a:latin typeface="Nirmala UI" panose="020B0502040204020203" pitchFamily="34" charset="0"/>
                <a:ea typeface="Calibri" panose="020F0502020204030204" pitchFamily="34" charset="0"/>
              </a:rPr>
              <a:t>आणि</a:t>
            </a:r>
            <a:r>
              <a:rPr lang="en-IN" sz="1800" dirty="0">
                <a:effectLst/>
                <a:latin typeface="Calibri" panose="020F0502020204030204" pitchFamily="34" charset="0"/>
                <a:ea typeface="Calibri" panose="020F0502020204030204" pitchFamily="34" charset="0"/>
                <a:cs typeface="Times New Roman" panose="02020603050405020304" pitchFamily="18" charset="0"/>
              </a:rPr>
              <a:t> </a:t>
            </a:r>
            <a:r>
              <a:rPr lang="en-IN" sz="1800" dirty="0" err="1">
                <a:effectLst/>
                <a:latin typeface="Nirmala UI" panose="020B0502040204020203" pitchFamily="34" charset="0"/>
                <a:ea typeface="Calibri" panose="020F0502020204030204" pitchFamily="34" charset="0"/>
              </a:rPr>
              <a:t>गुणवत्तेसाठी</a:t>
            </a:r>
            <a:r>
              <a:rPr lang="en-IN" sz="1800" dirty="0">
                <a:effectLst/>
                <a:latin typeface="Calibri" panose="020F0502020204030204" pitchFamily="34" charset="0"/>
                <a:ea typeface="Calibri" panose="020F0502020204030204" pitchFamily="34" charset="0"/>
                <a:cs typeface="Times New Roman" panose="02020603050405020304" pitchFamily="18" charset="0"/>
              </a:rPr>
              <a:t> </a:t>
            </a:r>
            <a:r>
              <a:rPr lang="en-IN" sz="1800" dirty="0" err="1">
                <a:effectLst/>
                <a:latin typeface="Nirmala UI" panose="020B0502040204020203" pitchFamily="34" charset="0"/>
                <a:ea typeface="Calibri" panose="020F0502020204030204" pitchFamily="34" charset="0"/>
              </a:rPr>
              <a:t>जगभरात</a:t>
            </a:r>
            <a:r>
              <a:rPr lang="en-IN" sz="1800" dirty="0">
                <a:effectLst/>
                <a:latin typeface="Calibri" panose="020F0502020204030204" pitchFamily="34" charset="0"/>
                <a:ea typeface="Calibri" panose="020F0502020204030204" pitchFamily="34" charset="0"/>
                <a:cs typeface="Times New Roman" panose="02020603050405020304" pitchFamily="18" charset="0"/>
              </a:rPr>
              <a:t> </a:t>
            </a:r>
            <a:r>
              <a:rPr lang="en-IN" sz="1800" dirty="0" err="1">
                <a:effectLst/>
                <a:latin typeface="Nirmala UI" panose="020B0502040204020203" pitchFamily="34" charset="0"/>
                <a:ea typeface="Calibri" panose="020F0502020204030204" pitchFamily="34" charset="0"/>
              </a:rPr>
              <a:t>आदर</a:t>
            </a:r>
            <a:r>
              <a:rPr lang="en-IN" sz="1800" dirty="0">
                <a:effectLst/>
                <a:latin typeface="Calibri" panose="020F0502020204030204" pitchFamily="34" charset="0"/>
                <a:ea typeface="Calibri" panose="020F0502020204030204" pitchFamily="34" charset="0"/>
                <a:cs typeface="Times New Roman" panose="02020603050405020304" pitchFamily="18" charset="0"/>
              </a:rPr>
              <a:t> </a:t>
            </a:r>
            <a:r>
              <a:rPr lang="en-IN" sz="1800" dirty="0">
                <a:effectLst/>
                <a:latin typeface="Nirmala UI" panose="020B0502040204020203" pitchFamily="34" charset="0"/>
                <a:ea typeface="Calibri" panose="020F0502020204030204" pitchFamily="34" charset="0"/>
              </a:rPr>
              <a:t>केला</a:t>
            </a:r>
            <a:r>
              <a:rPr lang="en-IN" sz="1800" dirty="0">
                <a:effectLst/>
                <a:latin typeface="Calibri" panose="020F0502020204030204" pitchFamily="34" charset="0"/>
                <a:ea typeface="Calibri" panose="020F0502020204030204" pitchFamily="34" charset="0"/>
                <a:cs typeface="Times New Roman" panose="02020603050405020304" pitchFamily="18" charset="0"/>
              </a:rPr>
              <a:t> </a:t>
            </a:r>
            <a:r>
              <a:rPr lang="en-IN" sz="1800" dirty="0" err="1">
                <a:effectLst/>
                <a:latin typeface="Nirmala UI" panose="020B0502040204020203" pitchFamily="34" charset="0"/>
                <a:ea typeface="Calibri" panose="020F0502020204030204" pitchFamily="34" charset="0"/>
              </a:rPr>
              <a:t>जातो</a:t>
            </a:r>
            <a:r>
              <a:rPr lang="en-IN" sz="1800" dirty="0">
                <a:effectLst/>
                <a:latin typeface="Calibri" panose="020F0502020204030204" pitchFamily="34" charset="0"/>
                <a:ea typeface="Calibri" panose="020F0502020204030204" pitchFamily="34" charset="0"/>
                <a:cs typeface="Times New Roman" panose="02020603050405020304" pitchFamily="18" charset="0"/>
              </a:rPr>
              <a:t>. 187 </a:t>
            </a:r>
            <a:r>
              <a:rPr lang="en-IN" sz="1800" dirty="0" err="1">
                <a:effectLst/>
                <a:latin typeface="Nirmala UI" panose="020B0502040204020203" pitchFamily="34" charset="0"/>
                <a:ea typeface="Calibri" panose="020F0502020204030204" pitchFamily="34" charset="0"/>
              </a:rPr>
              <a:t>दिवसांच्या</a:t>
            </a:r>
            <a:r>
              <a:rPr lang="en-IN" sz="1800" dirty="0">
                <a:effectLst/>
                <a:latin typeface="Calibri" panose="020F0502020204030204" pitchFamily="34" charset="0"/>
                <a:ea typeface="Calibri" panose="020F0502020204030204" pitchFamily="34" charset="0"/>
                <a:cs typeface="Times New Roman" panose="02020603050405020304" pitchFamily="18" charset="0"/>
              </a:rPr>
              <a:t> </a:t>
            </a:r>
            <a:r>
              <a:rPr lang="en-IN" sz="1800" dirty="0" err="1">
                <a:effectLst/>
                <a:latin typeface="Nirmala UI" panose="020B0502040204020203" pitchFamily="34" charset="0"/>
                <a:ea typeface="Calibri" panose="020F0502020204030204" pitchFamily="34" charset="0"/>
              </a:rPr>
              <a:t>स्तनपान</a:t>
            </a:r>
            <a:r>
              <a:rPr lang="en-IN" sz="1800" dirty="0">
                <a:effectLst/>
                <a:latin typeface="Calibri" panose="020F0502020204030204" pitchFamily="34" charset="0"/>
                <a:ea typeface="Calibri" panose="020F0502020204030204" pitchFamily="34" charset="0"/>
                <a:cs typeface="Times New Roman" panose="02020603050405020304" pitchFamily="18" charset="0"/>
              </a:rPr>
              <a:t> </a:t>
            </a:r>
            <a:r>
              <a:rPr lang="en-IN" sz="1800" dirty="0" err="1">
                <a:effectLst/>
                <a:latin typeface="Nirmala UI" panose="020B0502040204020203" pitchFamily="34" charset="0"/>
                <a:ea typeface="Calibri" panose="020F0502020204030204" pitchFamily="34" charset="0"/>
              </a:rPr>
              <a:t>कालावधीसाठी</a:t>
            </a:r>
            <a:r>
              <a:rPr lang="en-IN" sz="1800" dirty="0">
                <a:effectLst/>
                <a:latin typeface="Calibri" panose="020F0502020204030204" pitchFamily="34" charset="0"/>
                <a:ea typeface="Calibri" panose="020F0502020204030204" pitchFamily="34" charset="0"/>
                <a:cs typeface="Times New Roman" panose="02020603050405020304" pitchFamily="18" charset="0"/>
              </a:rPr>
              <a:t> </a:t>
            </a:r>
            <a:r>
              <a:rPr lang="en-IN" sz="1800" dirty="0" err="1">
                <a:effectLst/>
                <a:latin typeface="Nirmala UI" panose="020B0502040204020203" pitchFamily="34" charset="0"/>
                <a:ea typeface="Calibri" panose="020F0502020204030204" pitchFamily="34" charset="0"/>
              </a:rPr>
              <a:t>स्तनपान</a:t>
            </a:r>
            <a:r>
              <a:rPr lang="en-IN" sz="1800" dirty="0">
                <a:effectLst/>
                <a:latin typeface="Calibri" panose="020F0502020204030204" pitchFamily="34" charset="0"/>
                <a:ea typeface="Calibri" panose="020F0502020204030204" pitchFamily="34" charset="0"/>
                <a:cs typeface="Times New Roman" panose="02020603050405020304" pitchFamily="18" charset="0"/>
              </a:rPr>
              <a:t> </a:t>
            </a:r>
            <a:r>
              <a:rPr lang="en-IN" sz="1800" dirty="0">
                <a:effectLst/>
                <a:latin typeface="Nirmala UI" panose="020B0502040204020203" pitchFamily="34" charset="0"/>
                <a:ea typeface="Calibri" panose="020F0502020204030204" pitchFamily="34" charset="0"/>
              </a:rPr>
              <a:t>उत्पादन</a:t>
            </a:r>
            <a:r>
              <a:rPr lang="en-IN" sz="1800" dirty="0">
                <a:effectLst/>
                <a:latin typeface="Calibri" panose="020F0502020204030204" pitchFamily="34" charset="0"/>
                <a:ea typeface="Calibri" panose="020F0502020204030204" pitchFamily="34" charset="0"/>
                <a:cs typeface="Times New Roman" panose="02020603050405020304" pitchFamily="18" charset="0"/>
              </a:rPr>
              <a:t> 69 </a:t>
            </a:r>
            <a:r>
              <a:rPr lang="en-IN" sz="1800" dirty="0" err="1">
                <a:effectLst/>
                <a:latin typeface="Nirmala UI" panose="020B0502040204020203" pitchFamily="34" charset="0"/>
                <a:ea typeface="Calibri" panose="020F0502020204030204" pitchFamily="34" charset="0"/>
              </a:rPr>
              <a:t>किलो</a:t>
            </a:r>
            <a:r>
              <a:rPr lang="en-IN" sz="1800" dirty="0">
                <a:effectLst/>
                <a:latin typeface="Calibri" panose="020F0502020204030204" pitchFamily="34" charset="0"/>
                <a:ea typeface="Calibri" panose="020F0502020204030204" pitchFamily="34" charset="0"/>
                <a:cs typeface="Times New Roman" panose="02020603050405020304" pitchFamily="18" charset="0"/>
              </a:rPr>
              <a:t> </a:t>
            </a:r>
            <a:r>
              <a:rPr lang="en-IN" sz="1800" dirty="0" err="1">
                <a:effectLst/>
                <a:latin typeface="Nirmala UI" panose="020B0502040204020203" pitchFamily="34" charset="0"/>
                <a:ea typeface="Calibri" panose="020F0502020204030204" pitchFamily="34" charset="0"/>
              </a:rPr>
              <a:t>आहे</a:t>
            </a:r>
            <a:r>
              <a:rPr lang="en-IN" sz="1800" dirty="0">
                <a:effectLst/>
                <a:latin typeface="Calibri" panose="020F0502020204030204" pitchFamily="34" charset="0"/>
                <a:ea typeface="Calibri" panose="020F0502020204030204" pitchFamily="34" charset="0"/>
                <a:cs typeface="Times New Roman" panose="02020603050405020304" pitchFamily="18" charset="0"/>
              </a:rPr>
              <a:t>.</a:t>
            </a:r>
            <a:endParaRPr lang="en-IN" dirty="0"/>
          </a:p>
        </p:txBody>
      </p:sp>
    </p:spTree>
    <p:extLst>
      <p:ext uri="{BB962C8B-B14F-4D97-AF65-F5344CB8AC3E}">
        <p14:creationId xmlns:p14="http://schemas.microsoft.com/office/powerpoint/2010/main" val="1205301757"/>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064FC05-2CBF-4240-BD4A-39BF0BF462BC}"/>
              </a:ext>
            </a:extLst>
          </p:cNvPr>
          <p:cNvSpPr>
            <a:spLocks noGrp="1"/>
          </p:cNvSpPr>
          <p:nvPr>
            <p:ph type="title"/>
          </p:nvPr>
        </p:nvSpPr>
        <p:spPr>
          <a:xfrm>
            <a:off x="839788" y="457200"/>
            <a:ext cx="3932237" cy="530225"/>
          </a:xfrm>
        </p:spPr>
        <p:txBody>
          <a:bodyPr>
            <a:normAutofit/>
          </a:bodyPr>
          <a:lstStyle/>
          <a:p>
            <a:pPr algn="ctr"/>
            <a:r>
              <a:rPr lang="en-IN" sz="2800" dirty="0">
                <a:solidFill>
                  <a:srgbClr val="FF0000"/>
                </a:solidFill>
                <a:effectLst/>
                <a:latin typeface="Calibri" panose="020F0502020204030204" pitchFamily="34" charset="0"/>
                <a:ea typeface="Calibri" panose="020F0502020204030204" pitchFamily="34" charset="0"/>
                <a:cs typeface="Times New Roman" panose="02020603050405020304" pitchFamily="18" charset="0"/>
              </a:rPr>
              <a:t> </a:t>
            </a:r>
            <a:r>
              <a:rPr lang="en-IN" sz="2800" dirty="0" err="1">
                <a:solidFill>
                  <a:srgbClr val="FF0000"/>
                </a:solidFill>
                <a:effectLst/>
                <a:latin typeface="Nirmala UI" panose="020B0502040204020203" pitchFamily="34" charset="0"/>
                <a:ea typeface="Calibri" panose="020F0502020204030204" pitchFamily="34" charset="0"/>
              </a:rPr>
              <a:t>कच्छी</a:t>
            </a:r>
            <a:r>
              <a:rPr lang="en-IN" sz="2800" dirty="0">
                <a:solidFill>
                  <a:srgbClr val="FF0000"/>
                </a:solidFill>
                <a:effectLst/>
                <a:latin typeface="Calibri" panose="020F0502020204030204" pitchFamily="34" charset="0"/>
                <a:ea typeface="Calibri" panose="020F0502020204030204" pitchFamily="34" charset="0"/>
                <a:cs typeface="Times New Roman" panose="02020603050405020304" pitchFamily="18" charset="0"/>
              </a:rPr>
              <a:t> </a:t>
            </a:r>
            <a:r>
              <a:rPr lang="en-IN" sz="2800" dirty="0">
                <a:solidFill>
                  <a:srgbClr val="FF0000"/>
                </a:solidFill>
                <a:effectLst/>
                <a:latin typeface="Nirmala UI" panose="020B0502040204020203" pitchFamily="34" charset="0"/>
                <a:ea typeface="Calibri" panose="020F0502020204030204" pitchFamily="34" charset="0"/>
              </a:rPr>
              <a:t>शेळी</a:t>
            </a:r>
            <a:endParaRPr lang="en-IN" sz="4400" dirty="0">
              <a:solidFill>
                <a:srgbClr val="FF0000"/>
              </a:solidFill>
            </a:endParaRPr>
          </a:p>
        </p:txBody>
      </p:sp>
      <p:pic>
        <p:nvPicPr>
          <p:cNvPr id="6" name="Content Placeholder 5">
            <a:extLst>
              <a:ext uri="{FF2B5EF4-FFF2-40B4-BE49-F238E27FC236}">
                <a16:creationId xmlns:a16="http://schemas.microsoft.com/office/drawing/2014/main" id="{41E8E4C1-FF1F-4E38-AE7D-026C43F97C2F}"/>
              </a:ext>
            </a:extLst>
          </p:cNvPr>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5183188" y="1688306"/>
            <a:ext cx="6172200" cy="3471862"/>
          </a:xfrm>
        </p:spPr>
      </p:pic>
      <p:sp>
        <p:nvSpPr>
          <p:cNvPr id="4" name="Text Placeholder 3">
            <a:extLst>
              <a:ext uri="{FF2B5EF4-FFF2-40B4-BE49-F238E27FC236}">
                <a16:creationId xmlns:a16="http://schemas.microsoft.com/office/drawing/2014/main" id="{156949D3-C3DB-4B44-8FC2-4D38CC8B67E8}"/>
              </a:ext>
            </a:extLst>
          </p:cNvPr>
          <p:cNvSpPr>
            <a:spLocks noGrp="1"/>
          </p:cNvSpPr>
          <p:nvPr>
            <p:ph type="body" sz="half" idx="2"/>
          </p:nvPr>
        </p:nvSpPr>
        <p:spPr>
          <a:xfrm>
            <a:off x="839788" y="987425"/>
            <a:ext cx="3932237" cy="4881563"/>
          </a:xfrm>
        </p:spPr>
        <p:txBody>
          <a:bodyPr>
            <a:normAutofit/>
          </a:bodyPr>
          <a:lstStyle/>
          <a:p>
            <a:pPr marL="285750" indent="-285750">
              <a:lnSpc>
                <a:spcPct val="107000"/>
              </a:lnSpc>
              <a:spcAft>
                <a:spcPts val="800"/>
              </a:spcAft>
              <a:buFont typeface="Arial" panose="020B0604020202020204" pitchFamily="34" charset="0"/>
              <a:buChar char="•"/>
            </a:pPr>
            <a:r>
              <a:rPr lang="en-IN" sz="1800" dirty="0">
                <a:effectLst/>
                <a:latin typeface="Nirmala UI" panose="020B0502040204020203" pitchFamily="34" charset="0"/>
                <a:ea typeface="Calibri" panose="020F0502020204030204" pitchFamily="34" charset="0"/>
                <a:cs typeface="Times New Roman" panose="02020603050405020304" pitchFamily="18" charset="0"/>
              </a:rPr>
              <a:t>या</a:t>
            </a:r>
            <a:r>
              <a:rPr lang="en-IN" sz="1800" dirty="0">
                <a:effectLst/>
                <a:latin typeface="Calibri" panose="020F0502020204030204" pitchFamily="34" charset="0"/>
                <a:ea typeface="Calibri" panose="020F0502020204030204" pitchFamily="34" charset="0"/>
                <a:cs typeface="Times New Roman" panose="02020603050405020304" pitchFamily="18" charset="0"/>
              </a:rPr>
              <a:t> </a:t>
            </a:r>
            <a:r>
              <a:rPr lang="en-IN" sz="1800" dirty="0" err="1">
                <a:effectLst/>
                <a:latin typeface="Nirmala UI" panose="020B0502040204020203" pitchFamily="34" charset="0"/>
                <a:ea typeface="Calibri" panose="020F0502020204030204" pitchFamily="34" charset="0"/>
                <a:cs typeface="Times New Roman" panose="02020603050405020304" pitchFamily="18" charset="0"/>
              </a:rPr>
              <a:t>जातीला</a:t>
            </a:r>
            <a:r>
              <a:rPr lang="en-IN" sz="1800" dirty="0">
                <a:effectLst/>
                <a:latin typeface="Calibri" panose="020F0502020204030204" pitchFamily="34" charset="0"/>
                <a:ea typeface="Calibri" panose="020F0502020204030204" pitchFamily="34" charset="0"/>
                <a:cs typeface="Times New Roman" panose="02020603050405020304" pitchFamily="18" charset="0"/>
              </a:rPr>
              <a:t> </a:t>
            </a:r>
            <a:r>
              <a:rPr lang="en-IN" sz="1800" dirty="0">
                <a:effectLst/>
                <a:latin typeface="Nirmala UI" panose="020B0502040204020203" pitchFamily="34" charset="0"/>
                <a:ea typeface="Calibri" panose="020F0502020204030204" pitchFamily="34" charset="0"/>
                <a:cs typeface="Times New Roman" panose="02020603050405020304" pitchFamily="18" charset="0"/>
              </a:rPr>
              <a:t>काही</a:t>
            </a:r>
            <a:r>
              <a:rPr lang="en-IN" sz="1800" dirty="0">
                <a:effectLst/>
                <a:latin typeface="Calibri" panose="020F0502020204030204" pitchFamily="34" charset="0"/>
                <a:ea typeface="Calibri" panose="020F0502020204030204" pitchFamily="34" charset="0"/>
                <a:cs typeface="Times New Roman" panose="02020603050405020304" pitchFamily="18" charset="0"/>
              </a:rPr>
              <a:t> </a:t>
            </a:r>
            <a:r>
              <a:rPr lang="en-IN" sz="1800" dirty="0" err="1">
                <a:effectLst/>
                <a:latin typeface="Nirmala UI" panose="020B0502040204020203" pitchFamily="34" charset="0"/>
                <a:ea typeface="Calibri" panose="020F0502020204030204" pitchFamily="34" charset="0"/>
                <a:cs typeface="Times New Roman" panose="02020603050405020304" pitchFamily="18" charset="0"/>
              </a:rPr>
              <a:t>पांढरे</a:t>
            </a:r>
            <a:r>
              <a:rPr lang="en-IN" sz="1800" dirty="0">
                <a:effectLst/>
                <a:latin typeface="Calibri" panose="020F0502020204030204" pitchFamily="34" charset="0"/>
                <a:ea typeface="Calibri" panose="020F0502020204030204" pitchFamily="34" charset="0"/>
                <a:cs typeface="Times New Roman" panose="02020603050405020304" pitchFamily="18" charset="0"/>
              </a:rPr>
              <a:t> </a:t>
            </a:r>
            <a:r>
              <a:rPr lang="en-IN" sz="1800" dirty="0" err="1">
                <a:effectLst/>
                <a:latin typeface="Nirmala UI" panose="020B0502040204020203" pitchFamily="34" charset="0"/>
                <a:ea typeface="Calibri" panose="020F0502020204030204" pitchFamily="34" charset="0"/>
                <a:cs typeface="Times New Roman" panose="02020603050405020304" pitchFamily="18" charset="0"/>
              </a:rPr>
              <a:t>डाग</a:t>
            </a:r>
            <a:r>
              <a:rPr lang="en-IN" sz="1800" dirty="0">
                <a:effectLst/>
                <a:latin typeface="Calibri" panose="020F0502020204030204" pitchFamily="34" charset="0"/>
                <a:ea typeface="Calibri" panose="020F0502020204030204" pitchFamily="34" charset="0"/>
                <a:cs typeface="Times New Roman" panose="02020603050405020304" pitchFamily="18" charset="0"/>
              </a:rPr>
              <a:t> </a:t>
            </a:r>
            <a:r>
              <a:rPr lang="en-IN" sz="1800" dirty="0" err="1">
                <a:effectLst/>
                <a:latin typeface="Nirmala UI" panose="020B0502040204020203" pitchFamily="34" charset="0"/>
                <a:ea typeface="Calibri" panose="020F0502020204030204" pitchFamily="34" charset="0"/>
                <a:cs typeface="Times New Roman" panose="02020603050405020304" pitchFamily="18" charset="0"/>
              </a:rPr>
              <a:t>असलेला</a:t>
            </a:r>
            <a:r>
              <a:rPr lang="en-IN" sz="1800" dirty="0">
                <a:effectLst/>
                <a:latin typeface="Calibri" panose="020F0502020204030204" pitchFamily="34" charset="0"/>
                <a:ea typeface="Calibri" panose="020F0502020204030204" pitchFamily="34" charset="0"/>
                <a:cs typeface="Times New Roman" panose="02020603050405020304" pitchFamily="18" charset="0"/>
              </a:rPr>
              <a:t> </a:t>
            </a:r>
            <a:r>
              <a:rPr lang="en-IN" sz="1800" dirty="0" err="1">
                <a:effectLst/>
                <a:latin typeface="Nirmala UI" panose="020B0502040204020203" pitchFamily="34" charset="0"/>
                <a:ea typeface="Calibri" panose="020F0502020204030204" pitchFamily="34" charset="0"/>
                <a:cs typeface="Times New Roman" panose="02020603050405020304" pitchFamily="18" charset="0"/>
              </a:rPr>
              <a:t>काळ्या</a:t>
            </a:r>
            <a:r>
              <a:rPr lang="en-IN" sz="1800" dirty="0">
                <a:effectLst/>
                <a:latin typeface="Calibri" panose="020F0502020204030204" pitchFamily="34" charset="0"/>
                <a:ea typeface="Calibri" panose="020F0502020204030204" pitchFamily="34" charset="0"/>
                <a:cs typeface="Times New Roman" panose="02020603050405020304" pitchFamily="18" charset="0"/>
              </a:rPr>
              <a:t> </a:t>
            </a:r>
            <a:r>
              <a:rPr lang="en-IN" sz="1800" dirty="0" err="1">
                <a:effectLst/>
                <a:latin typeface="Nirmala UI" panose="020B0502040204020203" pitchFamily="34" charset="0"/>
                <a:ea typeface="Calibri" panose="020F0502020204030204" pitchFamily="34" charset="0"/>
                <a:cs typeface="Times New Roman" panose="02020603050405020304" pitchFamily="18" charset="0"/>
              </a:rPr>
              <a:t>रंगाचा</a:t>
            </a:r>
            <a:r>
              <a:rPr lang="en-IN" sz="1800" dirty="0">
                <a:effectLst/>
                <a:latin typeface="Calibri" panose="020F0502020204030204" pitchFamily="34" charset="0"/>
                <a:ea typeface="Calibri" panose="020F0502020204030204" pitchFamily="34" charset="0"/>
                <a:cs typeface="Times New Roman" panose="02020603050405020304" pitchFamily="18" charset="0"/>
              </a:rPr>
              <a:t> </a:t>
            </a:r>
            <a:r>
              <a:rPr lang="en-IN" sz="1800" dirty="0" err="1">
                <a:effectLst/>
                <a:latin typeface="Nirmala UI" panose="020B0502040204020203" pitchFamily="34" charset="0"/>
                <a:ea typeface="Calibri" panose="020F0502020204030204" pitchFamily="34" charset="0"/>
                <a:cs typeface="Times New Roman" panose="02020603050405020304" pitchFamily="18" charset="0"/>
              </a:rPr>
              <a:t>कोट</a:t>
            </a:r>
            <a:r>
              <a:rPr lang="en-IN" sz="1800" dirty="0">
                <a:effectLst/>
                <a:latin typeface="Calibri" panose="020F0502020204030204" pitchFamily="34" charset="0"/>
                <a:ea typeface="Calibri" panose="020F0502020204030204" pitchFamily="34" charset="0"/>
                <a:cs typeface="Times New Roman" panose="02020603050405020304" pitchFamily="18" charset="0"/>
              </a:rPr>
              <a:t> </a:t>
            </a:r>
            <a:r>
              <a:rPr lang="en-IN" sz="1800" dirty="0">
                <a:effectLst/>
                <a:latin typeface="Nirmala UI" panose="020B0502040204020203" pitchFamily="34" charset="0"/>
                <a:ea typeface="Calibri" panose="020F0502020204030204" pitchFamily="34" charset="0"/>
                <a:cs typeface="Times New Roman" panose="02020603050405020304" pitchFamily="18" charset="0"/>
              </a:rPr>
              <a:t>असतो</a:t>
            </a:r>
            <a:r>
              <a:rPr lang="en-IN" sz="1800" dirty="0">
                <a:effectLst/>
                <a:latin typeface="Calibri" panose="020F0502020204030204" pitchFamily="34" charset="0"/>
                <a:ea typeface="Calibri" panose="020F0502020204030204" pitchFamily="34" charset="0"/>
                <a:cs typeface="Times New Roman" panose="02020603050405020304" pitchFamily="18" charset="0"/>
              </a:rPr>
              <a:t>. </a:t>
            </a:r>
            <a:r>
              <a:rPr lang="en-IN" sz="1800" dirty="0" err="1">
                <a:effectLst/>
                <a:latin typeface="Nirmala UI" panose="020B0502040204020203" pitchFamily="34" charset="0"/>
                <a:ea typeface="Calibri" panose="020F0502020204030204" pitchFamily="34" charset="0"/>
                <a:cs typeface="Times New Roman" panose="02020603050405020304" pitchFamily="18" charset="0"/>
              </a:rPr>
              <a:t>नरांना</a:t>
            </a:r>
            <a:r>
              <a:rPr lang="en-IN" sz="1800" dirty="0">
                <a:effectLst/>
                <a:latin typeface="Calibri" panose="020F0502020204030204" pitchFamily="34" charset="0"/>
                <a:ea typeface="Calibri" panose="020F0502020204030204" pitchFamily="34" charset="0"/>
                <a:cs typeface="Times New Roman" panose="02020603050405020304" pitchFamily="18" charset="0"/>
              </a:rPr>
              <a:t> </a:t>
            </a:r>
            <a:r>
              <a:rPr lang="en-IN" sz="1800" dirty="0" err="1">
                <a:effectLst/>
                <a:latin typeface="Nirmala UI" panose="020B0502040204020203" pitchFamily="34" charset="0"/>
                <a:ea typeface="Calibri" panose="020F0502020204030204" pitchFamily="34" charset="0"/>
                <a:cs typeface="Times New Roman" panose="02020603050405020304" pitchFamily="18" charset="0"/>
              </a:rPr>
              <a:t>लांब</a:t>
            </a:r>
            <a:r>
              <a:rPr lang="en-IN" sz="1800" dirty="0">
                <a:effectLst/>
                <a:latin typeface="Calibri" panose="020F0502020204030204" pitchFamily="34" charset="0"/>
                <a:ea typeface="Calibri" panose="020F0502020204030204" pitchFamily="34" charset="0"/>
                <a:cs typeface="Times New Roman" panose="02020603050405020304" pitchFamily="18" charset="0"/>
              </a:rPr>
              <a:t> </a:t>
            </a:r>
            <a:r>
              <a:rPr lang="en-IN" sz="1800" dirty="0">
                <a:effectLst/>
                <a:latin typeface="Nirmala UI" panose="020B0502040204020203" pitchFamily="34" charset="0"/>
                <a:ea typeface="Calibri" panose="020F0502020204030204" pitchFamily="34" charset="0"/>
                <a:cs typeface="Times New Roman" panose="02020603050405020304" pitchFamily="18" charset="0"/>
              </a:rPr>
              <a:t>आणि</a:t>
            </a:r>
            <a:r>
              <a:rPr lang="en-IN" sz="1800" dirty="0">
                <a:effectLst/>
                <a:latin typeface="Calibri" panose="020F0502020204030204" pitchFamily="34" charset="0"/>
                <a:ea typeface="Calibri" panose="020F0502020204030204" pitchFamily="34" charset="0"/>
                <a:cs typeface="Times New Roman" panose="02020603050405020304" pitchFamily="18" charset="0"/>
              </a:rPr>
              <a:t> </a:t>
            </a:r>
            <a:r>
              <a:rPr lang="en-IN" sz="1800" dirty="0" err="1">
                <a:effectLst/>
                <a:latin typeface="Nirmala UI" panose="020B0502040204020203" pitchFamily="34" charset="0"/>
                <a:ea typeface="Calibri" panose="020F0502020204030204" pitchFamily="34" charset="0"/>
                <a:cs typeface="Times New Roman" panose="02020603050405020304" pitchFamily="18" charset="0"/>
              </a:rPr>
              <a:t>मजबूत</a:t>
            </a:r>
            <a:r>
              <a:rPr lang="en-IN" sz="1800" dirty="0">
                <a:effectLst/>
                <a:latin typeface="Calibri" panose="020F0502020204030204" pitchFamily="34" charset="0"/>
                <a:ea typeface="Calibri" panose="020F0502020204030204" pitchFamily="34" charset="0"/>
                <a:cs typeface="Times New Roman" panose="02020603050405020304" pitchFamily="18" charset="0"/>
              </a:rPr>
              <a:t> </a:t>
            </a:r>
            <a:r>
              <a:rPr lang="en-IN" sz="1800" dirty="0" err="1">
                <a:effectLst/>
                <a:latin typeface="Nirmala UI" panose="020B0502040204020203" pitchFamily="34" charset="0"/>
                <a:ea typeface="Calibri" panose="020F0502020204030204" pitchFamily="34" charset="0"/>
                <a:cs typeface="Times New Roman" panose="02020603050405020304" pitchFamily="18" charset="0"/>
              </a:rPr>
              <a:t>शिंगे</a:t>
            </a:r>
            <a:r>
              <a:rPr lang="en-IN" sz="1800" dirty="0">
                <a:effectLst/>
                <a:latin typeface="Calibri" panose="020F0502020204030204" pitchFamily="34" charset="0"/>
                <a:ea typeface="Calibri" panose="020F0502020204030204" pitchFamily="34" charset="0"/>
                <a:cs typeface="Times New Roman" panose="02020603050405020304" pitchFamily="18" charset="0"/>
              </a:rPr>
              <a:t> </a:t>
            </a:r>
            <a:r>
              <a:rPr lang="en-IN" sz="1800" dirty="0">
                <a:effectLst/>
                <a:latin typeface="Nirmala UI" panose="020B0502040204020203" pitchFamily="34" charset="0"/>
                <a:ea typeface="Calibri" panose="020F0502020204030204" pitchFamily="34" charset="0"/>
                <a:cs typeface="Times New Roman" panose="02020603050405020304" pitchFamily="18" charset="0"/>
              </a:rPr>
              <a:t>असतात</a:t>
            </a:r>
            <a:r>
              <a:rPr lang="en-IN" sz="1800" dirty="0">
                <a:effectLst/>
                <a:latin typeface="Calibri" panose="020F0502020204030204" pitchFamily="34" charset="0"/>
                <a:ea typeface="Calibri" panose="020F0502020204030204" pitchFamily="34" charset="0"/>
                <a:cs typeface="Times New Roman" panose="02020603050405020304" pitchFamily="18" charset="0"/>
              </a:rPr>
              <a:t> </a:t>
            </a:r>
            <a:r>
              <a:rPr lang="en-IN" sz="1800" dirty="0">
                <a:effectLst/>
                <a:latin typeface="Nirmala UI" panose="020B0502040204020203" pitchFamily="34" charset="0"/>
                <a:ea typeface="Calibri" panose="020F0502020204030204" pitchFamily="34" charset="0"/>
                <a:cs typeface="Times New Roman" panose="02020603050405020304" pitchFamily="18" charset="0"/>
              </a:rPr>
              <a:t>तर</a:t>
            </a:r>
            <a:r>
              <a:rPr lang="en-IN" sz="1800" dirty="0">
                <a:effectLst/>
                <a:latin typeface="Calibri" panose="020F0502020204030204" pitchFamily="34" charset="0"/>
                <a:ea typeface="Calibri" panose="020F0502020204030204" pitchFamily="34" charset="0"/>
                <a:cs typeface="Times New Roman" panose="02020603050405020304" pitchFamily="18" charset="0"/>
              </a:rPr>
              <a:t> </a:t>
            </a:r>
            <a:r>
              <a:rPr lang="en-IN" sz="1800" dirty="0" err="1">
                <a:effectLst/>
                <a:latin typeface="Nirmala UI" panose="020B0502040204020203" pitchFamily="34" charset="0"/>
                <a:ea typeface="Calibri" panose="020F0502020204030204" pitchFamily="34" charset="0"/>
                <a:cs typeface="Times New Roman" panose="02020603050405020304" pitchFamily="18" charset="0"/>
              </a:rPr>
              <a:t>माद्यांना</a:t>
            </a:r>
            <a:r>
              <a:rPr lang="en-IN" sz="1800" dirty="0">
                <a:effectLst/>
                <a:latin typeface="Calibri" panose="020F0502020204030204" pitchFamily="34" charset="0"/>
                <a:ea typeface="Calibri" panose="020F0502020204030204" pitchFamily="34" charset="0"/>
                <a:cs typeface="Times New Roman" panose="02020603050405020304" pitchFamily="18" charset="0"/>
              </a:rPr>
              <a:t> </a:t>
            </a:r>
            <a:r>
              <a:rPr lang="en-IN" sz="1800" dirty="0" err="1">
                <a:effectLst/>
                <a:latin typeface="Nirmala UI" panose="020B0502040204020203" pitchFamily="34" charset="0"/>
                <a:ea typeface="Calibri" panose="020F0502020204030204" pitchFamily="34" charset="0"/>
                <a:cs typeface="Times New Roman" panose="02020603050405020304" pitchFamily="18" charset="0"/>
              </a:rPr>
              <a:t>सपाट</a:t>
            </a:r>
            <a:r>
              <a:rPr lang="en-IN" sz="1800" dirty="0">
                <a:effectLst/>
                <a:latin typeface="Calibri" panose="020F0502020204030204" pitchFamily="34" charset="0"/>
                <a:ea typeface="Calibri" panose="020F0502020204030204" pitchFamily="34" charset="0"/>
                <a:cs typeface="Times New Roman" panose="02020603050405020304" pitchFamily="18" charset="0"/>
              </a:rPr>
              <a:t> </a:t>
            </a:r>
            <a:r>
              <a:rPr lang="en-IN" sz="1800" dirty="0">
                <a:effectLst/>
                <a:latin typeface="Nirmala UI" panose="020B0502040204020203" pitchFamily="34" charset="0"/>
                <a:ea typeface="Calibri" panose="020F0502020204030204" pitchFamily="34" charset="0"/>
                <a:cs typeface="Times New Roman" panose="02020603050405020304" pitchFamily="18" charset="0"/>
              </a:rPr>
              <a:t>आणि</a:t>
            </a:r>
            <a:r>
              <a:rPr lang="en-IN" sz="1800" dirty="0">
                <a:effectLst/>
                <a:latin typeface="Calibri" panose="020F0502020204030204" pitchFamily="34" charset="0"/>
                <a:ea typeface="Calibri" panose="020F0502020204030204" pitchFamily="34" charset="0"/>
                <a:cs typeface="Times New Roman" panose="02020603050405020304" pitchFamily="18" charset="0"/>
              </a:rPr>
              <a:t> </a:t>
            </a:r>
            <a:r>
              <a:rPr lang="en-IN" sz="1800" dirty="0" err="1">
                <a:effectLst/>
                <a:latin typeface="Nirmala UI" panose="020B0502040204020203" pitchFamily="34" charset="0"/>
                <a:ea typeface="Calibri" panose="020F0502020204030204" pitchFamily="34" charset="0"/>
                <a:cs typeface="Times New Roman" panose="02020603050405020304" pitchFamily="18" charset="0"/>
              </a:rPr>
              <a:t>कमकुवत</a:t>
            </a:r>
            <a:r>
              <a:rPr lang="en-IN" sz="1800" dirty="0">
                <a:effectLst/>
                <a:latin typeface="Calibri" panose="020F0502020204030204" pitchFamily="34" charset="0"/>
                <a:ea typeface="Calibri" panose="020F0502020204030204" pitchFamily="34" charset="0"/>
                <a:cs typeface="Times New Roman" panose="02020603050405020304" pitchFamily="18" charset="0"/>
              </a:rPr>
              <a:t> </a:t>
            </a:r>
            <a:r>
              <a:rPr lang="en-IN" sz="1800" dirty="0" err="1">
                <a:effectLst/>
                <a:latin typeface="Nirmala UI" panose="020B0502040204020203" pitchFamily="34" charset="0"/>
                <a:ea typeface="Calibri" panose="020F0502020204030204" pitchFamily="34" charset="0"/>
                <a:cs typeface="Times New Roman" panose="02020603050405020304" pitchFamily="18" charset="0"/>
              </a:rPr>
              <a:t>शिंगे</a:t>
            </a:r>
            <a:r>
              <a:rPr lang="en-IN" sz="1800" dirty="0">
                <a:effectLst/>
                <a:latin typeface="Calibri" panose="020F0502020204030204" pitchFamily="34" charset="0"/>
                <a:ea typeface="Calibri" panose="020F0502020204030204" pitchFamily="34" charset="0"/>
                <a:cs typeface="Times New Roman" panose="02020603050405020304" pitchFamily="18" charset="0"/>
              </a:rPr>
              <a:t> </a:t>
            </a:r>
            <a:r>
              <a:rPr lang="en-IN" sz="1800" dirty="0">
                <a:effectLst/>
                <a:latin typeface="Nirmala UI" panose="020B0502040204020203" pitchFamily="34" charset="0"/>
                <a:ea typeface="Calibri" panose="020F0502020204030204" pitchFamily="34" charset="0"/>
                <a:cs typeface="Times New Roman" panose="02020603050405020304" pitchFamily="18" charset="0"/>
              </a:rPr>
              <a:t>असतात</a:t>
            </a:r>
            <a:r>
              <a:rPr lang="en-IN" sz="1800" dirty="0">
                <a:effectLst/>
                <a:latin typeface="Calibri" panose="020F0502020204030204" pitchFamily="34" charset="0"/>
                <a:ea typeface="Calibri" panose="020F0502020204030204" pitchFamily="34" charset="0"/>
                <a:cs typeface="Times New Roman" panose="02020603050405020304" pitchFamily="18" charset="0"/>
              </a:rPr>
              <a:t>. </a:t>
            </a:r>
            <a:r>
              <a:rPr lang="en-IN" sz="1800" dirty="0" err="1">
                <a:effectLst/>
                <a:latin typeface="Nirmala UI" panose="020B0502040204020203" pitchFamily="34" charset="0"/>
                <a:ea typeface="Calibri" panose="020F0502020204030204" pitchFamily="34" charset="0"/>
                <a:cs typeface="Times New Roman" panose="02020603050405020304" pitchFamily="18" charset="0"/>
              </a:rPr>
              <a:t>कासेचा</a:t>
            </a:r>
            <a:r>
              <a:rPr lang="en-IN" sz="1800" dirty="0">
                <a:effectLst/>
                <a:latin typeface="Calibri" panose="020F0502020204030204" pitchFamily="34" charset="0"/>
                <a:ea typeface="Calibri" panose="020F0502020204030204" pitchFamily="34" charset="0"/>
                <a:cs typeface="Times New Roman" panose="02020603050405020304" pitchFamily="18" charset="0"/>
              </a:rPr>
              <a:t> </a:t>
            </a:r>
            <a:r>
              <a:rPr lang="en-IN" sz="1800" dirty="0" err="1">
                <a:effectLst/>
                <a:latin typeface="Nirmala UI" panose="020B0502040204020203" pitchFamily="34" charset="0"/>
                <a:ea typeface="Calibri" panose="020F0502020204030204" pitchFamily="34" charset="0"/>
                <a:cs typeface="Times New Roman" panose="02020603050405020304" pitchFamily="18" charset="0"/>
              </a:rPr>
              <a:t>आकार</a:t>
            </a:r>
            <a:r>
              <a:rPr lang="en-IN" sz="1800" dirty="0">
                <a:effectLst/>
                <a:latin typeface="Calibri" panose="020F0502020204030204" pitchFamily="34" charset="0"/>
                <a:ea typeface="Calibri" panose="020F0502020204030204" pitchFamily="34" charset="0"/>
                <a:cs typeface="Times New Roman" panose="02020603050405020304" pitchFamily="18" charset="0"/>
              </a:rPr>
              <a:t> </a:t>
            </a:r>
            <a:r>
              <a:rPr lang="en-IN" sz="1800" dirty="0" err="1">
                <a:effectLst/>
                <a:latin typeface="Nirmala UI" panose="020B0502040204020203" pitchFamily="34" charset="0"/>
                <a:ea typeface="Calibri" panose="020F0502020204030204" pitchFamily="34" charset="0"/>
                <a:cs typeface="Times New Roman" panose="02020603050405020304" pitchFamily="18" charset="0"/>
              </a:rPr>
              <a:t>लांब</a:t>
            </a:r>
            <a:r>
              <a:rPr lang="en-IN" sz="1800" dirty="0">
                <a:effectLst/>
                <a:latin typeface="Calibri" panose="020F0502020204030204" pitchFamily="34" charset="0"/>
                <a:ea typeface="Calibri" panose="020F0502020204030204" pitchFamily="34" charset="0"/>
                <a:cs typeface="Times New Roman" panose="02020603050405020304" pitchFamily="18" charset="0"/>
              </a:rPr>
              <a:t> </a:t>
            </a:r>
            <a:r>
              <a:rPr lang="en-IN" sz="1800" dirty="0">
                <a:effectLst/>
                <a:latin typeface="Nirmala UI" panose="020B0502040204020203" pitchFamily="34" charset="0"/>
                <a:ea typeface="Calibri" panose="020F0502020204030204" pitchFamily="34" charset="0"/>
                <a:cs typeface="Times New Roman" panose="02020603050405020304" pitchFamily="18" charset="0"/>
              </a:rPr>
              <a:t>आणि</a:t>
            </a:r>
            <a:r>
              <a:rPr lang="en-IN" sz="1800" dirty="0">
                <a:effectLst/>
                <a:latin typeface="Calibri" panose="020F0502020204030204" pitchFamily="34" charset="0"/>
                <a:ea typeface="Calibri" panose="020F0502020204030204" pitchFamily="34" charset="0"/>
                <a:cs typeface="Times New Roman" panose="02020603050405020304" pitchFamily="18" charset="0"/>
              </a:rPr>
              <a:t> </a:t>
            </a:r>
            <a:r>
              <a:rPr lang="en-IN" sz="1800" dirty="0" err="1">
                <a:effectLst/>
                <a:latin typeface="Nirmala UI" panose="020B0502040204020203" pitchFamily="34" charset="0"/>
                <a:ea typeface="Calibri" panose="020F0502020204030204" pitchFamily="34" charset="0"/>
                <a:cs typeface="Times New Roman" panose="02020603050405020304" pitchFamily="18" charset="0"/>
              </a:rPr>
              <a:t>शंकूच्या</a:t>
            </a:r>
            <a:r>
              <a:rPr lang="en-IN" sz="1800" dirty="0">
                <a:effectLst/>
                <a:latin typeface="Calibri" panose="020F0502020204030204" pitchFamily="34" charset="0"/>
                <a:ea typeface="Calibri" panose="020F0502020204030204" pitchFamily="34" charset="0"/>
                <a:cs typeface="Times New Roman" panose="02020603050405020304" pitchFamily="18" charset="0"/>
              </a:rPr>
              <a:t> </a:t>
            </a:r>
            <a:r>
              <a:rPr lang="en-IN" sz="1800" dirty="0" err="1">
                <a:effectLst/>
                <a:latin typeface="Nirmala UI" panose="020B0502040204020203" pitchFamily="34" charset="0"/>
                <a:ea typeface="Calibri" panose="020F0502020204030204" pitchFamily="34" charset="0"/>
                <a:cs typeface="Times New Roman" panose="02020603050405020304" pitchFamily="18" charset="0"/>
              </a:rPr>
              <a:t>आकाराच्या</a:t>
            </a:r>
            <a:r>
              <a:rPr lang="en-IN" sz="1800" dirty="0">
                <a:effectLst/>
                <a:latin typeface="Calibri" panose="020F0502020204030204" pitchFamily="34" charset="0"/>
                <a:ea typeface="Calibri" panose="020F0502020204030204" pitchFamily="34" charset="0"/>
                <a:cs typeface="Times New Roman" panose="02020603050405020304" pitchFamily="18" charset="0"/>
              </a:rPr>
              <a:t> </a:t>
            </a:r>
            <a:r>
              <a:rPr lang="en-IN" sz="1800" dirty="0" err="1">
                <a:effectLst/>
                <a:latin typeface="Nirmala UI" panose="020B0502040204020203" pitchFamily="34" charset="0"/>
                <a:ea typeface="Calibri" panose="020F0502020204030204" pitchFamily="34" charset="0"/>
                <a:cs typeface="Times New Roman" panose="02020603050405020304" pitchFamily="18" charset="0"/>
              </a:rPr>
              <a:t>टीट्ससह</a:t>
            </a:r>
            <a:r>
              <a:rPr lang="en-IN" sz="1800" dirty="0">
                <a:effectLst/>
                <a:latin typeface="Calibri" panose="020F0502020204030204" pitchFamily="34" charset="0"/>
                <a:ea typeface="Calibri" panose="020F0502020204030204" pitchFamily="34" charset="0"/>
                <a:cs typeface="Times New Roman" panose="02020603050405020304" pitchFamily="18" charset="0"/>
              </a:rPr>
              <a:t> </a:t>
            </a:r>
            <a:r>
              <a:rPr lang="en-IN" sz="1800" dirty="0" err="1">
                <a:effectLst/>
                <a:latin typeface="Nirmala UI" panose="020B0502040204020203" pitchFamily="34" charset="0"/>
                <a:ea typeface="Calibri" panose="020F0502020204030204" pitchFamily="34" charset="0"/>
                <a:cs typeface="Times New Roman" panose="02020603050405020304" pitchFamily="18" charset="0"/>
              </a:rPr>
              <a:t>चांगला</a:t>
            </a:r>
            <a:r>
              <a:rPr lang="en-IN" sz="1800" dirty="0">
                <a:effectLst/>
                <a:latin typeface="Calibri" panose="020F0502020204030204" pitchFamily="34" charset="0"/>
                <a:ea typeface="Calibri" panose="020F0502020204030204" pitchFamily="34" charset="0"/>
                <a:cs typeface="Times New Roman" panose="02020603050405020304" pitchFamily="18" charset="0"/>
              </a:rPr>
              <a:t> </a:t>
            </a:r>
            <a:r>
              <a:rPr lang="en-IN" sz="1800" dirty="0" err="1">
                <a:effectLst/>
                <a:latin typeface="Nirmala UI" panose="020B0502040204020203" pitchFamily="34" charset="0"/>
                <a:ea typeface="Calibri" panose="020F0502020204030204" pitchFamily="34" charset="0"/>
                <a:cs typeface="Times New Roman" panose="02020603050405020304" pitchFamily="18" charset="0"/>
              </a:rPr>
              <a:t>विकसित</a:t>
            </a:r>
            <a:r>
              <a:rPr lang="en-IN" sz="1800" dirty="0">
                <a:effectLst/>
                <a:latin typeface="Calibri" panose="020F0502020204030204" pitchFamily="34" charset="0"/>
                <a:ea typeface="Calibri" panose="020F0502020204030204" pitchFamily="34" charset="0"/>
                <a:cs typeface="Times New Roman" panose="02020603050405020304" pitchFamily="18" charset="0"/>
              </a:rPr>
              <a:t> </a:t>
            </a:r>
            <a:r>
              <a:rPr lang="en-IN" sz="1800" dirty="0" err="1">
                <a:effectLst/>
                <a:latin typeface="Nirmala UI" panose="020B0502040204020203" pitchFamily="34" charset="0"/>
                <a:ea typeface="Calibri" panose="020F0502020204030204" pitchFamily="34" charset="0"/>
                <a:cs typeface="Times New Roman" panose="02020603050405020304" pitchFamily="18" charset="0"/>
              </a:rPr>
              <a:t>होतो</a:t>
            </a:r>
            <a:r>
              <a:rPr lang="en-IN" sz="1800" dirty="0">
                <a:effectLst/>
                <a:latin typeface="Calibri" panose="020F0502020204030204" pitchFamily="34" charset="0"/>
                <a:ea typeface="Calibri" panose="020F0502020204030204" pitchFamily="34" charset="0"/>
                <a:cs typeface="Times New Roman" panose="02020603050405020304" pitchFamily="18" charset="0"/>
              </a:rPr>
              <a:t>. </a:t>
            </a:r>
            <a:r>
              <a:rPr lang="en-IN" sz="1800" dirty="0" err="1">
                <a:effectLst/>
                <a:latin typeface="Nirmala UI" panose="020B0502040204020203" pitchFamily="34" charset="0"/>
                <a:ea typeface="Calibri" panose="020F0502020204030204" pitchFamily="34" charset="0"/>
                <a:cs typeface="Times New Roman" panose="02020603050405020304" pitchFamily="18" charset="0"/>
              </a:rPr>
              <a:t>नरांचे</a:t>
            </a:r>
            <a:r>
              <a:rPr lang="en-IN" sz="1800" dirty="0">
                <a:effectLst/>
                <a:latin typeface="Calibri" panose="020F0502020204030204" pitchFamily="34" charset="0"/>
                <a:ea typeface="Calibri" panose="020F0502020204030204" pitchFamily="34" charset="0"/>
                <a:cs typeface="Times New Roman" panose="02020603050405020304" pitchFamily="18" charset="0"/>
              </a:rPr>
              <a:t> </a:t>
            </a:r>
            <a:r>
              <a:rPr lang="en-IN" sz="1800" dirty="0">
                <a:effectLst/>
                <a:latin typeface="Nirmala UI" panose="020B0502040204020203" pitchFamily="34" charset="0"/>
                <a:ea typeface="Calibri" panose="020F0502020204030204" pitchFamily="34" charset="0"/>
                <a:cs typeface="Times New Roman" panose="02020603050405020304" pitchFamily="18" charset="0"/>
              </a:rPr>
              <a:t>वजन</a:t>
            </a:r>
            <a:r>
              <a:rPr lang="en-IN" sz="1800" dirty="0">
                <a:effectLst/>
                <a:latin typeface="Calibri" panose="020F0502020204030204" pitchFamily="34" charset="0"/>
                <a:ea typeface="Calibri" panose="020F0502020204030204" pitchFamily="34" charset="0"/>
                <a:cs typeface="Times New Roman" panose="02020603050405020304" pitchFamily="18" charset="0"/>
              </a:rPr>
              <a:t> 45 </a:t>
            </a:r>
            <a:r>
              <a:rPr lang="en-IN" sz="1800" dirty="0">
                <a:effectLst/>
                <a:latin typeface="Nirmala UI" panose="020B0502040204020203" pitchFamily="34" charset="0"/>
                <a:ea typeface="Calibri" panose="020F0502020204030204" pitchFamily="34" charset="0"/>
                <a:cs typeface="Times New Roman" panose="02020603050405020304" pitchFamily="18" charset="0"/>
              </a:rPr>
              <a:t>ते</a:t>
            </a:r>
            <a:r>
              <a:rPr lang="en-IN" sz="1800" dirty="0">
                <a:effectLst/>
                <a:latin typeface="Calibri" panose="020F0502020204030204" pitchFamily="34" charset="0"/>
                <a:ea typeface="Calibri" panose="020F0502020204030204" pitchFamily="34" charset="0"/>
                <a:cs typeface="Times New Roman" panose="02020603050405020304" pitchFamily="18" charset="0"/>
              </a:rPr>
              <a:t> 50 </a:t>
            </a:r>
            <a:r>
              <a:rPr lang="en-IN" sz="1800" dirty="0" err="1">
                <a:effectLst/>
                <a:latin typeface="Nirmala UI" panose="020B0502040204020203" pitchFamily="34" charset="0"/>
                <a:ea typeface="Calibri" panose="020F0502020204030204" pitchFamily="34" charset="0"/>
                <a:cs typeface="Times New Roman" panose="02020603050405020304" pitchFamily="18" charset="0"/>
              </a:rPr>
              <a:t>किलो</a:t>
            </a:r>
            <a:r>
              <a:rPr lang="en-IN" sz="1800" dirty="0">
                <a:effectLst/>
                <a:latin typeface="Calibri" panose="020F0502020204030204" pitchFamily="34" charset="0"/>
                <a:ea typeface="Calibri" panose="020F0502020204030204" pitchFamily="34" charset="0"/>
                <a:cs typeface="Times New Roman" panose="02020603050405020304" pitchFamily="18" charset="0"/>
              </a:rPr>
              <a:t> </a:t>
            </a:r>
            <a:r>
              <a:rPr lang="en-IN" sz="1800" dirty="0">
                <a:effectLst/>
                <a:latin typeface="Nirmala UI" panose="020B0502040204020203" pitchFamily="34" charset="0"/>
                <a:ea typeface="Calibri" panose="020F0502020204030204" pitchFamily="34" charset="0"/>
                <a:cs typeface="Times New Roman" panose="02020603050405020304" pitchFamily="18" charset="0"/>
              </a:rPr>
              <a:t>आणि</a:t>
            </a:r>
            <a:r>
              <a:rPr lang="en-IN" sz="1800" dirty="0">
                <a:effectLst/>
                <a:latin typeface="Calibri" panose="020F0502020204030204" pitchFamily="34" charset="0"/>
                <a:ea typeface="Calibri" panose="020F0502020204030204" pitchFamily="34" charset="0"/>
                <a:cs typeface="Times New Roman" panose="02020603050405020304" pitchFamily="18" charset="0"/>
              </a:rPr>
              <a:t> </a:t>
            </a:r>
            <a:r>
              <a:rPr lang="en-IN" sz="1800" dirty="0" err="1">
                <a:effectLst/>
                <a:latin typeface="Nirmala UI" panose="020B0502040204020203" pitchFamily="34" charset="0"/>
                <a:ea typeface="Calibri" panose="020F0502020204030204" pitchFamily="34" charset="0"/>
                <a:cs typeface="Times New Roman" panose="02020603050405020304" pitchFamily="18" charset="0"/>
              </a:rPr>
              <a:t>मादीचे</a:t>
            </a:r>
            <a:r>
              <a:rPr lang="en-IN" sz="1800" dirty="0">
                <a:effectLst/>
                <a:latin typeface="Calibri" panose="020F0502020204030204" pitchFamily="34" charset="0"/>
                <a:ea typeface="Calibri" panose="020F0502020204030204" pitchFamily="34" charset="0"/>
                <a:cs typeface="Times New Roman" panose="02020603050405020304" pitchFamily="18" charset="0"/>
              </a:rPr>
              <a:t> </a:t>
            </a:r>
            <a:r>
              <a:rPr lang="en-IN" sz="1800" dirty="0">
                <a:effectLst/>
                <a:latin typeface="Nirmala UI" panose="020B0502040204020203" pitchFamily="34" charset="0"/>
                <a:ea typeface="Calibri" panose="020F0502020204030204" pitchFamily="34" charset="0"/>
                <a:cs typeface="Times New Roman" panose="02020603050405020304" pitchFamily="18" charset="0"/>
              </a:rPr>
              <a:t>वजन</a:t>
            </a:r>
            <a:r>
              <a:rPr lang="en-IN" sz="1800" dirty="0">
                <a:effectLst/>
                <a:latin typeface="Calibri" panose="020F0502020204030204" pitchFamily="34" charset="0"/>
                <a:ea typeface="Calibri" panose="020F0502020204030204" pitchFamily="34" charset="0"/>
                <a:cs typeface="Times New Roman" panose="02020603050405020304" pitchFamily="18" charset="0"/>
              </a:rPr>
              <a:t> 40 </a:t>
            </a:r>
            <a:r>
              <a:rPr lang="en-IN" sz="1800" dirty="0" err="1">
                <a:effectLst/>
                <a:latin typeface="Nirmala UI" panose="020B0502040204020203" pitchFamily="34" charset="0"/>
                <a:ea typeface="Calibri" panose="020F0502020204030204" pitchFamily="34" charset="0"/>
                <a:cs typeface="Times New Roman" panose="02020603050405020304" pitchFamily="18" charset="0"/>
              </a:rPr>
              <a:t>किलो</a:t>
            </a:r>
            <a:r>
              <a:rPr lang="en-IN" sz="1800" dirty="0">
                <a:effectLst/>
                <a:latin typeface="Calibri" panose="020F0502020204030204" pitchFamily="34" charset="0"/>
                <a:ea typeface="Calibri" panose="020F0502020204030204" pitchFamily="34" charset="0"/>
                <a:cs typeface="Times New Roman" panose="02020603050405020304" pitchFamily="18" charset="0"/>
              </a:rPr>
              <a:t> </a:t>
            </a:r>
            <a:r>
              <a:rPr lang="en-IN" sz="1800" dirty="0" err="1">
                <a:effectLst/>
                <a:latin typeface="Nirmala UI" panose="020B0502040204020203" pitchFamily="34" charset="0"/>
                <a:ea typeface="Calibri" panose="020F0502020204030204" pitchFamily="34" charset="0"/>
                <a:cs typeface="Times New Roman" panose="02020603050405020304" pitchFamily="18" charset="0"/>
              </a:rPr>
              <a:t>असते</a:t>
            </a:r>
            <a:r>
              <a:rPr lang="en-IN" sz="1800" dirty="0">
                <a:effectLst/>
                <a:latin typeface="Calibri" panose="020F0502020204030204" pitchFamily="34" charset="0"/>
                <a:ea typeface="Calibri" panose="020F0502020204030204" pitchFamily="34" charset="0"/>
                <a:cs typeface="Times New Roman" panose="02020603050405020304" pitchFamily="18" charset="0"/>
              </a:rPr>
              <a:t>. </a:t>
            </a:r>
          </a:p>
          <a:p>
            <a:pPr marL="285750" indent="-285750">
              <a:lnSpc>
                <a:spcPct val="107000"/>
              </a:lnSpc>
              <a:spcAft>
                <a:spcPts val="800"/>
              </a:spcAft>
              <a:buFont typeface="Arial" panose="020B0604020202020204" pitchFamily="34" charset="0"/>
              <a:buChar char="•"/>
            </a:pPr>
            <a:r>
              <a:rPr lang="en-IN" sz="1800" dirty="0" err="1">
                <a:effectLst/>
                <a:latin typeface="Nirmala UI" panose="020B0502040204020203" pitchFamily="34" charset="0"/>
                <a:ea typeface="Calibri" panose="020F0502020204030204" pitchFamily="34" charset="0"/>
                <a:cs typeface="Times New Roman" panose="02020603050405020304" pitchFamily="18" charset="0"/>
              </a:rPr>
              <a:t>जातीचा</a:t>
            </a:r>
            <a:r>
              <a:rPr lang="en-IN" sz="1800" dirty="0">
                <a:effectLst/>
                <a:latin typeface="Calibri" panose="020F0502020204030204" pitchFamily="34" charset="0"/>
                <a:ea typeface="Calibri" panose="020F0502020204030204" pitchFamily="34" charset="0"/>
                <a:cs typeface="Times New Roman" panose="02020603050405020304" pitchFamily="18" charset="0"/>
              </a:rPr>
              <a:t> </a:t>
            </a:r>
            <a:r>
              <a:rPr lang="en-IN" sz="1800" dirty="0" err="1">
                <a:effectLst/>
                <a:latin typeface="Nirmala UI" panose="020B0502040204020203" pitchFamily="34" charset="0"/>
                <a:ea typeface="Calibri" panose="020F0502020204030204" pitchFamily="34" charset="0"/>
                <a:cs typeface="Times New Roman" panose="02020603050405020304" pitchFamily="18" charset="0"/>
              </a:rPr>
              <a:t>सरासरी</a:t>
            </a:r>
            <a:r>
              <a:rPr lang="en-IN" sz="1800" dirty="0">
                <a:effectLst/>
                <a:latin typeface="Calibri" panose="020F0502020204030204" pitchFamily="34" charset="0"/>
                <a:ea typeface="Calibri" panose="020F0502020204030204" pitchFamily="34" charset="0"/>
                <a:cs typeface="Times New Roman" panose="02020603050405020304" pitchFamily="18" charset="0"/>
              </a:rPr>
              <a:t> </a:t>
            </a:r>
            <a:r>
              <a:rPr lang="en-IN" sz="1800" dirty="0" err="1">
                <a:effectLst/>
                <a:latin typeface="Nirmala UI" panose="020B0502040204020203" pitchFamily="34" charset="0"/>
                <a:ea typeface="Calibri" panose="020F0502020204030204" pitchFamily="34" charset="0"/>
                <a:cs typeface="Times New Roman" panose="02020603050405020304" pitchFamily="18" charset="0"/>
              </a:rPr>
              <a:t>दूध</a:t>
            </a:r>
            <a:r>
              <a:rPr lang="en-IN" sz="1800" dirty="0">
                <a:effectLst/>
                <a:latin typeface="Calibri" panose="020F0502020204030204" pitchFamily="34" charset="0"/>
                <a:ea typeface="Calibri" panose="020F0502020204030204" pitchFamily="34" charset="0"/>
                <a:cs typeface="Times New Roman" panose="02020603050405020304" pitchFamily="18" charset="0"/>
              </a:rPr>
              <a:t> </a:t>
            </a:r>
            <a:r>
              <a:rPr lang="en-IN" sz="1800" dirty="0" err="1">
                <a:effectLst/>
                <a:latin typeface="Nirmala UI" panose="020B0502040204020203" pitchFamily="34" charset="0"/>
                <a:ea typeface="Calibri" panose="020F0502020204030204" pitchFamily="34" charset="0"/>
                <a:cs typeface="Times New Roman" panose="02020603050405020304" pitchFamily="18" charset="0"/>
              </a:rPr>
              <a:t>देण्याचा</a:t>
            </a:r>
            <a:r>
              <a:rPr lang="en-IN" sz="1800" dirty="0">
                <a:effectLst/>
                <a:latin typeface="Calibri" panose="020F0502020204030204" pitchFamily="34" charset="0"/>
                <a:ea typeface="Calibri" panose="020F0502020204030204" pitchFamily="34" charset="0"/>
                <a:cs typeface="Times New Roman" panose="02020603050405020304" pitchFamily="18" charset="0"/>
              </a:rPr>
              <a:t> </a:t>
            </a:r>
            <a:r>
              <a:rPr lang="en-IN" sz="1800" dirty="0" err="1">
                <a:effectLst/>
                <a:latin typeface="Nirmala UI" panose="020B0502040204020203" pitchFamily="34" charset="0"/>
                <a:ea typeface="Calibri" panose="020F0502020204030204" pitchFamily="34" charset="0"/>
                <a:cs typeface="Times New Roman" panose="02020603050405020304" pitchFamily="18" charset="0"/>
              </a:rPr>
              <a:t>कालावधी</a:t>
            </a:r>
            <a:r>
              <a:rPr lang="en-IN" sz="1800" dirty="0">
                <a:effectLst/>
                <a:latin typeface="Calibri" panose="020F0502020204030204" pitchFamily="34" charset="0"/>
                <a:ea typeface="Calibri" panose="020F0502020204030204" pitchFamily="34" charset="0"/>
                <a:cs typeface="Times New Roman" panose="02020603050405020304" pitchFamily="18" charset="0"/>
              </a:rPr>
              <a:t> 6 </a:t>
            </a:r>
            <a:r>
              <a:rPr lang="en-IN" sz="1800" dirty="0">
                <a:effectLst/>
                <a:latin typeface="Nirmala UI" panose="020B0502040204020203" pitchFamily="34" charset="0"/>
                <a:ea typeface="Calibri" panose="020F0502020204030204" pitchFamily="34" charset="0"/>
                <a:cs typeface="Times New Roman" panose="02020603050405020304" pitchFamily="18" charset="0"/>
              </a:rPr>
              <a:t>ते</a:t>
            </a:r>
            <a:r>
              <a:rPr lang="en-IN" sz="1800" dirty="0">
                <a:effectLst/>
                <a:latin typeface="Calibri" panose="020F0502020204030204" pitchFamily="34" charset="0"/>
                <a:ea typeface="Calibri" panose="020F0502020204030204" pitchFamily="34" charset="0"/>
                <a:cs typeface="Times New Roman" panose="02020603050405020304" pitchFamily="18" charset="0"/>
              </a:rPr>
              <a:t> 8 </a:t>
            </a:r>
            <a:r>
              <a:rPr lang="en-IN" sz="1800" dirty="0" err="1">
                <a:effectLst/>
                <a:latin typeface="Nirmala UI" panose="020B0502040204020203" pitchFamily="34" charset="0"/>
                <a:ea typeface="Calibri" panose="020F0502020204030204" pitchFamily="34" charset="0"/>
                <a:cs typeface="Times New Roman" panose="02020603050405020304" pitchFamily="18" charset="0"/>
              </a:rPr>
              <a:t>महिने</a:t>
            </a:r>
            <a:r>
              <a:rPr lang="en-IN" sz="1800" dirty="0">
                <a:effectLst/>
                <a:latin typeface="Calibri" panose="020F0502020204030204" pitchFamily="34" charset="0"/>
                <a:ea typeface="Calibri" panose="020F0502020204030204" pitchFamily="34" charset="0"/>
                <a:cs typeface="Times New Roman" panose="02020603050405020304" pitchFamily="18" charset="0"/>
              </a:rPr>
              <a:t> </a:t>
            </a:r>
            <a:r>
              <a:rPr lang="en-IN" sz="1800" dirty="0">
                <a:effectLst/>
                <a:latin typeface="Nirmala UI" panose="020B0502040204020203" pitchFamily="34" charset="0"/>
                <a:ea typeface="Calibri" panose="020F0502020204030204" pitchFamily="34" charset="0"/>
                <a:cs typeface="Times New Roman" panose="02020603050405020304" pitchFamily="18" charset="0"/>
              </a:rPr>
              <a:t>असतो</a:t>
            </a:r>
            <a:r>
              <a:rPr lang="en-IN" sz="1800" dirty="0">
                <a:effectLst/>
                <a:latin typeface="Calibri" panose="020F0502020204030204" pitchFamily="34" charset="0"/>
                <a:ea typeface="Calibri" panose="020F0502020204030204" pitchFamily="34" charset="0"/>
                <a:cs typeface="Times New Roman" panose="02020603050405020304" pitchFamily="18" charset="0"/>
              </a:rPr>
              <a:t>. </a:t>
            </a:r>
            <a:r>
              <a:rPr lang="en-IN" sz="1800" dirty="0" err="1">
                <a:effectLst/>
                <a:latin typeface="Nirmala UI" panose="020B0502040204020203" pitchFamily="34" charset="0"/>
                <a:ea typeface="Calibri" panose="020F0502020204030204" pitchFamily="34" charset="0"/>
                <a:cs typeface="Times New Roman" panose="02020603050405020304" pitchFamily="18" charset="0"/>
              </a:rPr>
              <a:t>मादी</a:t>
            </a:r>
            <a:r>
              <a:rPr lang="en-IN" sz="1800" dirty="0">
                <a:effectLst/>
                <a:latin typeface="Calibri" panose="020F0502020204030204" pitchFamily="34" charset="0"/>
                <a:ea typeface="Calibri" panose="020F0502020204030204" pitchFamily="34" charset="0"/>
                <a:cs typeface="Times New Roman" panose="02020603050405020304" pitchFamily="18" charset="0"/>
              </a:rPr>
              <a:t> </a:t>
            </a:r>
            <a:r>
              <a:rPr lang="en-IN" sz="1800" dirty="0" err="1">
                <a:effectLst/>
                <a:latin typeface="Nirmala UI" panose="020B0502040204020203" pitchFamily="34" charset="0"/>
                <a:ea typeface="Calibri" panose="020F0502020204030204" pitchFamily="34" charset="0"/>
                <a:cs typeface="Times New Roman" panose="02020603050405020304" pitchFamily="18" charset="0"/>
              </a:rPr>
              <a:t>दररोज</a:t>
            </a:r>
            <a:r>
              <a:rPr lang="en-IN" sz="1800" dirty="0">
                <a:effectLst/>
                <a:latin typeface="Calibri" panose="020F0502020204030204" pitchFamily="34" charset="0"/>
                <a:ea typeface="Calibri" panose="020F0502020204030204" pitchFamily="34" charset="0"/>
                <a:cs typeface="Times New Roman" panose="02020603050405020304" pitchFamily="18" charset="0"/>
              </a:rPr>
              <a:t> 2 </a:t>
            </a:r>
            <a:r>
              <a:rPr lang="en-IN" sz="1800" dirty="0" err="1">
                <a:effectLst/>
                <a:latin typeface="Nirmala UI" panose="020B0502040204020203" pitchFamily="34" charset="0"/>
                <a:ea typeface="Calibri" panose="020F0502020204030204" pitchFamily="34" charset="0"/>
                <a:cs typeface="Times New Roman" panose="02020603050405020304" pitchFamily="18" charset="0"/>
              </a:rPr>
              <a:t>किलो</a:t>
            </a:r>
            <a:r>
              <a:rPr lang="en-IN" sz="1800" dirty="0">
                <a:effectLst/>
                <a:latin typeface="Calibri" panose="020F0502020204030204" pitchFamily="34" charset="0"/>
                <a:ea typeface="Calibri" panose="020F0502020204030204" pitchFamily="34" charset="0"/>
                <a:cs typeface="Times New Roman" panose="02020603050405020304" pitchFamily="18" charset="0"/>
              </a:rPr>
              <a:t> </a:t>
            </a:r>
            <a:r>
              <a:rPr lang="en-IN" sz="1800" dirty="0" err="1">
                <a:effectLst/>
                <a:latin typeface="Nirmala UI" panose="020B0502040204020203" pitchFamily="34" charset="0"/>
                <a:ea typeface="Calibri" panose="020F0502020204030204" pitchFamily="34" charset="0"/>
                <a:cs typeface="Times New Roman" panose="02020603050405020304" pitchFamily="18" charset="0"/>
              </a:rPr>
              <a:t>दूध</a:t>
            </a:r>
            <a:r>
              <a:rPr lang="en-IN" sz="1800" dirty="0">
                <a:effectLst/>
                <a:latin typeface="Calibri" panose="020F0502020204030204" pitchFamily="34" charset="0"/>
                <a:ea typeface="Calibri" panose="020F0502020204030204" pitchFamily="34" charset="0"/>
                <a:cs typeface="Times New Roman" panose="02020603050405020304" pitchFamily="18" charset="0"/>
              </a:rPr>
              <a:t> </a:t>
            </a:r>
            <a:r>
              <a:rPr lang="en-IN" sz="1800" dirty="0">
                <a:effectLst/>
                <a:latin typeface="Nirmala UI" panose="020B0502040204020203" pitchFamily="34" charset="0"/>
                <a:ea typeface="Calibri" panose="020F0502020204030204" pitchFamily="34" charset="0"/>
                <a:cs typeface="Times New Roman" panose="02020603050405020304" pitchFamily="18" charset="0"/>
              </a:rPr>
              <a:t>तयार</a:t>
            </a:r>
            <a:r>
              <a:rPr lang="en-IN" sz="1800" dirty="0">
                <a:effectLst/>
                <a:latin typeface="Calibri" panose="020F0502020204030204" pitchFamily="34" charset="0"/>
                <a:ea typeface="Calibri" panose="020F0502020204030204" pitchFamily="34" charset="0"/>
                <a:cs typeface="Times New Roman" panose="02020603050405020304" pitchFamily="18" charset="0"/>
              </a:rPr>
              <a:t> </a:t>
            </a:r>
            <a:r>
              <a:rPr lang="en-IN" sz="1800" dirty="0" err="1">
                <a:effectLst/>
                <a:latin typeface="Nirmala UI" panose="020B0502040204020203" pitchFamily="34" charset="0"/>
                <a:ea typeface="Calibri" panose="020F0502020204030204" pitchFamily="34" charset="0"/>
                <a:cs typeface="Times New Roman" panose="02020603050405020304" pitchFamily="18" charset="0"/>
              </a:rPr>
              <a:t>करू</a:t>
            </a:r>
            <a:r>
              <a:rPr lang="en-IN" sz="1800" dirty="0">
                <a:effectLst/>
                <a:latin typeface="Calibri" panose="020F0502020204030204" pitchFamily="34" charset="0"/>
                <a:ea typeface="Calibri" panose="020F0502020204030204" pitchFamily="34" charset="0"/>
                <a:cs typeface="Times New Roman" panose="02020603050405020304" pitchFamily="18" charset="0"/>
              </a:rPr>
              <a:t> </a:t>
            </a:r>
            <a:r>
              <a:rPr lang="en-IN" sz="1800" dirty="0" err="1">
                <a:effectLst/>
                <a:latin typeface="Nirmala UI" panose="020B0502040204020203" pitchFamily="34" charset="0"/>
                <a:ea typeface="Calibri" panose="020F0502020204030204" pitchFamily="34" charset="0"/>
                <a:cs typeface="Times New Roman" panose="02020603050405020304" pitchFamily="18" charset="0"/>
              </a:rPr>
              <a:t>शकते</a:t>
            </a:r>
            <a:r>
              <a:rPr lang="en-IN" sz="1800" dirty="0">
                <a:effectLst/>
                <a:latin typeface="Calibri" panose="020F0502020204030204" pitchFamily="34" charset="0"/>
                <a:ea typeface="Calibri" panose="020F0502020204030204" pitchFamily="34" charset="0"/>
                <a:cs typeface="Times New Roman" panose="02020603050405020304" pitchFamily="18" charset="0"/>
              </a:rPr>
              <a:t>. </a:t>
            </a:r>
            <a:r>
              <a:rPr lang="en-IN" sz="1800" dirty="0" err="1">
                <a:effectLst/>
                <a:latin typeface="Nirmala UI" panose="020B0502040204020203" pitchFamily="34" charset="0"/>
                <a:ea typeface="Calibri" panose="020F0502020204030204" pitchFamily="34" charset="0"/>
                <a:cs typeface="Times New Roman" panose="02020603050405020304" pitchFamily="18" charset="0"/>
              </a:rPr>
              <a:t>कच्छी</a:t>
            </a:r>
            <a:r>
              <a:rPr lang="en-IN" sz="1800" dirty="0">
                <a:effectLst/>
                <a:latin typeface="Calibri" panose="020F0502020204030204" pitchFamily="34" charset="0"/>
                <a:ea typeface="Calibri" panose="020F0502020204030204" pitchFamily="34" charset="0"/>
                <a:cs typeface="Times New Roman" panose="02020603050405020304" pitchFamily="18" charset="0"/>
              </a:rPr>
              <a:t> </a:t>
            </a:r>
            <a:r>
              <a:rPr lang="en-IN" sz="1800" dirty="0">
                <a:effectLst/>
                <a:latin typeface="Nirmala UI" panose="020B0502040204020203" pitchFamily="34" charset="0"/>
                <a:ea typeface="Calibri" panose="020F0502020204030204" pitchFamily="34" charset="0"/>
                <a:cs typeface="Times New Roman" panose="02020603050405020304" pitchFamily="18" charset="0"/>
              </a:rPr>
              <a:t>शेळ्या</a:t>
            </a:r>
            <a:r>
              <a:rPr lang="en-IN" sz="1800" dirty="0">
                <a:effectLst/>
                <a:latin typeface="Calibri" panose="020F0502020204030204" pitchFamily="34" charset="0"/>
                <a:ea typeface="Calibri" panose="020F0502020204030204" pitchFamily="34" charset="0"/>
                <a:cs typeface="Times New Roman" panose="02020603050405020304" pitchFamily="18" charset="0"/>
              </a:rPr>
              <a:t> </a:t>
            </a:r>
            <a:r>
              <a:rPr lang="en-IN" sz="1800" dirty="0" err="1">
                <a:effectLst/>
                <a:latin typeface="Nirmala UI" panose="020B0502040204020203" pitchFamily="34" charset="0"/>
                <a:ea typeface="Calibri" panose="020F0502020204030204" pitchFamily="34" charset="0"/>
                <a:cs typeface="Times New Roman" panose="02020603050405020304" pitchFamily="18" charset="0"/>
              </a:rPr>
              <a:t>मांस</a:t>
            </a:r>
            <a:r>
              <a:rPr lang="en-IN" sz="1800" dirty="0">
                <a:effectLst/>
                <a:latin typeface="Calibri" panose="020F0502020204030204" pitchFamily="34" charset="0"/>
                <a:ea typeface="Calibri" panose="020F0502020204030204" pitchFamily="34" charset="0"/>
                <a:cs typeface="Times New Roman" panose="02020603050405020304" pitchFamily="18" charset="0"/>
              </a:rPr>
              <a:t> </a:t>
            </a:r>
            <a:r>
              <a:rPr lang="en-IN" sz="1800" dirty="0">
                <a:effectLst/>
                <a:latin typeface="Nirmala UI" panose="020B0502040204020203" pitchFamily="34" charset="0"/>
                <a:ea typeface="Calibri" panose="020F0502020204030204" pitchFamily="34" charset="0"/>
                <a:cs typeface="Times New Roman" panose="02020603050405020304" pitchFamily="18" charset="0"/>
              </a:rPr>
              <a:t>उत्पादन</a:t>
            </a:r>
            <a:r>
              <a:rPr lang="en-IN" sz="1800" dirty="0">
                <a:effectLst/>
                <a:latin typeface="Calibri" panose="020F0502020204030204" pitchFamily="34" charset="0"/>
                <a:ea typeface="Calibri" panose="020F0502020204030204" pitchFamily="34" charset="0"/>
                <a:cs typeface="Times New Roman" panose="02020603050405020304" pitchFamily="18" charset="0"/>
              </a:rPr>
              <a:t> </a:t>
            </a:r>
            <a:r>
              <a:rPr lang="en-IN" sz="1800" dirty="0">
                <a:effectLst/>
                <a:latin typeface="Nirmala UI" panose="020B0502040204020203" pitchFamily="34" charset="0"/>
                <a:ea typeface="Calibri" panose="020F0502020204030204" pitchFamily="34" charset="0"/>
                <a:cs typeface="Times New Roman" panose="02020603050405020304" pitchFamily="18" charset="0"/>
              </a:rPr>
              <a:t>आणि</a:t>
            </a:r>
            <a:r>
              <a:rPr lang="en-IN" sz="1800" dirty="0">
                <a:effectLst/>
                <a:latin typeface="Calibri" panose="020F0502020204030204" pitchFamily="34" charset="0"/>
                <a:ea typeface="Calibri" panose="020F0502020204030204" pitchFamily="34" charset="0"/>
                <a:cs typeface="Times New Roman" panose="02020603050405020304" pitchFamily="18" charset="0"/>
              </a:rPr>
              <a:t> </a:t>
            </a:r>
            <a:r>
              <a:rPr lang="en-IN" sz="1800" dirty="0" err="1">
                <a:effectLst/>
                <a:latin typeface="Nirmala UI" panose="020B0502040204020203" pitchFamily="34" charset="0"/>
                <a:ea typeface="Calibri" panose="020F0502020204030204" pitchFamily="34" charset="0"/>
                <a:cs typeface="Times New Roman" panose="02020603050405020304" pitchFamily="18" charset="0"/>
              </a:rPr>
              <a:t>केस</a:t>
            </a:r>
            <a:r>
              <a:rPr lang="en-IN" sz="1800" dirty="0">
                <a:effectLst/>
                <a:latin typeface="Calibri" panose="020F0502020204030204" pitchFamily="34" charset="0"/>
                <a:ea typeface="Calibri" panose="020F0502020204030204" pitchFamily="34" charset="0"/>
                <a:cs typeface="Times New Roman" panose="02020603050405020304" pitchFamily="18" charset="0"/>
              </a:rPr>
              <a:t> </a:t>
            </a:r>
            <a:r>
              <a:rPr lang="en-IN" sz="1800" dirty="0" err="1">
                <a:effectLst/>
                <a:latin typeface="Nirmala UI" panose="020B0502040204020203" pitchFamily="34" charset="0"/>
                <a:ea typeface="Calibri" panose="020F0502020204030204" pitchFamily="34" charset="0"/>
                <a:cs typeface="Times New Roman" panose="02020603050405020304" pitchFamily="18" charset="0"/>
              </a:rPr>
              <a:t>उत्पादनासाठी</a:t>
            </a:r>
            <a:r>
              <a:rPr lang="en-IN" sz="1800" dirty="0">
                <a:effectLst/>
                <a:latin typeface="Calibri" panose="020F0502020204030204" pitchFamily="34" charset="0"/>
                <a:ea typeface="Calibri" panose="020F0502020204030204" pitchFamily="34" charset="0"/>
                <a:cs typeface="Times New Roman" panose="02020603050405020304" pitchFamily="18" charset="0"/>
              </a:rPr>
              <a:t> </a:t>
            </a:r>
            <a:r>
              <a:rPr lang="en-IN" sz="1800" dirty="0" err="1">
                <a:effectLst/>
                <a:latin typeface="Nirmala UI" panose="020B0502040204020203" pitchFamily="34" charset="0"/>
                <a:ea typeface="Calibri" panose="020F0502020204030204" pitchFamily="34" charset="0"/>
                <a:cs typeface="Times New Roman" panose="02020603050405020304" pitchFamily="18" charset="0"/>
              </a:rPr>
              <a:t>देखील</a:t>
            </a:r>
            <a:r>
              <a:rPr lang="en-IN" sz="1800" dirty="0">
                <a:effectLst/>
                <a:latin typeface="Calibri" panose="020F0502020204030204" pitchFamily="34" charset="0"/>
                <a:ea typeface="Calibri" panose="020F0502020204030204" pitchFamily="34" charset="0"/>
                <a:cs typeface="Times New Roman" panose="02020603050405020304" pitchFamily="18" charset="0"/>
              </a:rPr>
              <a:t> </a:t>
            </a:r>
            <a:r>
              <a:rPr lang="en-IN" sz="1800" dirty="0">
                <a:effectLst/>
                <a:latin typeface="Nirmala UI" panose="020B0502040204020203" pitchFamily="34" charset="0"/>
                <a:ea typeface="Calibri" panose="020F0502020204030204" pitchFamily="34" charset="0"/>
                <a:cs typeface="Times New Roman" panose="02020603050405020304" pitchFamily="18" charset="0"/>
              </a:rPr>
              <a:t>आहेत</a:t>
            </a:r>
            <a:r>
              <a:rPr lang="en-IN" sz="1800" dirty="0">
                <a:effectLst/>
                <a:latin typeface="Calibri" panose="020F0502020204030204" pitchFamily="34" charset="0"/>
                <a:ea typeface="Calibri" panose="020F0502020204030204" pitchFamily="34" charset="0"/>
                <a:cs typeface="Times New Roman" panose="02020603050405020304" pitchFamily="18" charset="0"/>
              </a:rPr>
              <a:t>. </a:t>
            </a:r>
            <a:r>
              <a:rPr lang="en-IN" sz="1800" dirty="0">
                <a:effectLst/>
                <a:latin typeface="Nirmala UI" panose="020B0502040204020203" pitchFamily="34" charset="0"/>
                <a:ea typeface="Calibri" panose="020F0502020204030204" pitchFamily="34" charset="0"/>
                <a:cs typeface="Times New Roman" panose="02020603050405020304" pitchFamily="18" charset="0"/>
              </a:rPr>
              <a:t>ते</a:t>
            </a:r>
            <a:r>
              <a:rPr lang="en-IN" sz="1800" dirty="0">
                <a:effectLst/>
                <a:latin typeface="Calibri" panose="020F0502020204030204" pitchFamily="34" charset="0"/>
                <a:ea typeface="Calibri" panose="020F0502020204030204" pitchFamily="34" charset="0"/>
                <a:cs typeface="Times New Roman" panose="02020603050405020304" pitchFamily="18" charset="0"/>
              </a:rPr>
              <a:t> </a:t>
            </a:r>
            <a:r>
              <a:rPr lang="en-IN" sz="1800" dirty="0">
                <a:effectLst/>
                <a:latin typeface="Nirmala UI" panose="020B0502040204020203" pitchFamily="34" charset="0"/>
                <a:ea typeface="Calibri" panose="020F0502020204030204" pitchFamily="34" charset="0"/>
                <a:cs typeface="Times New Roman" panose="02020603050405020304" pitchFamily="18" charset="0"/>
              </a:rPr>
              <a:t>दर</a:t>
            </a:r>
            <a:r>
              <a:rPr lang="en-IN" sz="1800" dirty="0">
                <a:effectLst/>
                <a:latin typeface="Calibri" panose="020F0502020204030204" pitchFamily="34" charset="0"/>
                <a:ea typeface="Calibri" panose="020F0502020204030204" pitchFamily="34" charset="0"/>
                <a:cs typeface="Times New Roman" panose="02020603050405020304" pitchFamily="18" charset="0"/>
              </a:rPr>
              <a:t> </a:t>
            </a:r>
            <a:r>
              <a:rPr lang="en-IN" sz="1800" dirty="0" err="1">
                <a:effectLst/>
                <a:latin typeface="Nirmala UI" panose="020B0502040204020203" pitchFamily="34" charset="0"/>
                <a:ea typeface="Calibri" panose="020F0502020204030204" pitchFamily="34" charset="0"/>
                <a:cs typeface="Times New Roman" panose="02020603050405020304" pitchFamily="18" charset="0"/>
              </a:rPr>
              <a:t>वर्षी</a:t>
            </a:r>
            <a:r>
              <a:rPr lang="en-IN" sz="1800" dirty="0">
                <a:effectLst/>
                <a:latin typeface="Calibri" panose="020F0502020204030204" pitchFamily="34" charset="0"/>
                <a:ea typeface="Calibri" panose="020F0502020204030204" pitchFamily="34" charset="0"/>
                <a:cs typeface="Times New Roman" panose="02020603050405020304" pitchFamily="18" charset="0"/>
              </a:rPr>
              <a:t> 200 </a:t>
            </a:r>
            <a:r>
              <a:rPr lang="en-IN" sz="1800" dirty="0">
                <a:effectLst/>
                <a:latin typeface="Nirmala UI" panose="020B0502040204020203" pitchFamily="34" charset="0"/>
                <a:ea typeface="Calibri" panose="020F0502020204030204" pitchFamily="34" charset="0"/>
                <a:cs typeface="Times New Roman" panose="02020603050405020304" pitchFamily="18" charset="0"/>
              </a:rPr>
              <a:t>ग्रॅम</a:t>
            </a:r>
            <a:r>
              <a:rPr lang="en-IN" sz="1800" dirty="0">
                <a:effectLst/>
                <a:latin typeface="Calibri" panose="020F0502020204030204" pitchFamily="34" charset="0"/>
                <a:ea typeface="Calibri" panose="020F0502020204030204" pitchFamily="34" charset="0"/>
                <a:cs typeface="Times New Roman" panose="02020603050405020304" pitchFamily="18" charset="0"/>
              </a:rPr>
              <a:t> </a:t>
            </a:r>
            <a:r>
              <a:rPr lang="en-IN" sz="1800" dirty="0" err="1">
                <a:effectLst/>
                <a:latin typeface="Nirmala UI" panose="020B0502040204020203" pitchFamily="34" charset="0"/>
                <a:ea typeface="Calibri" panose="020F0502020204030204" pitchFamily="34" charset="0"/>
                <a:cs typeface="Times New Roman" panose="02020603050405020304" pitchFamily="18" charset="0"/>
              </a:rPr>
              <a:t>केस</a:t>
            </a:r>
            <a:r>
              <a:rPr lang="en-IN" sz="1800" dirty="0">
                <a:effectLst/>
                <a:latin typeface="Calibri" panose="020F0502020204030204" pitchFamily="34" charset="0"/>
                <a:ea typeface="Calibri" panose="020F0502020204030204" pitchFamily="34" charset="0"/>
                <a:cs typeface="Times New Roman" panose="02020603050405020304" pitchFamily="18" charset="0"/>
              </a:rPr>
              <a:t> </a:t>
            </a:r>
            <a:r>
              <a:rPr lang="en-IN" sz="1800" dirty="0">
                <a:effectLst/>
                <a:latin typeface="Nirmala UI" panose="020B0502040204020203" pitchFamily="34" charset="0"/>
                <a:ea typeface="Calibri" panose="020F0502020204030204" pitchFamily="34" charset="0"/>
                <a:cs typeface="Times New Roman" panose="02020603050405020304" pitchFamily="18" charset="0"/>
              </a:rPr>
              <a:t>तयार</a:t>
            </a:r>
            <a:r>
              <a:rPr lang="en-IN" sz="1800" dirty="0">
                <a:effectLst/>
                <a:latin typeface="Calibri" panose="020F0502020204030204" pitchFamily="34" charset="0"/>
                <a:ea typeface="Calibri" panose="020F0502020204030204" pitchFamily="34" charset="0"/>
                <a:cs typeface="Times New Roman" panose="02020603050405020304" pitchFamily="18" charset="0"/>
              </a:rPr>
              <a:t> </a:t>
            </a:r>
            <a:r>
              <a:rPr lang="en-IN" sz="1800" dirty="0" err="1">
                <a:effectLst/>
                <a:latin typeface="Nirmala UI" panose="020B0502040204020203" pitchFamily="34" charset="0"/>
                <a:ea typeface="Calibri" panose="020F0502020204030204" pitchFamily="34" charset="0"/>
                <a:cs typeface="Times New Roman" panose="02020603050405020304" pitchFamily="18" charset="0"/>
              </a:rPr>
              <a:t>करू</a:t>
            </a:r>
            <a:r>
              <a:rPr lang="en-IN" sz="1800" dirty="0">
                <a:effectLst/>
                <a:latin typeface="Calibri" panose="020F0502020204030204" pitchFamily="34" charset="0"/>
                <a:ea typeface="Calibri" panose="020F0502020204030204" pitchFamily="34" charset="0"/>
                <a:cs typeface="Times New Roman" panose="02020603050405020304" pitchFamily="18" charset="0"/>
              </a:rPr>
              <a:t> </a:t>
            </a:r>
            <a:r>
              <a:rPr lang="en-IN" sz="1800" dirty="0" err="1">
                <a:effectLst/>
                <a:latin typeface="Nirmala UI" panose="020B0502040204020203" pitchFamily="34" charset="0"/>
                <a:ea typeface="Calibri" panose="020F0502020204030204" pitchFamily="34" charset="0"/>
                <a:cs typeface="Times New Roman" panose="02020603050405020304" pitchFamily="18" charset="0"/>
              </a:rPr>
              <a:t>शकतात</a:t>
            </a:r>
            <a:r>
              <a:rPr lang="en-IN" sz="1800" dirty="0">
                <a:effectLst/>
                <a:latin typeface="Calibri" panose="020F0502020204030204" pitchFamily="34" charset="0"/>
                <a:ea typeface="Calibri" panose="020F0502020204030204" pitchFamily="34" charset="0"/>
                <a:cs typeface="Times New Roman" panose="02020603050405020304" pitchFamily="18" charset="0"/>
              </a:rPr>
              <a:t>.</a:t>
            </a:r>
          </a:p>
        </p:txBody>
      </p:sp>
    </p:spTree>
    <p:extLst>
      <p:ext uri="{BB962C8B-B14F-4D97-AF65-F5344CB8AC3E}">
        <p14:creationId xmlns:p14="http://schemas.microsoft.com/office/powerpoint/2010/main" val="56563647"/>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A27E785-24EA-4EAF-BB73-90996CCF6947}"/>
              </a:ext>
            </a:extLst>
          </p:cNvPr>
          <p:cNvSpPr>
            <a:spLocks noGrp="1"/>
          </p:cNvSpPr>
          <p:nvPr>
            <p:ph type="title"/>
          </p:nvPr>
        </p:nvSpPr>
        <p:spPr>
          <a:xfrm>
            <a:off x="839788" y="457200"/>
            <a:ext cx="3932237" cy="530225"/>
          </a:xfrm>
        </p:spPr>
        <p:txBody>
          <a:bodyPr>
            <a:normAutofit/>
          </a:bodyPr>
          <a:lstStyle/>
          <a:p>
            <a:pPr algn="ctr"/>
            <a:r>
              <a:rPr lang="en-IN" sz="2400" dirty="0" err="1">
                <a:solidFill>
                  <a:srgbClr val="FF0000"/>
                </a:solidFill>
                <a:effectLst/>
                <a:latin typeface="Nirmala UI" panose="020B0502040204020203" pitchFamily="34" charset="0"/>
                <a:ea typeface="Calibri" panose="020F0502020204030204" pitchFamily="34" charset="0"/>
                <a:cs typeface="Times New Roman" panose="02020603050405020304" pitchFamily="18" charset="0"/>
              </a:rPr>
              <a:t>आटपाडी</a:t>
            </a:r>
            <a:r>
              <a:rPr lang="en-IN" sz="2400" dirty="0">
                <a:solidFill>
                  <a:srgbClr val="FF0000"/>
                </a:solidFill>
                <a:effectLst/>
                <a:latin typeface="Calibri" panose="020F0502020204030204" pitchFamily="34" charset="0"/>
                <a:ea typeface="Calibri" panose="020F0502020204030204" pitchFamily="34" charset="0"/>
                <a:cs typeface="Times New Roman" panose="02020603050405020304" pitchFamily="18" charset="0"/>
              </a:rPr>
              <a:t> </a:t>
            </a:r>
            <a:r>
              <a:rPr lang="en-IN" sz="2400" dirty="0" err="1">
                <a:solidFill>
                  <a:srgbClr val="FF0000"/>
                </a:solidFill>
                <a:effectLst/>
                <a:latin typeface="Nirmala UI" panose="020B0502040204020203" pitchFamily="34" charset="0"/>
                <a:ea typeface="Calibri" panose="020F0502020204030204" pitchFamily="34" charset="0"/>
                <a:cs typeface="Times New Roman" panose="02020603050405020304" pitchFamily="18" charset="0"/>
              </a:rPr>
              <a:t>काळा</a:t>
            </a:r>
            <a:endParaRPr lang="en-IN" dirty="0">
              <a:solidFill>
                <a:srgbClr val="FF0000"/>
              </a:solidFill>
            </a:endParaRPr>
          </a:p>
        </p:txBody>
      </p:sp>
      <p:pic>
        <p:nvPicPr>
          <p:cNvPr id="6" name="Content Placeholder 5">
            <a:extLst>
              <a:ext uri="{FF2B5EF4-FFF2-40B4-BE49-F238E27FC236}">
                <a16:creationId xmlns:a16="http://schemas.microsoft.com/office/drawing/2014/main" id="{76771CB2-1159-4FE2-AD01-3B079907CAE1}"/>
              </a:ext>
            </a:extLst>
          </p:cNvPr>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5183188" y="1688306"/>
            <a:ext cx="6172200" cy="3471862"/>
          </a:xfrm>
        </p:spPr>
      </p:pic>
      <p:sp>
        <p:nvSpPr>
          <p:cNvPr id="4" name="Text Placeholder 3">
            <a:extLst>
              <a:ext uri="{FF2B5EF4-FFF2-40B4-BE49-F238E27FC236}">
                <a16:creationId xmlns:a16="http://schemas.microsoft.com/office/drawing/2014/main" id="{3A45357E-9108-4CAC-9B29-5AE0C51523D1}"/>
              </a:ext>
            </a:extLst>
          </p:cNvPr>
          <p:cNvSpPr>
            <a:spLocks noGrp="1"/>
          </p:cNvSpPr>
          <p:nvPr>
            <p:ph type="body" sz="half" idx="2"/>
          </p:nvPr>
        </p:nvSpPr>
        <p:spPr>
          <a:xfrm>
            <a:off x="839788" y="995363"/>
            <a:ext cx="3932237" cy="4873625"/>
          </a:xfrm>
        </p:spPr>
        <p:txBody>
          <a:bodyPr>
            <a:normAutofit/>
          </a:bodyPr>
          <a:lstStyle/>
          <a:p>
            <a:pPr marL="285750" indent="-285750">
              <a:lnSpc>
                <a:spcPct val="107000"/>
              </a:lnSpc>
              <a:spcAft>
                <a:spcPts val="800"/>
              </a:spcAft>
              <a:buFont typeface="Arial" panose="020B0604020202020204" pitchFamily="34" charset="0"/>
              <a:buChar char="•"/>
            </a:pPr>
            <a:r>
              <a:rPr lang="en-IN" sz="1800" dirty="0" err="1">
                <a:effectLst/>
                <a:latin typeface="Nirmala UI" panose="020B0502040204020203" pitchFamily="34" charset="0"/>
                <a:ea typeface="Calibri" panose="020F0502020204030204" pitchFamily="34" charset="0"/>
                <a:cs typeface="Times New Roman" panose="02020603050405020304" pitchFamily="18" charset="0"/>
              </a:rPr>
              <a:t>आटपाडी</a:t>
            </a:r>
            <a:r>
              <a:rPr lang="en-IN" sz="1800" dirty="0">
                <a:effectLst/>
                <a:latin typeface="Calibri" panose="020F0502020204030204" pitchFamily="34" charset="0"/>
                <a:ea typeface="Calibri" panose="020F0502020204030204" pitchFamily="34" charset="0"/>
                <a:cs typeface="Times New Roman" panose="02020603050405020304" pitchFamily="18" charset="0"/>
              </a:rPr>
              <a:t> </a:t>
            </a:r>
            <a:r>
              <a:rPr lang="en-IN" sz="1800" dirty="0" err="1">
                <a:effectLst/>
                <a:latin typeface="Nirmala UI" panose="020B0502040204020203" pitchFamily="34" charset="0"/>
                <a:ea typeface="Calibri" panose="020F0502020204030204" pitchFamily="34" charset="0"/>
                <a:cs typeface="Times New Roman" panose="02020603050405020304" pitchFamily="18" charset="0"/>
              </a:rPr>
              <a:t>काळ्या</a:t>
            </a:r>
            <a:r>
              <a:rPr lang="en-IN" sz="1800" dirty="0">
                <a:effectLst/>
                <a:latin typeface="Calibri" panose="020F0502020204030204" pitchFamily="34" charset="0"/>
                <a:ea typeface="Calibri" panose="020F0502020204030204" pitchFamily="34" charset="0"/>
                <a:cs typeface="Times New Roman" panose="02020603050405020304" pitchFamily="18" charset="0"/>
              </a:rPr>
              <a:t> </a:t>
            </a:r>
            <a:r>
              <a:rPr lang="en-IN" sz="1800" dirty="0" err="1">
                <a:effectLst/>
                <a:latin typeface="Nirmala UI" panose="020B0502040204020203" pitchFamily="34" charset="0"/>
                <a:ea typeface="Calibri" panose="020F0502020204030204" pitchFamily="34" charset="0"/>
                <a:cs typeface="Times New Roman" panose="02020603050405020304" pitchFamily="18" charset="0"/>
              </a:rPr>
              <a:t>रंगाच्या</a:t>
            </a:r>
            <a:r>
              <a:rPr lang="en-IN" sz="1800" dirty="0">
                <a:effectLst/>
                <a:latin typeface="Calibri" panose="020F0502020204030204" pitchFamily="34" charset="0"/>
                <a:ea typeface="Calibri" panose="020F0502020204030204" pitchFamily="34" charset="0"/>
                <a:cs typeface="Times New Roman" panose="02020603050405020304" pitchFamily="18" charset="0"/>
              </a:rPr>
              <a:t> </a:t>
            </a:r>
            <a:r>
              <a:rPr lang="en-IN" sz="1800" dirty="0">
                <a:effectLst/>
                <a:latin typeface="Nirmala UI" panose="020B0502040204020203" pitchFamily="34" charset="0"/>
                <a:ea typeface="Calibri" panose="020F0502020204030204" pitchFamily="34" charset="0"/>
                <a:cs typeface="Times New Roman" panose="02020603050405020304" pitchFamily="18" charset="0"/>
              </a:rPr>
              <a:t>शेळ्या</a:t>
            </a:r>
            <a:r>
              <a:rPr lang="en-IN" sz="1800" dirty="0">
                <a:effectLst/>
                <a:latin typeface="Calibri" panose="020F0502020204030204" pitchFamily="34" charset="0"/>
                <a:ea typeface="Calibri" panose="020F0502020204030204" pitchFamily="34" charset="0"/>
                <a:cs typeface="Times New Roman" panose="02020603050405020304" pitchFamily="18" charset="0"/>
              </a:rPr>
              <a:t> </a:t>
            </a:r>
            <a:r>
              <a:rPr lang="en-IN" sz="1800" dirty="0">
                <a:effectLst/>
                <a:latin typeface="Nirmala UI" panose="020B0502040204020203" pitchFamily="34" charset="0"/>
                <a:ea typeface="Calibri" panose="020F0502020204030204" pitchFamily="34" charset="0"/>
                <a:cs typeface="Times New Roman" panose="02020603050405020304" pitchFamily="18" charset="0"/>
              </a:rPr>
              <a:t>असतात</a:t>
            </a:r>
            <a:r>
              <a:rPr lang="en-IN" sz="1800" dirty="0">
                <a:effectLst/>
                <a:latin typeface="Calibri" panose="020F0502020204030204" pitchFamily="34" charset="0"/>
                <a:ea typeface="Calibri" panose="020F0502020204030204" pitchFamily="34" charset="0"/>
                <a:cs typeface="Times New Roman" panose="02020603050405020304" pitchFamily="18" charset="0"/>
              </a:rPr>
              <a:t>.  </a:t>
            </a:r>
            <a:r>
              <a:rPr lang="en-IN" sz="1800" dirty="0" err="1">
                <a:effectLst/>
                <a:latin typeface="Nirmala UI" panose="020B0502040204020203" pitchFamily="34" charset="0"/>
                <a:ea typeface="Calibri" panose="020F0502020204030204" pitchFamily="34" charset="0"/>
                <a:cs typeface="Times New Roman" panose="02020603050405020304" pitchFamily="18" charset="0"/>
              </a:rPr>
              <a:t>हे</a:t>
            </a:r>
            <a:r>
              <a:rPr lang="en-IN" sz="1800" dirty="0">
                <a:effectLst/>
                <a:latin typeface="Calibri" panose="020F0502020204030204" pitchFamily="34" charset="0"/>
                <a:ea typeface="Calibri" panose="020F0502020204030204" pitchFamily="34" charset="0"/>
                <a:cs typeface="Times New Roman" panose="02020603050405020304" pitchFamily="18" charset="0"/>
              </a:rPr>
              <a:t> </a:t>
            </a:r>
            <a:r>
              <a:rPr lang="en-IN" sz="1800" dirty="0" err="1">
                <a:effectLst/>
                <a:latin typeface="Nirmala UI" panose="020B0502040204020203" pitchFamily="34" charset="0"/>
                <a:ea typeface="Calibri" panose="020F0502020204030204" pitchFamily="34" charset="0"/>
                <a:cs typeface="Times New Roman" panose="02020603050405020304" pitchFamily="18" charset="0"/>
              </a:rPr>
              <a:t>मध्यम</a:t>
            </a:r>
            <a:r>
              <a:rPr lang="en-IN" sz="1800" dirty="0">
                <a:effectLst/>
                <a:latin typeface="Calibri" panose="020F0502020204030204" pitchFamily="34" charset="0"/>
                <a:ea typeface="Calibri" panose="020F0502020204030204" pitchFamily="34" charset="0"/>
                <a:cs typeface="Times New Roman" panose="02020603050405020304" pitchFamily="18" charset="0"/>
              </a:rPr>
              <a:t> </a:t>
            </a:r>
            <a:r>
              <a:rPr lang="en-IN" sz="1800" dirty="0" err="1">
                <a:effectLst/>
                <a:latin typeface="Nirmala UI" panose="020B0502040204020203" pitchFamily="34" charset="0"/>
                <a:ea typeface="Calibri" panose="020F0502020204030204" pitchFamily="34" charset="0"/>
                <a:cs typeface="Times New Roman" panose="02020603050405020304" pitchFamily="18" charset="0"/>
              </a:rPr>
              <a:t>आकाराचे</a:t>
            </a:r>
            <a:r>
              <a:rPr lang="en-IN" sz="1800" dirty="0">
                <a:effectLst/>
                <a:latin typeface="Calibri" panose="020F0502020204030204" pitchFamily="34" charset="0"/>
                <a:ea typeface="Calibri" panose="020F0502020204030204" pitchFamily="34" charset="0"/>
                <a:cs typeface="Times New Roman" panose="02020603050405020304" pitchFamily="18" charset="0"/>
              </a:rPr>
              <a:t>, </a:t>
            </a:r>
            <a:r>
              <a:rPr lang="en-IN" sz="1800" dirty="0" err="1">
                <a:effectLst/>
                <a:latin typeface="Nirmala UI" panose="020B0502040204020203" pitchFamily="34" charset="0"/>
                <a:ea typeface="Calibri" panose="020F0502020204030204" pitchFamily="34" charset="0"/>
                <a:cs typeface="Times New Roman" panose="02020603050405020304" pitchFamily="18" charset="0"/>
              </a:rPr>
              <a:t>दुबळे</a:t>
            </a:r>
            <a:r>
              <a:rPr lang="en-IN" sz="1800" dirty="0">
                <a:effectLst/>
                <a:latin typeface="Calibri" panose="020F0502020204030204" pitchFamily="34" charset="0"/>
                <a:ea typeface="Calibri" panose="020F0502020204030204" pitchFamily="34" charset="0"/>
                <a:cs typeface="Times New Roman" panose="02020603050405020304" pitchFamily="18" charset="0"/>
              </a:rPr>
              <a:t> </a:t>
            </a:r>
            <a:r>
              <a:rPr lang="en-IN" sz="1800" dirty="0">
                <a:effectLst/>
                <a:latin typeface="Nirmala UI" panose="020B0502040204020203" pitchFamily="34" charset="0"/>
                <a:ea typeface="Calibri" panose="020F0502020204030204" pitchFamily="34" charset="0"/>
                <a:cs typeface="Times New Roman" panose="02020603050405020304" pitchFamily="18" charset="0"/>
              </a:rPr>
              <a:t>आणि</a:t>
            </a:r>
            <a:r>
              <a:rPr lang="en-IN" sz="1800" dirty="0">
                <a:effectLst/>
                <a:latin typeface="Calibri" panose="020F0502020204030204" pitchFamily="34" charset="0"/>
                <a:ea typeface="Calibri" panose="020F0502020204030204" pitchFamily="34" charset="0"/>
                <a:cs typeface="Times New Roman" panose="02020603050405020304" pitchFamily="18" charset="0"/>
              </a:rPr>
              <a:t> </a:t>
            </a:r>
            <a:r>
              <a:rPr lang="en-IN" sz="1800" dirty="0" err="1">
                <a:effectLst/>
                <a:latin typeface="Nirmala UI" panose="020B0502040204020203" pitchFamily="34" charset="0"/>
                <a:ea typeface="Calibri" panose="020F0502020204030204" pitchFamily="34" charset="0"/>
                <a:cs typeface="Times New Roman" panose="02020603050405020304" pitchFamily="18" charset="0"/>
              </a:rPr>
              <a:t>लांब</a:t>
            </a:r>
            <a:r>
              <a:rPr lang="en-IN" sz="1800" dirty="0">
                <a:effectLst/>
                <a:latin typeface="Calibri" panose="020F0502020204030204" pitchFamily="34" charset="0"/>
                <a:ea typeface="Calibri" panose="020F0502020204030204" pitchFamily="34" charset="0"/>
                <a:cs typeface="Times New Roman" panose="02020603050405020304" pitchFamily="18" charset="0"/>
              </a:rPr>
              <a:t> </a:t>
            </a:r>
            <a:r>
              <a:rPr lang="en-IN" sz="1800" dirty="0" err="1">
                <a:effectLst/>
                <a:latin typeface="Nirmala UI" panose="020B0502040204020203" pitchFamily="34" charset="0"/>
                <a:ea typeface="Calibri" panose="020F0502020204030204" pitchFamily="34" charset="0"/>
                <a:cs typeface="Times New Roman" panose="02020603050405020304" pitchFamily="18" charset="0"/>
              </a:rPr>
              <a:t>पायांचे</a:t>
            </a:r>
            <a:r>
              <a:rPr lang="en-IN" sz="1800" dirty="0">
                <a:effectLst/>
                <a:latin typeface="Calibri" panose="020F0502020204030204" pitchFamily="34" charset="0"/>
                <a:ea typeface="Calibri" panose="020F0502020204030204" pitchFamily="34" charset="0"/>
                <a:cs typeface="Times New Roman" panose="02020603050405020304" pitchFamily="18" charset="0"/>
              </a:rPr>
              <a:t> </a:t>
            </a:r>
            <a:r>
              <a:rPr lang="en-IN" sz="1800" dirty="0">
                <a:effectLst/>
                <a:latin typeface="Nirmala UI" panose="020B0502040204020203" pitchFamily="34" charset="0"/>
                <a:ea typeface="Calibri" panose="020F0502020204030204" pitchFamily="34" charset="0"/>
                <a:cs typeface="Times New Roman" panose="02020603050405020304" pitchFamily="18" charset="0"/>
              </a:rPr>
              <a:t>प्राणी</a:t>
            </a:r>
            <a:r>
              <a:rPr lang="en-IN" sz="1800" dirty="0">
                <a:effectLst/>
                <a:latin typeface="Calibri" panose="020F0502020204030204" pitchFamily="34" charset="0"/>
                <a:ea typeface="Calibri" panose="020F0502020204030204" pitchFamily="34" charset="0"/>
                <a:cs typeface="Times New Roman" panose="02020603050405020304" pitchFamily="18" charset="0"/>
              </a:rPr>
              <a:t> </a:t>
            </a:r>
            <a:r>
              <a:rPr lang="en-IN" sz="1800" dirty="0">
                <a:effectLst/>
                <a:latin typeface="Nirmala UI" panose="020B0502040204020203" pitchFamily="34" charset="0"/>
                <a:ea typeface="Calibri" panose="020F0502020204030204" pitchFamily="34" charset="0"/>
                <a:cs typeface="Times New Roman" panose="02020603050405020304" pitchFamily="18" charset="0"/>
              </a:rPr>
              <a:t>आहेत</a:t>
            </a:r>
            <a:r>
              <a:rPr lang="en-IN" sz="1800" dirty="0">
                <a:effectLst/>
                <a:latin typeface="Calibri" panose="020F0502020204030204" pitchFamily="34" charset="0"/>
                <a:ea typeface="Calibri" panose="020F0502020204030204" pitchFamily="34" charset="0"/>
                <a:cs typeface="Times New Roman" panose="02020603050405020304" pitchFamily="18" charset="0"/>
              </a:rPr>
              <a:t>. </a:t>
            </a:r>
            <a:r>
              <a:rPr lang="en-IN" sz="1800" dirty="0" err="1">
                <a:effectLst/>
                <a:latin typeface="Nirmala UI" panose="020B0502040204020203" pitchFamily="34" charset="0"/>
                <a:ea typeface="Calibri" panose="020F0502020204030204" pitchFamily="34" charset="0"/>
                <a:cs typeface="Times New Roman" panose="02020603050405020304" pitchFamily="18" charset="0"/>
              </a:rPr>
              <a:t>त्यांचा</a:t>
            </a:r>
            <a:r>
              <a:rPr lang="en-IN" sz="1800" dirty="0">
                <a:effectLst/>
                <a:latin typeface="Calibri" panose="020F0502020204030204" pitchFamily="34" charset="0"/>
                <a:ea typeface="Calibri" panose="020F0502020204030204" pitchFamily="34" charset="0"/>
                <a:cs typeface="Times New Roman" panose="02020603050405020304" pitchFamily="18" charset="0"/>
              </a:rPr>
              <a:t> </a:t>
            </a:r>
            <a:r>
              <a:rPr lang="en-IN" sz="1800" dirty="0" err="1">
                <a:effectLst/>
                <a:latin typeface="Nirmala UI" panose="020B0502040204020203" pitchFamily="34" charset="0"/>
                <a:ea typeface="Calibri" panose="020F0502020204030204" pitchFamily="34" charset="0"/>
                <a:cs typeface="Times New Roman" panose="02020603050405020304" pitchFamily="18" charset="0"/>
              </a:rPr>
              <a:t>रंग</a:t>
            </a:r>
            <a:r>
              <a:rPr lang="en-IN" sz="1800" dirty="0">
                <a:effectLst/>
                <a:latin typeface="Calibri" panose="020F0502020204030204" pitchFamily="34" charset="0"/>
                <a:ea typeface="Calibri" panose="020F0502020204030204" pitchFamily="34" charset="0"/>
                <a:cs typeface="Times New Roman" panose="02020603050405020304" pitchFamily="18" charset="0"/>
              </a:rPr>
              <a:t> </a:t>
            </a:r>
            <a:r>
              <a:rPr lang="en-IN" sz="1800" dirty="0" err="1">
                <a:effectLst/>
                <a:latin typeface="Nirmala UI" panose="020B0502040204020203" pitchFamily="34" charset="0"/>
                <a:ea typeface="Calibri" panose="020F0502020204030204" pitchFamily="34" charset="0"/>
                <a:cs typeface="Times New Roman" panose="02020603050405020304" pitchFamily="18" charset="0"/>
              </a:rPr>
              <a:t>काळा</a:t>
            </a:r>
            <a:r>
              <a:rPr lang="en-IN" sz="1800" dirty="0">
                <a:effectLst/>
                <a:latin typeface="Calibri" panose="020F0502020204030204" pitchFamily="34" charset="0"/>
                <a:ea typeface="Calibri" panose="020F0502020204030204" pitchFamily="34" charset="0"/>
                <a:cs typeface="Times New Roman" panose="02020603050405020304" pitchFamily="18" charset="0"/>
              </a:rPr>
              <a:t> </a:t>
            </a:r>
            <a:r>
              <a:rPr lang="en-IN" sz="1800" dirty="0">
                <a:effectLst/>
                <a:latin typeface="Nirmala UI" panose="020B0502040204020203" pitchFamily="34" charset="0"/>
                <a:ea typeface="Calibri" panose="020F0502020204030204" pitchFamily="34" charset="0"/>
                <a:cs typeface="Times New Roman" panose="02020603050405020304" pitchFamily="18" charset="0"/>
              </a:rPr>
              <a:t>असतो</a:t>
            </a:r>
            <a:r>
              <a:rPr lang="en-IN" sz="1800" dirty="0">
                <a:effectLst/>
                <a:latin typeface="Calibri" panose="020F0502020204030204" pitchFamily="34" charset="0"/>
                <a:ea typeface="Calibri" panose="020F0502020204030204" pitchFamily="34" charset="0"/>
                <a:cs typeface="Times New Roman" panose="02020603050405020304" pitchFamily="18" charset="0"/>
              </a:rPr>
              <a:t> </a:t>
            </a:r>
            <a:r>
              <a:rPr lang="en-IN" sz="1800" dirty="0">
                <a:effectLst/>
                <a:latin typeface="Nirmala UI" panose="020B0502040204020203" pitchFamily="34" charset="0"/>
                <a:ea typeface="Calibri" panose="020F0502020204030204" pitchFamily="34" charset="0"/>
                <a:cs typeface="Times New Roman" panose="02020603050405020304" pitchFamily="18" charset="0"/>
              </a:rPr>
              <a:t>आणि</a:t>
            </a:r>
            <a:r>
              <a:rPr lang="en-IN" sz="1800" dirty="0">
                <a:effectLst/>
                <a:latin typeface="Calibri" panose="020F0502020204030204" pitchFamily="34" charset="0"/>
                <a:ea typeface="Calibri" panose="020F0502020204030204" pitchFamily="34" charset="0"/>
                <a:cs typeface="Times New Roman" panose="02020603050405020304" pitchFamily="18" charset="0"/>
              </a:rPr>
              <a:t> </a:t>
            </a:r>
            <a:r>
              <a:rPr lang="en-IN" sz="1800" dirty="0">
                <a:effectLst/>
                <a:latin typeface="Nirmala UI" panose="020B0502040204020203" pitchFamily="34" charset="0"/>
                <a:ea typeface="Calibri" panose="020F0502020204030204" pitchFamily="34" charset="0"/>
                <a:cs typeface="Times New Roman" panose="02020603050405020304" pitchFamily="18" charset="0"/>
              </a:rPr>
              <a:t>काही</a:t>
            </a:r>
            <a:r>
              <a:rPr lang="en-IN" sz="1800" dirty="0">
                <a:effectLst/>
                <a:latin typeface="Calibri" panose="020F0502020204030204" pitchFamily="34" charset="0"/>
                <a:ea typeface="Calibri" panose="020F0502020204030204" pitchFamily="34" charset="0"/>
                <a:cs typeface="Times New Roman" panose="02020603050405020304" pitchFamily="18" charset="0"/>
              </a:rPr>
              <a:t> </a:t>
            </a:r>
            <a:r>
              <a:rPr lang="en-IN" sz="1800" dirty="0">
                <a:effectLst/>
                <a:latin typeface="Nirmala UI" panose="020B0502040204020203" pitchFamily="34" charset="0"/>
                <a:ea typeface="Calibri" panose="020F0502020204030204" pitchFamily="34" charset="0"/>
                <a:cs typeface="Times New Roman" panose="02020603050405020304" pitchFamily="18" charset="0"/>
              </a:rPr>
              <a:t>प्राण्यांच्या</a:t>
            </a:r>
            <a:r>
              <a:rPr lang="en-IN" sz="1800" dirty="0">
                <a:effectLst/>
                <a:latin typeface="Calibri" panose="020F0502020204030204" pitchFamily="34" charset="0"/>
                <a:ea typeface="Calibri" panose="020F0502020204030204" pitchFamily="34" charset="0"/>
                <a:cs typeface="Times New Roman" panose="02020603050405020304" pitchFamily="18" charset="0"/>
              </a:rPr>
              <a:t> </a:t>
            </a:r>
            <a:r>
              <a:rPr lang="en-IN" sz="1800" dirty="0" err="1">
                <a:effectLst/>
                <a:latin typeface="Nirmala UI" panose="020B0502040204020203" pitchFamily="34" charset="0"/>
                <a:ea typeface="Calibri" panose="020F0502020204030204" pitchFamily="34" charset="0"/>
                <a:cs typeface="Times New Roman" panose="02020603050405020304" pitchFamily="18" charset="0"/>
              </a:rPr>
              <a:t>कपाळावर</a:t>
            </a:r>
            <a:r>
              <a:rPr lang="en-IN" sz="1800" dirty="0">
                <a:effectLst/>
                <a:latin typeface="Calibri" panose="020F0502020204030204" pitchFamily="34" charset="0"/>
                <a:ea typeface="Calibri" panose="020F0502020204030204" pitchFamily="34" charset="0"/>
                <a:cs typeface="Times New Roman" panose="02020603050405020304" pitchFamily="18" charset="0"/>
              </a:rPr>
              <a:t> </a:t>
            </a:r>
            <a:r>
              <a:rPr lang="en-IN" sz="1800" dirty="0" err="1">
                <a:effectLst/>
                <a:latin typeface="Nirmala UI" panose="020B0502040204020203" pitchFamily="34" charset="0"/>
                <a:ea typeface="Calibri" panose="020F0502020204030204" pitchFamily="34" charset="0"/>
                <a:cs typeface="Times New Roman" panose="02020603050405020304" pitchFamily="18" charset="0"/>
              </a:rPr>
              <a:t>पांढरे</a:t>
            </a:r>
            <a:r>
              <a:rPr lang="en-IN" sz="1800" dirty="0">
                <a:effectLst/>
                <a:latin typeface="Calibri" panose="020F0502020204030204" pitchFamily="34" charset="0"/>
                <a:ea typeface="Calibri" panose="020F0502020204030204" pitchFamily="34" charset="0"/>
                <a:cs typeface="Times New Roman" panose="02020603050405020304" pitchFamily="18" charset="0"/>
              </a:rPr>
              <a:t> </a:t>
            </a:r>
            <a:r>
              <a:rPr lang="en-IN" sz="1800" dirty="0" err="1">
                <a:effectLst/>
                <a:latin typeface="Nirmala UI" panose="020B0502040204020203" pitchFamily="34" charset="0"/>
                <a:ea typeface="Calibri" panose="020F0502020204030204" pitchFamily="34" charset="0"/>
                <a:cs typeface="Times New Roman" panose="02020603050405020304" pitchFamily="18" charset="0"/>
              </a:rPr>
              <a:t>डाग</a:t>
            </a:r>
            <a:r>
              <a:rPr lang="en-IN" sz="1800" dirty="0">
                <a:effectLst/>
                <a:latin typeface="Calibri" panose="020F0502020204030204" pitchFamily="34" charset="0"/>
                <a:ea typeface="Calibri" panose="020F0502020204030204" pitchFamily="34" charset="0"/>
                <a:cs typeface="Times New Roman" panose="02020603050405020304" pitchFamily="18" charset="0"/>
              </a:rPr>
              <a:t> </a:t>
            </a:r>
            <a:r>
              <a:rPr lang="en-IN" sz="1800" dirty="0">
                <a:effectLst/>
                <a:latin typeface="Nirmala UI" panose="020B0502040204020203" pitchFamily="34" charset="0"/>
                <a:ea typeface="Calibri" panose="020F0502020204030204" pitchFamily="34" charset="0"/>
                <a:cs typeface="Times New Roman" panose="02020603050405020304" pitchFamily="18" charset="0"/>
              </a:rPr>
              <a:t>असतात</a:t>
            </a:r>
            <a:r>
              <a:rPr lang="en-IN" sz="1800" dirty="0">
                <a:effectLst/>
                <a:latin typeface="Calibri" panose="020F0502020204030204" pitchFamily="34" charset="0"/>
                <a:ea typeface="Calibri" panose="020F0502020204030204" pitchFamily="34" charset="0"/>
                <a:cs typeface="Times New Roman" panose="02020603050405020304" pitchFamily="18" charset="0"/>
              </a:rPr>
              <a:t>. </a:t>
            </a:r>
            <a:r>
              <a:rPr lang="en-IN" sz="1800" dirty="0" err="1">
                <a:effectLst/>
                <a:latin typeface="Nirmala UI" panose="020B0502040204020203" pitchFamily="34" charset="0"/>
                <a:ea typeface="Calibri" panose="020F0502020204030204" pitchFamily="34" charset="0"/>
                <a:cs typeface="Times New Roman" panose="02020603050405020304" pitchFamily="18" charset="0"/>
              </a:rPr>
              <a:t>शिंगे</a:t>
            </a:r>
            <a:r>
              <a:rPr lang="en-IN" sz="1800" dirty="0">
                <a:effectLst/>
                <a:latin typeface="Calibri" panose="020F0502020204030204" pitchFamily="34" charset="0"/>
                <a:ea typeface="Calibri" panose="020F0502020204030204" pitchFamily="34" charset="0"/>
                <a:cs typeface="Times New Roman" panose="02020603050405020304" pitchFamily="18" charset="0"/>
              </a:rPr>
              <a:t> </a:t>
            </a:r>
            <a:r>
              <a:rPr lang="en-IN" sz="1800" dirty="0" err="1">
                <a:effectLst/>
                <a:latin typeface="Nirmala UI" panose="020B0502040204020203" pitchFamily="34" charset="0"/>
                <a:ea typeface="Calibri" panose="020F0502020204030204" pitchFamily="34" charset="0"/>
                <a:cs typeface="Times New Roman" panose="02020603050405020304" pitchFamily="18" charset="0"/>
              </a:rPr>
              <a:t>मागील</a:t>
            </a:r>
            <a:r>
              <a:rPr lang="en-IN" sz="1800" dirty="0">
                <a:effectLst/>
                <a:latin typeface="Calibri" panose="020F0502020204030204" pitchFamily="34" charset="0"/>
                <a:ea typeface="Calibri" panose="020F0502020204030204" pitchFamily="34" charset="0"/>
                <a:cs typeface="Times New Roman" panose="02020603050405020304" pitchFamily="18" charset="0"/>
              </a:rPr>
              <a:t> </a:t>
            </a:r>
            <a:r>
              <a:rPr lang="en-IN" sz="1800" dirty="0" err="1">
                <a:effectLst/>
                <a:latin typeface="Nirmala UI" panose="020B0502040204020203" pitchFamily="34" charset="0"/>
                <a:ea typeface="Calibri" panose="020F0502020204030204" pitchFamily="34" charset="0"/>
                <a:cs typeface="Times New Roman" panose="02020603050405020304" pitchFamily="18" charset="0"/>
              </a:rPr>
              <a:t>बाजूस</a:t>
            </a:r>
            <a:r>
              <a:rPr lang="en-IN" sz="1800" dirty="0">
                <a:effectLst/>
                <a:latin typeface="Calibri" panose="020F0502020204030204" pitchFamily="34" charset="0"/>
                <a:ea typeface="Calibri" panose="020F0502020204030204" pitchFamily="34" charset="0"/>
                <a:cs typeface="Times New Roman" panose="02020603050405020304" pitchFamily="18" charset="0"/>
              </a:rPr>
              <a:t> </a:t>
            </a:r>
            <a:r>
              <a:rPr lang="en-IN" sz="1800" dirty="0" err="1">
                <a:effectLst/>
                <a:latin typeface="Nirmala UI" panose="020B0502040204020203" pitchFamily="34" charset="0"/>
                <a:ea typeface="Calibri" panose="020F0502020204030204" pitchFamily="34" charset="0"/>
                <a:cs typeface="Times New Roman" panose="02020603050405020304" pitchFamily="18" charset="0"/>
              </a:rPr>
              <a:t>वाळलेले</a:t>
            </a:r>
            <a:r>
              <a:rPr lang="en-IN" sz="1800" dirty="0">
                <a:effectLst/>
                <a:latin typeface="Calibri" panose="020F0502020204030204" pitchFamily="34" charset="0"/>
                <a:ea typeface="Calibri" panose="020F0502020204030204" pitchFamily="34" charset="0"/>
                <a:cs typeface="Times New Roman" panose="02020603050405020304" pitchFamily="18" charset="0"/>
              </a:rPr>
              <a:t> </a:t>
            </a:r>
            <a:r>
              <a:rPr lang="en-IN" sz="1800" dirty="0" err="1">
                <a:effectLst/>
                <a:latin typeface="Nirmala UI" panose="020B0502040204020203" pitchFamily="34" charset="0"/>
                <a:ea typeface="Calibri" panose="020F0502020204030204" pitchFamily="34" charset="0"/>
                <a:cs typeface="Times New Roman" panose="02020603050405020304" pitchFamily="18" charset="0"/>
              </a:rPr>
              <a:t>टोकदार</a:t>
            </a:r>
            <a:r>
              <a:rPr lang="en-IN" sz="1800" dirty="0">
                <a:effectLst/>
                <a:latin typeface="Calibri" panose="020F0502020204030204" pitchFamily="34" charset="0"/>
                <a:ea typeface="Calibri" panose="020F0502020204030204" pitchFamily="34" charset="0"/>
                <a:cs typeface="Times New Roman" panose="02020603050405020304" pitchFamily="18" charset="0"/>
              </a:rPr>
              <a:t> </a:t>
            </a:r>
            <a:r>
              <a:rPr lang="en-IN" sz="1800" dirty="0" err="1">
                <a:effectLst/>
                <a:latin typeface="Nirmala UI" panose="020B0502040204020203" pitchFamily="34" charset="0"/>
                <a:ea typeface="Calibri" panose="020F0502020204030204" pitchFamily="34" charset="0"/>
                <a:cs typeface="Times New Roman" panose="02020603050405020304" pitchFamily="18" charset="0"/>
              </a:rPr>
              <a:t>वक्र</a:t>
            </a:r>
            <a:r>
              <a:rPr lang="en-IN" sz="1800" dirty="0">
                <a:effectLst/>
                <a:latin typeface="Calibri" panose="020F0502020204030204" pitchFamily="34" charset="0"/>
                <a:ea typeface="Calibri" panose="020F0502020204030204" pitchFamily="34" charset="0"/>
                <a:cs typeface="Times New Roman" panose="02020603050405020304" pitchFamily="18" charset="0"/>
              </a:rPr>
              <a:t> </a:t>
            </a:r>
            <a:r>
              <a:rPr lang="en-IN" sz="1800" dirty="0">
                <a:effectLst/>
                <a:latin typeface="Nirmala UI" panose="020B0502040204020203" pitchFamily="34" charset="0"/>
                <a:ea typeface="Calibri" panose="020F0502020204030204" pitchFamily="34" charset="0"/>
                <a:cs typeface="Times New Roman" panose="02020603050405020304" pitchFamily="18" charset="0"/>
              </a:rPr>
              <a:t>आहेत</a:t>
            </a:r>
            <a:r>
              <a:rPr lang="en-IN" sz="1800" dirty="0">
                <a:effectLst/>
                <a:latin typeface="Calibri" panose="020F0502020204030204" pitchFamily="34" charset="0"/>
                <a:ea typeface="Calibri" panose="020F0502020204030204" pitchFamily="34" charset="0"/>
                <a:cs typeface="Times New Roman" panose="02020603050405020304" pitchFamily="18" charset="0"/>
              </a:rPr>
              <a:t>. </a:t>
            </a:r>
            <a:r>
              <a:rPr lang="en-IN" sz="1800" dirty="0" err="1">
                <a:effectLst/>
                <a:latin typeface="Nirmala UI" panose="020B0502040204020203" pitchFamily="34" charset="0"/>
                <a:ea typeface="Calibri" panose="020F0502020204030204" pitchFamily="34" charset="0"/>
                <a:cs typeface="Times New Roman" panose="02020603050405020304" pitchFamily="18" charset="0"/>
              </a:rPr>
              <a:t>नराचे</a:t>
            </a:r>
            <a:r>
              <a:rPr lang="en-IN" sz="1800" dirty="0">
                <a:effectLst/>
                <a:latin typeface="Calibri" panose="020F0502020204030204" pitchFamily="34" charset="0"/>
                <a:ea typeface="Calibri" panose="020F0502020204030204" pitchFamily="34" charset="0"/>
                <a:cs typeface="Times New Roman" panose="02020603050405020304" pitchFamily="18" charset="0"/>
              </a:rPr>
              <a:t> </a:t>
            </a:r>
            <a:r>
              <a:rPr lang="en-IN" sz="1800" dirty="0" err="1">
                <a:effectLst/>
                <a:latin typeface="Nirmala UI" panose="020B0502040204020203" pitchFamily="34" charset="0"/>
                <a:ea typeface="Calibri" panose="020F0502020204030204" pitchFamily="34" charset="0"/>
                <a:cs typeface="Times New Roman" panose="02020603050405020304" pitchFamily="18" charset="0"/>
              </a:rPr>
              <a:t>सरासरी</a:t>
            </a:r>
            <a:r>
              <a:rPr lang="en-IN" sz="1800" dirty="0">
                <a:effectLst/>
                <a:latin typeface="Calibri" panose="020F0502020204030204" pitchFamily="34" charset="0"/>
                <a:ea typeface="Calibri" panose="020F0502020204030204" pitchFamily="34" charset="0"/>
                <a:cs typeface="Times New Roman" panose="02020603050405020304" pitchFamily="18" charset="0"/>
              </a:rPr>
              <a:t> </a:t>
            </a:r>
            <a:r>
              <a:rPr lang="en-IN" sz="1800" dirty="0">
                <a:effectLst/>
                <a:latin typeface="Nirmala UI" panose="020B0502040204020203" pitchFamily="34" charset="0"/>
                <a:ea typeface="Calibri" panose="020F0502020204030204" pitchFamily="34" charset="0"/>
                <a:cs typeface="Times New Roman" panose="02020603050405020304" pitchFamily="18" charset="0"/>
              </a:rPr>
              <a:t>वजन</a:t>
            </a:r>
            <a:r>
              <a:rPr lang="en-IN" sz="1800" dirty="0">
                <a:effectLst/>
                <a:latin typeface="Calibri" panose="020F0502020204030204" pitchFamily="34" charset="0"/>
                <a:ea typeface="Calibri" panose="020F0502020204030204" pitchFamily="34" charset="0"/>
                <a:cs typeface="Times New Roman" panose="02020603050405020304" pitchFamily="18" charset="0"/>
              </a:rPr>
              <a:t> 34 </a:t>
            </a:r>
            <a:r>
              <a:rPr lang="en-IN" sz="1800" dirty="0" err="1">
                <a:effectLst/>
                <a:latin typeface="Nirmala UI" panose="020B0502040204020203" pitchFamily="34" charset="0"/>
                <a:ea typeface="Calibri" panose="020F0502020204030204" pitchFamily="34" charset="0"/>
                <a:cs typeface="Times New Roman" panose="02020603050405020304" pitchFamily="18" charset="0"/>
              </a:rPr>
              <a:t>किलो</a:t>
            </a:r>
            <a:r>
              <a:rPr lang="en-IN" sz="1800" dirty="0">
                <a:effectLst/>
                <a:latin typeface="Calibri" panose="020F0502020204030204" pitchFamily="34" charset="0"/>
                <a:ea typeface="Calibri" panose="020F0502020204030204" pitchFamily="34" charset="0"/>
                <a:cs typeface="Times New Roman" panose="02020603050405020304" pitchFamily="18" charset="0"/>
              </a:rPr>
              <a:t> </a:t>
            </a:r>
            <a:r>
              <a:rPr lang="en-IN" sz="1800" dirty="0">
                <a:effectLst/>
                <a:latin typeface="Nirmala UI" panose="020B0502040204020203" pitchFamily="34" charset="0"/>
                <a:ea typeface="Calibri" panose="020F0502020204030204" pitchFamily="34" charset="0"/>
                <a:cs typeface="Times New Roman" panose="02020603050405020304" pitchFamily="18" charset="0"/>
              </a:rPr>
              <a:t>आणि</a:t>
            </a:r>
            <a:r>
              <a:rPr lang="en-IN" sz="1800" dirty="0">
                <a:effectLst/>
                <a:latin typeface="Calibri" panose="020F0502020204030204" pitchFamily="34" charset="0"/>
                <a:ea typeface="Calibri" panose="020F0502020204030204" pitchFamily="34" charset="0"/>
                <a:cs typeface="Times New Roman" panose="02020603050405020304" pitchFamily="18" charset="0"/>
              </a:rPr>
              <a:t> </a:t>
            </a:r>
            <a:r>
              <a:rPr lang="en-IN" sz="1800" dirty="0" err="1">
                <a:effectLst/>
                <a:latin typeface="Nirmala UI" panose="020B0502040204020203" pitchFamily="34" charset="0"/>
                <a:ea typeface="Calibri" panose="020F0502020204030204" pitchFamily="34" charset="0"/>
                <a:cs typeface="Times New Roman" panose="02020603050405020304" pitchFamily="18" charset="0"/>
              </a:rPr>
              <a:t>मादीचे</a:t>
            </a:r>
            <a:r>
              <a:rPr lang="en-IN" sz="1800" dirty="0">
                <a:effectLst/>
                <a:latin typeface="Calibri" panose="020F0502020204030204" pitchFamily="34" charset="0"/>
                <a:ea typeface="Calibri" panose="020F0502020204030204" pitchFamily="34" charset="0"/>
                <a:cs typeface="Times New Roman" panose="02020603050405020304" pitchFamily="18" charset="0"/>
              </a:rPr>
              <a:t>  </a:t>
            </a:r>
            <a:r>
              <a:rPr lang="en-IN" sz="1800" dirty="0">
                <a:effectLst/>
                <a:latin typeface="Nirmala UI" panose="020B0502040204020203" pitchFamily="34" charset="0"/>
                <a:ea typeface="Calibri" panose="020F0502020204030204" pitchFamily="34" charset="0"/>
                <a:cs typeface="Times New Roman" panose="02020603050405020304" pitchFamily="18" charset="0"/>
              </a:rPr>
              <a:t>वजन</a:t>
            </a:r>
            <a:r>
              <a:rPr lang="en-IN" sz="1800" dirty="0">
                <a:effectLst/>
                <a:latin typeface="Calibri" panose="020F0502020204030204" pitchFamily="34" charset="0"/>
                <a:ea typeface="Calibri" panose="020F0502020204030204" pitchFamily="34" charset="0"/>
                <a:cs typeface="Times New Roman" panose="02020603050405020304" pitchFamily="18" charset="0"/>
              </a:rPr>
              <a:t> 31 </a:t>
            </a:r>
            <a:r>
              <a:rPr lang="en-IN" sz="1800" dirty="0" err="1">
                <a:effectLst/>
                <a:latin typeface="Nirmala UI" panose="020B0502040204020203" pitchFamily="34" charset="0"/>
                <a:ea typeface="Calibri" panose="020F0502020204030204" pitchFamily="34" charset="0"/>
                <a:cs typeface="Times New Roman" panose="02020603050405020304" pitchFamily="18" charset="0"/>
              </a:rPr>
              <a:t>किलो</a:t>
            </a:r>
            <a:r>
              <a:rPr lang="en-IN" sz="1800" dirty="0">
                <a:effectLst/>
                <a:latin typeface="Calibri" panose="020F0502020204030204" pitchFamily="34" charset="0"/>
                <a:ea typeface="Calibri" panose="020F0502020204030204" pitchFamily="34" charset="0"/>
                <a:cs typeface="Times New Roman" panose="02020603050405020304" pitchFamily="18" charset="0"/>
              </a:rPr>
              <a:t> </a:t>
            </a:r>
            <a:r>
              <a:rPr lang="en-IN" sz="1800" dirty="0" err="1">
                <a:effectLst/>
                <a:latin typeface="Nirmala UI" panose="020B0502040204020203" pitchFamily="34" charset="0"/>
                <a:ea typeface="Calibri" panose="020F0502020204030204" pitchFamily="34" charset="0"/>
                <a:cs typeface="Times New Roman" panose="02020603050405020304" pitchFamily="18" charset="0"/>
              </a:rPr>
              <a:t>असते</a:t>
            </a:r>
            <a:r>
              <a:rPr lang="en-IN" sz="1800" dirty="0">
                <a:effectLst/>
                <a:latin typeface="Calibri" panose="020F0502020204030204" pitchFamily="34" charset="0"/>
                <a:ea typeface="Calibri" panose="020F0502020204030204" pitchFamily="34" charset="0"/>
                <a:cs typeface="Times New Roman" panose="02020603050405020304" pitchFamily="18" charset="0"/>
              </a:rPr>
              <a:t>.</a:t>
            </a:r>
          </a:p>
          <a:p>
            <a:pPr marL="285750" indent="-285750">
              <a:lnSpc>
                <a:spcPct val="107000"/>
              </a:lnSpc>
              <a:spcAft>
                <a:spcPts val="800"/>
              </a:spcAft>
              <a:buFont typeface="Arial" panose="020B0604020202020204" pitchFamily="34" charset="0"/>
              <a:buChar char="•"/>
            </a:pPr>
            <a:r>
              <a:rPr lang="en-IN" sz="1800" dirty="0" err="1">
                <a:effectLst/>
                <a:latin typeface="Nirmala UI" panose="020B0502040204020203" pitchFamily="34" charset="0"/>
                <a:ea typeface="Calibri" panose="020F0502020204030204" pitchFamily="34" charset="0"/>
                <a:cs typeface="Times New Roman" panose="02020603050405020304" pitchFamily="18" charset="0"/>
              </a:rPr>
              <a:t>सरासरी</a:t>
            </a:r>
            <a:r>
              <a:rPr lang="en-IN" sz="1800" dirty="0">
                <a:effectLst/>
                <a:latin typeface="Calibri" panose="020F0502020204030204" pitchFamily="34" charset="0"/>
                <a:ea typeface="Calibri" panose="020F0502020204030204" pitchFamily="34" charset="0"/>
                <a:cs typeface="Times New Roman" panose="02020603050405020304" pitchFamily="18" charset="0"/>
              </a:rPr>
              <a:t> </a:t>
            </a:r>
            <a:r>
              <a:rPr lang="en-IN" sz="1800" dirty="0" err="1">
                <a:effectLst/>
                <a:latin typeface="Nirmala UI" panose="020B0502040204020203" pitchFamily="34" charset="0"/>
                <a:ea typeface="Calibri" panose="020F0502020204030204" pitchFamily="34" charset="0"/>
                <a:cs typeface="Times New Roman" panose="02020603050405020304" pitchFamily="18" charset="0"/>
              </a:rPr>
              <a:t>जन्म</a:t>
            </a:r>
            <a:r>
              <a:rPr lang="en-IN" sz="1800" dirty="0">
                <a:effectLst/>
                <a:latin typeface="Calibri" panose="020F0502020204030204" pitchFamily="34" charset="0"/>
                <a:ea typeface="Calibri" panose="020F0502020204030204" pitchFamily="34" charset="0"/>
                <a:cs typeface="Times New Roman" panose="02020603050405020304" pitchFamily="18" charset="0"/>
              </a:rPr>
              <a:t> </a:t>
            </a:r>
            <a:r>
              <a:rPr lang="en-IN" sz="1800" dirty="0">
                <a:effectLst/>
                <a:latin typeface="Nirmala UI" panose="020B0502040204020203" pitchFamily="34" charset="0"/>
                <a:ea typeface="Calibri" panose="020F0502020204030204" pitchFamily="34" charset="0"/>
                <a:cs typeface="Times New Roman" panose="02020603050405020304" pitchFamily="18" charset="0"/>
              </a:rPr>
              <a:t>वजन</a:t>
            </a:r>
            <a:r>
              <a:rPr lang="en-IN" sz="1800" dirty="0">
                <a:effectLst/>
                <a:latin typeface="Calibri" panose="020F0502020204030204" pitchFamily="34" charset="0"/>
                <a:ea typeface="Calibri" panose="020F0502020204030204" pitchFamily="34" charset="0"/>
                <a:cs typeface="Times New Roman" panose="02020603050405020304" pitchFamily="18" charset="0"/>
              </a:rPr>
              <a:t> 1.7 </a:t>
            </a:r>
            <a:r>
              <a:rPr lang="en-IN" sz="1800" dirty="0" err="1">
                <a:effectLst/>
                <a:latin typeface="Nirmala UI" panose="020B0502040204020203" pitchFamily="34" charset="0"/>
                <a:ea typeface="Calibri" panose="020F0502020204030204" pitchFamily="34" charset="0"/>
                <a:cs typeface="Times New Roman" panose="02020603050405020304" pitchFamily="18" charset="0"/>
              </a:rPr>
              <a:t>किलो</a:t>
            </a:r>
            <a:r>
              <a:rPr lang="en-IN" sz="1800" dirty="0">
                <a:effectLst/>
                <a:latin typeface="Calibri" panose="020F0502020204030204" pitchFamily="34" charset="0"/>
                <a:ea typeface="Calibri" panose="020F0502020204030204" pitchFamily="34" charset="0"/>
                <a:cs typeface="Times New Roman" panose="02020603050405020304" pitchFamily="18" charset="0"/>
              </a:rPr>
              <a:t> </a:t>
            </a:r>
            <a:r>
              <a:rPr lang="en-IN" sz="1800" dirty="0" err="1">
                <a:effectLst/>
                <a:latin typeface="Nirmala UI" panose="020B0502040204020203" pitchFamily="34" charset="0"/>
                <a:ea typeface="Calibri" panose="020F0502020204030204" pitchFamily="34" charset="0"/>
                <a:cs typeface="Times New Roman" panose="02020603050405020304" pitchFamily="18" charset="0"/>
              </a:rPr>
              <a:t>आहे</a:t>
            </a:r>
            <a:r>
              <a:rPr lang="en-IN" sz="1800" dirty="0">
                <a:effectLst/>
                <a:latin typeface="Calibri" panose="020F0502020204030204" pitchFamily="34" charset="0"/>
                <a:ea typeface="Calibri" panose="020F0502020204030204" pitchFamily="34" charset="0"/>
                <a:cs typeface="Times New Roman" panose="02020603050405020304" pitchFamily="18" charset="0"/>
              </a:rPr>
              <a:t>. </a:t>
            </a:r>
            <a:r>
              <a:rPr lang="en-IN" sz="1800" dirty="0" err="1">
                <a:effectLst/>
                <a:latin typeface="Nirmala UI" panose="020B0502040204020203" pitchFamily="34" charset="0"/>
                <a:ea typeface="Calibri" panose="020F0502020204030204" pitchFamily="34" charset="0"/>
                <a:cs typeface="Times New Roman" panose="02020603050405020304" pitchFamily="18" charset="0"/>
              </a:rPr>
              <a:t>हे</a:t>
            </a:r>
            <a:r>
              <a:rPr lang="en-IN" sz="1800" dirty="0">
                <a:effectLst/>
                <a:latin typeface="Calibri" panose="020F0502020204030204" pitchFamily="34" charset="0"/>
                <a:ea typeface="Calibri" panose="020F0502020204030204" pitchFamily="34" charset="0"/>
                <a:cs typeface="Times New Roman" panose="02020603050405020304" pitchFamily="18" charset="0"/>
              </a:rPr>
              <a:t> </a:t>
            </a:r>
            <a:r>
              <a:rPr lang="en-IN" sz="1800" dirty="0">
                <a:effectLst/>
                <a:latin typeface="Nirmala UI" panose="020B0502040204020203" pitchFamily="34" charset="0"/>
                <a:ea typeface="Calibri" panose="020F0502020204030204" pitchFamily="34" charset="0"/>
                <a:cs typeface="Times New Roman" panose="02020603050405020304" pitchFamily="18" charset="0"/>
              </a:rPr>
              <a:t>प्राणी</a:t>
            </a:r>
            <a:r>
              <a:rPr lang="en-IN" sz="1800" dirty="0">
                <a:effectLst/>
                <a:latin typeface="Calibri" panose="020F0502020204030204" pitchFamily="34" charset="0"/>
                <a:ea typeface="Calibri" panose="020F0502020204030204" pitchFamily="34" charset="0"/>
                <a:cs typeface="Times New Roman" panose="02020603050405020304" pitchFamily="18" charset="0"/>
              </a:rPr>
              <a:t> </a:t>
            </a:r>
            <a:r>
              <a:rPr lang="en-IN" sz="1800" dirty="0" err="1">
                <a:effectLst/>
                <a:latin typeface="Nirmala UI" panose="020B0502040204020203" pitchFamily="34" charset="0"/>
                <a:ea typeface="Calibri" panose="020F0502020204030204" pitchFamily="34" charset="0"/>
                <a:cs typeface="Times New Roman" panose="02020603050405020304" pitchFamily="18" charset="0"/>
              </a:rPr>
              <a:t>कमी</a:t>
            </a:r>
            <a:r>
              <a:rPr lang="en-IN" sz="1800" dirty="0">
                <a:effectLst/>
                <a:latin typeface="Calibri" panose="020F0502020204030204" pitchFamily="34" charset="0"/>
                <a:ea typeface="Calibri" panose="020F0502020204030204" pitchFamily="34" charset="0"/>
                <a:cs typeface="Times New Roman" panose="02020603050405020304" pitchFamily="18" charset="0"/>
              </a:rPr>
              <a:t> </a:t>
            </a:r>
            <a:r>
              <a:rPr lang="en-IN" sz="1800" dirty="0">
                <a:effectLst/>
                <a:latin typeface="Nirmala UI" panose="020B0502040204020203" pitchFamily="34" charset="0"/>
                <a:ea typeface="Calibri" panose="020F0502020204030204" pitchFamily="34" charset="0"/>
                <a:cs typeface="Times New Roman" panose="02020603050405020304" pitchFamily="18" charset="0"/>
              </a:rPr>
              <a:t>दुध</a:t>
            </a:r>
            <a:r>
              <a:rPr lang="en-IN" sz="1800" dirty="0">
                <a:effectLst/>
                <a:latin typeface="Calibri" panose="020F0502020204030204" pitchFamily="34" charset="0"/>
                <a:ea typeface="Calibri" panose="020F0502020204030204" pitchFamily="34" charset="0"/>
                <a:cs typeface="Times New Roman" panose="02020603050405020304" pitchFamily="18" charset="0"/>
              </a:rPr>
              <a:t> </a:t>
            </a:r>
            <a:r>
              <a:rPr lang="en-IN" sz="1800" dirty="0" err="1">
                <a:effectLst/>
                <a:latin typeface="Nirmala UI" panose="020B0502040204020203" pitchFamily="34" charset="0"/>
                <a:ea typeface="Calibri" panose="020F0502020204030204" pitchFamily="34" charset="0"/>
                <a:cs typeface="Times New Roman" panose="02020603050405020304" pitchFamily="18" charset="0"/>
              </a:rPr>
              <a:t>देणारे</a:t>
            </a:r>
            <a:r>
              <a:rPr lang="en-IN" sz="1800" dirty="0">
                <a:effectLst/>
                <a:latin typeface="Calibri" panose="020F0502020204030204" pitchFamily="34" charset="0"/>
                <a:ea typeface="Calibri" panose="020F0502020204030204" pitchFamily="34" charset="0"/>
                <a:cs typeface="Times New Roman" panose="02020603050405020304" pitchFamily="18" charset="0"/>
              </a:rPr>
              <a:t> </a:t>
            </a:r>
            <a:r>
              <a:rPr lang="en-IN" sz="1800" dirty="0">
                <a:effectLst/>
                <a:latin typeface="Nirmala UI" panose="020B0502040204020203" pitchFamily="34" charset="0"/>
                <a:ea typeface="Calibri" panose="020F0502020204030204" pitchFamily="34" charset="0"/>
                <a:cs typeface="Times New Roman" panose="02020603050405020304" pitchFamily="18" charset="0"/>
              </a:rPr>
              <a:t>आहेत</a:t>
            </a:r>
            <a:r>
              <a:rPr lang="en-IN" sz="1800" dirty="0">
                <a:effectLst/>
                <a:latin typeface="Calibri" panose="020F0502020204030204" pitchFamily="34" charset="0"/>
                <a:ea typeface="Calibri" panose="020F0502020204030204" pitchFamily="34" charset="0"/>
                <a:cs typeface="Times New Roman" panose="02020603050405020304" pitchFamily="18" charset="0"/>
              </a:rPr>
              <a:t> </a:t>
            </a:r>
            <a:r>
              <a:rPr lang="en-IN" sz="1800" dirty="0">
                <a:effectLst/>
                <a:latin typeface="Nirmala UI" panose="020B0502040204020203" pitchFamily="34" charset="0"/>
                <a:ea typeface="Calibri" panose="020F0502020204030204" pitchFamily="34" charset="0"/>
                <a:cs typeface="Times New Roman" panose="02020603050405020304" pitchFamily="18" charset="0"/>
              </a:rPr>
              <a:t>आणि</a:t>
            </a:r>
            <a:r>
              <a:rPr lang="en-IN" sz="1800" dirty="0">
                <a:effectLst/>
                <a:latin typeface="Calibri" panose="020F0502020204030204" pitchFamily="34" charset="0"/>
                <a:ea typeface="Calibri" panose="020F0502020204030204" pitchFamily="34" charset="0"/>
                <a:cs typeface="Times New Roman" panose="02020603050405020304" pitchFamily="18" charset="0"/>
              </a:rPr>
              <a:t> </a:t>
            </a:r>
            <a:r>
              <a:rPr lang="en-IN" sz="1800" dirty="0" err="1">
                <a:effectLst/>
                <a:latin typeface="Nirmala UI" panose="020B0502040204020203" pitchFamily="34" charset="0"/>
                <a:ea typeface="Calibri" panose="020F0502020204030204" pitchFamily="34" charset="0"/>
                <a:cs typeface="Times New Roman" panose="02020603050405020304" pitchFamily="18" charset="0"/>
              </a:rPr>
              <a:t>त्यांच्याकडे</a:t>
            </a:r>
            <a:r>
              <a:rPr lang="en-IN" sz="1800" dirty="0">
                <a:effectLst/>
                <a:latin typeface="Calibri" panose="020F0502020204030204" pitchFamily="34" charset="0"/>
                <a:ea typeface="Calibri" panose="020F0502020204030204" pitchFamily="34" charset="0"/>
                <a:cs typeface="Times New Roman" panose="02020603050405020304" pitchFamily="18" charset="0"/>
              </a:rPr>
              <a:t> </a:t>
            </a:r>
            <a:r>
              <a:rPr lang="en-IN" sz="1800" dirty="0" err="1">
                <a:effectLst/>
                <a:latin typeface="Nirmala UI" panose="020B0502040204020203" pitchFamily="34" charset="0"/>
                <a:ea typeface="Calibri" panose="020F0502020204030204" pitchFamily="34" charset="0"/>
                <a:cs typeface="Times New Roman" panose="02020603050405020304" pitchFamily="18" charset="0"/>
              </a:rPr>
              <a:t>वाडग्याच्या</a:t>
            </a:r>
            <a:r>
              <a:rPr lang="en-IN" sz="1800" dirty="0">
                <a:effectLst/>
                <a:latin typeface="Calibri" panose="020F0502020204030204" pitchFamily="34" charset="0"/>
                <a:ea typeface="Calibri" panose="020F0502020204030204" pitchFamily="34" charset="0"/>
                <a:cs typeface="Times New Roman" panose="02020603050405020304" pitchFamily="18" charset="0"/>
              </a:rPr>
              <a:t> </a:t>
            </a:r>
            <a:r>
              <a:rPr lang="en-IN" sz="1800" dirty="0" err="1">
                <a:effectLst/>
                <a:latin typeface="Nirmala UI" panose="020B0502040204020203" pitchFamily="34" charset="0"/>
                <a:ea typeface="Calibri" panose="020F0502020204030204" pitchFamily="34" charset="0"/>
                <a:cs typeface="Times New Roman" panose="02020603050405020304" pitchFamily="18" charset="0"/>
              </a:rPr>
              <a:t>आकाराचे</a:t>
            </a:r>
            <a:r>
              <a:rPr lang="en-IN" sz="1800" dirty="0">
                <a:effectLst/>
                <a:latin typeface="Calibri" panose="020F0502020204030204" pitchFamily="34" charset="0"/>
                <a:ea typeface="Calibri" panose="020F0502020204030204" pitchFamily="34" charset="0"/>
                <a:cs typeface="Times New Roman" panose="02020603050405020304" pitchFamily="18" charset="0"/>
              </a:rPr>
              <a:t> </a:t>
            </a:r>
            <a:r>
              <a:rPr lang="en-IN" sz="1800" dirty="0" err="1">
                <a:effectLst/>
                <a:latin typeface="Nirmala UI" panose="020B0502040204020203" pitchFamily="34" charset="0"/>
                <a:ea typeface="Calibri" panose="020F0502020204030204" pitchFamily="34" charset="0"/>
                <a:cs typeface="Times New Roman" panose="02020603050405020304" pitchFamily="18" charset="0"/>
              </a:rPr>
              <a:t>कासे</a:t>
            </a:r>
            <a:r>
              <a:rPr lang="en-IN" sz="1800" dirty="0">
                <a:effectLst/>
                <a:latin typeface="Calibri" panose="020F0502020204030204" pitchFamily="34" charset="0"/>
                <a:ea typeface="Calibri" panose="020F0502020204030204" pitchFamily="34" charset="0"/>
                <a:cs typeface="Times New Roman" panose="02020603050405020304" pitchFamily="18" charset="0"/>
              </a:rPr>
              <a:t> </a:t>
            </a:r>
            <a:r>
              <a:rPr lang="en-IN" sz="1800" dirty="0">
                <a:effectLst/>
                <a:latin typeface="Nirmala UI" panose="020B0502040204020203" pitchFamily="34" charset="0"/>
                <a:ea typeface="Calibri" panose="020F0502020204030204" pitchFamily="34" charset="0"/>
                <a:cs typeface="Times New Roman" panose="02020603050405020304" pitchFamily="18" charset="0"/>
              </a:rPr>
              <a:t>आहेत</a:t>
            </a:r>
            <a:r>
              <a:rPr lang="en-IN" sz="1800" dirty="0">
                <a:effectLst/>
                <a:latin typeface="Calibri" panose="020F0502020204030204" pitchFamily="34" charset="0"/>
                <a:ea typeface="Calibri" panose="020F0502020204030204" pitchFamily="34" charset="0"/>
                <a:cs typeface="Times New Roman" panose="02020603050405020304" pitchFamily="18" charset="0"/>
              </a:rPr>
              <a:t> </a:t>
            </a:r>
            <a:r>
              <a:rPr lang="en-IN" sz="1800" dirty="0">
                <a:effectLst/>
                <a:latin typeface="Nirmala UI" panose="020B0502040204020203" pitchFamily="34" charset="0"/>
                <a:ea typeface="Calibri" panose="020F0502020204030204" pitchFamily="34" charset="0"/>
                <a:cs typeface="Times New Roman" panose="02020603050405020304" pitchFamily="18" charset="0"/>
              </a:rPr>
              <a:t>आणि</a:t>
            </a:r>
            <a:r>
              <a:rPr lang="en-IN" sz="1800" dirty="0">
                <a:effectLst/>
                <a:latin typeface="Calibri" panose="020F0502020204030204" pitchFamily="34" charset="0"/>
                <a:ea typeface="Calibri" panose="020F0502020204030204" pitchFamily="34" charset="0"/>
                <a:cs typeface="Times New Roman" panose="02020603050405020304" pitchFamily="18" charset="0"/>
              </a:rPr>
              <a:t> </a:t>
            </a:r>
            <a:r>
              <a:rPr lang="en-IN" sz="1800" dirty="0" err="1">
                <a:effectLst/>
                <a:latin typeface="Nirmala UI" panose="020B0502040204020203" pitchFamily="34" charset="0"/>
                <a:ea typeface="Calibri" panose="020F0502020204030204" pitchFamily="34" charset="0"/>
                <a:cs typeface="Times New Roman" panose="02020603050405020304" pitchFamily="18" charset="0"/>
              </a:rPr>
              <a:t>फनेल</a:t>
            </a:r>
            <a:r>
              <a:rPr lang="en-IN" sz="1800" dirty="0">
                <a:effectLst/>
                <a:latin typeface="Calibri" panose="020F0502020204030204" pitchFamily="34" charset="0"/>
                <a:ea typeface="Calibri" panose="020F0502020204030204" pitchFamily="34" charset="0"/>
                <a:cs typeface="Times New Roman" panose="02020603050405020304" pitchFamily="18" charset="0"/>
              </a:rPr>
              <a:t> </a:t>
            </a:r>
            <a:r>
              <a:rPr lang="en-IN" sz="1800" dirty="0" err="1">
                <a:effectLst/>
                <a:latin typeface="Nirmala UI" panose="020B0502040204020203" pitchFamily="34" charset="0"/>
                <a:ea typeface="Calibri" panose="020F0502020204030204" pitchFamily="34" charset="0"/>
                <a:cs typeface="Times New Roman" panose="02020603050405020304" pitchFamily="18" charset="0"/>
              </a:rPr>
              <a:t>आकार</a:t>
            </a:r>
            <a:r>
              <a:rPr lang="en-IN" sz="1800" dirty="0">
                <a:effectLst/>
                <a:latin typeface="Calibri" panose="020F0502020204030204" pitchFamily="34" charset="0"/>
                <a:ea typeface="Calibri" panose="020F0502020204030204" pitchFamily="34" charset="0"/>
                <a:cs typeface="Times New Roman" panose="02020603050405020304" pitchFamily="18" charset="0"/>
              </a:rPr>
              <a:t> </a:t>
            </a:r>
            <a:r>
              <a:rPr lang="en-IN" sz="1800" dirty="0">
                <a:effectLst/>
                <a:latin typeface="Nirmala UI" panose="020B0502040204020203" pitchFamily="34" charset="0"/>
                <a:ea typeface="Calibri" panose="020F0502020204030204" pitchFamily="34" charset="0"/>
                <a:cs typeface="Times New Roman" panose="02020603050405020304" pitchFamily="18" charset="0"/>
              </a:rPr>
              <a:t>आणि</a:t>
            </a:r>
            <a:r>
              <a:rPr lang="en-IN" sz="1800" dirty="0">
                <a:effectLst/>
                <a:latin typeface="Calibri" panose="020F0502020204030204" pitchFamily="34" charset="0"/>
                <a:ea typeface="Calibri" panose="020F0502020204030204" pitchFamily="34" charset="0"/>
                <a:cs typeface="Times New Roman" panose="02020603050405020304" pitchFamily="18" charset="0"/>
              </a:rPr>
              <a:t> </a:t>
            </a:r>
            <a:r>
              <a:rPr lang="en-IN" sz="1800" dirty="0" err="1">
                <a:effectLst/>
                <a:latin typeface="Nirmala UI" panose="020B0502040204020203" pitchFamily="34" charset="0"/>
                <a:ea typeface="Calibri" panose="020F0502020204030204" pitchFamily="34" charset="0"/>
                <a:cs typeface="Times New Roman" panose="02020603050405020304" pitchFamily="18" charset="0"/>
              </a:rPr>
              <a:t>टोकदार</a:t>
            </a:r>
            <a:r>
              <a:rPr lang="en-IN" sz="1800" dirty="0">
                <a:effectLst/>
                <a:latin typeface="Calibri" panose="020F0502020204030204" pitchFamily="34" charset="0"/>
                <a:ea typeface="Calibri" panose="020F0502020204030204" pitchFamily="34" charset="0"/>
                <a:cs typeface="Times New Roman" panose="02020603050405020304" pitchFamily="18" charset="0"/>
              </a:rPr>
              <a:t> </a:t>
            </a:r>
            <a:r>
              <a:rPr lang="en-IN" sz="1800" dirty="0" err="1">
                <a:effectLst/>
                <a:latin typeface="Nirmala UI" panose="020B0502040204020203" pitchFamily="34" charset="0"/>
                <a:ea typeface="Calibri" panose="020F0502020204030204" pitchFamily="34" charset="0"/>
                <a:cs typeface="Times New Roman" panose="02020603050405020304" pitchFamily="18" charset="0"/>
              </a:rPr>
              <a:t>टीट्स</a:t>
            </a:r>
            <a:r>
              <a:rPr lang="en-IN" sz="1800" dirty="0">
                <a:effectLst/>
                <a:latin typeface="Calibri" panose="020F0502020204030204" pitchFamily="34" charset="0"/>
                <a:ea typeface="Calibri" panose="020F0502020204030204" pitchFamily="34" charset="0"/>
                <a:cs typeface="Times New Roman" panose="02020603050405020304" pitchFamily="18" charset="0"/>
              </a:rPr>
              <a:t> </a:t>
            </a:r>
            <a:r>
              <a:rPr lang="en-IN" sz="1800" dirty="0">
                <a:effectLst/>
                <a:latin typeface="Nirmala UI" panose="020B0502040204020203" pitchFamily="34" charset="0"/>
                <a:ea typeface="Calibri" panose="020F0502020204030204" pitchFamily="34" charset="0"/>
                <a:cs typeface="Times New Roman" panose="02020603050405020304" pitchFamily="18" charset="0"/>
              </a:rPr>
              <a:t>आहेत</a:t>
            </a:r>
            <a:r>
              <a:rPr lang="en-IN" sz="1800" dirty="0">
                <a:effectLst/>
                <a:latin typeface="Calibri" panose="020F0502020204030204" pitchFamily="34" charset="0"/>
                <a:ea typeface="Calibri" panose="020F0502020204030204" pitchFamily="34" charset="0"/>
                <a:cs typeface="Times New Roman" panose="02020603050405020304" pitchFamily="18" charset="0"/>
              </a:rPr>
              <a:t>.</a:t>
            </a:r>
          </a:p>
        </p:txBody>
      </p:sp>
    </p:spTree>
    <p:extLst>
      <p:ext uri="{BB962C8B-B14F-4D97-AF65-F5344CB8AC3E}">
        <p14:creationId xmlns:p14="http://schemas.microsoft.com/office/powerpoint/2010/main" val="207782754"/>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3D409A5-4D2C-41C7-A14D-3869356D95AB}"/>
              </a:ext>
            </a:extLst>
          </p:cNvPr>
          <p:cNvSpPr>
            <a:spLocks noGrp="1"/>
          </p:cNvSpPr>
          <p:nvPr>
            <p:ph type="title"/>
          </p:nvPr>
        </p:nvSpPr>
        <p:spPr>
          <a:xfrm>
            <a:off x="839788" y="457200"/>
            <a:ext cx="3932237" cy="530225"/>
          </a:xfrm>
        </p:spPr>
        <p:txBody>
          <a:bodyPr>
            <a:normAutofit fontScale="90000"/>
          </a:bodyPr>
          <a:lstStyle/>
          <a:p>
            <a:pPr algn="ctr"/>
            <a:r>
              <a:rPr lang="en-IN" sz="3200" dirty="0" err="1">
                <a:solidFill>
                  <a:srgbClr val="FF0000"/>
                </a:solidFill>
                <a:effectLst/>
                <a:latin typeface="Nirmala UI" panose="020B0502040204020203" pitchFamily="34" charset="0"/>
                <a:ea typeface="Calibri" panose="020F0502020204030204" pitchFamily="34" charset="0"/>
                <a:cs typeface="Times New Roman" panose="02020603050405020304" pitchFamily="18" charset="0"/>
              </a:rPr>
              <a:t>कन्नी</a:t>
            </a:r>
            <a:r>
              <a:rPr lang="en-IN" sz="3200" dirty="0">
                <a:solidFill>
                  <a:srgbClr val="FF0000"/>
                </a:solidFill>
                <a:effectLst/>
                <a:latin typeface="Calibri" panose="020F0502020204030204" pitchFamily="34" charset="0"/>
                <a:ea typeface="Calibri" panose="020F0502020204030204" pitchFamily="34" charset="0"/>
                <a:cs typeface="Times New Roman" panose="02020603050405020304" pitchFamily="18" charset="0"/>
              </a:rPr>
              <a:t> </a:t>
            </a:r>
            <a:r>
              <a:rPr lang="en-IN" sz="3200" dirty="0" err="1">
                <a:solidFill>
                  <a:srgbClr val="FF0000"/>
                </a:solidFill>
                <a:effectLst/>
                <a:latin typeface="Nirmala UI" panose="020B0502040204020203" pitchFamily="34" charset="0"/>
                <a:ea typeface="Calibri" panose="020F0502020204030204" pitchFamily="34" charset="0"/>
                <a:cs typeface="Times New Roman" panose="02020603050405020304" pitchFamily="18" charset="0"/>
              </a:rPr>
              <a:t>आडू</a:t>
            </a:r>
            <a:endParaRPr lang="en-IN" dirty="0">
              <a:solidFill>
                <a:srgbClr val="FF0000"/>
              </a:solidFill>
            </a:endParaRPr>
          </a:p>
        </p:txBody>
      </p:sp>
      <p:pic>
        <p:nvPicPr>
          <p:cNvPr id="6" name="Content Placeholder 5">
            <a:extLst>
              <a:ext uri="{FF2B5EF4-FFF2-40B4-BE49-F238E27FC236}">
                <a16:creationId xmlns:a16="http://schemas.microsoft.com/office/drawing/2014/main" id="{730E6351-A86E-4A99-A5E7-260FD221387D}"/>
              </a:ext>
            </a:extLst>
          </p:cNvPr>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5183188" y="1688306"/>
            <a:ext cx="6172200" cy="3471862"/>
          </a:xfrm>
        </p:spPr>
      </p:pic>
      <p:sp>
        <p:nvSpPr>
          <p:cNvPr id="4" name="Text Placeholder 3">
            <a:extLst>
              <a:ext uri="{FF2B5EF4-FFF2-40B4-BE49-F238E27FC236}">
                <a16:creationId xmlns:a16="http://schemas.microsoft.com/office/drawing/2014/main" id="{890E0EE8-FF2E-4B5F-BF94-717FD1843DB0}"/>
              </a:ext>
            </a:extLst>
          </p:cNvPr>
          <p:cNvSpPr>
            <a:spLocks noGrp="1"/>
          </p:cNvSpPr>
          <p:nvPr>
            <p:ph type="body" sz="half" idx="2"/>
          </p:nvPr>
        </p:nvSpPr>
        <p:spPr>
          <a:xfrm>
            <a:off x="839788" y="987425"/>
            <a:ext cx="3932237" cy="4881563"/>
          </a:xfrm>
        </p:spPr>
        <p:txBody>
          <a:bodyPr/>
          <a:lstStyle/>
          <a:p>
            <a:pPr marL="285750" indent="-285750">
              <a:lnSpc>
                <a:spcPct val="107000"/>
              </a:lnSpc>
              <a:spcAft>
                <a:spcPts val="800"/>
              </a:spcAft>
              <a:buFont typeface="Arial" panose="020B0604020202020204" pitchFamily="34" charset="0"/>
              <a:buChar char="•"/>
            </a:pPr>
            <a:r>
              <a:rPr lang="en-IN" sz="2000" dirty="0" err="1">
                <a:effectLst/>
                <a:latin typeface="Nirmala UI" panose="020B0502040204020203" pitchFamily="34" charset="0"/>
                <a:ea typeface="Calibri" panose="020F0502020204030204" pitchFamily="34" charset="0"/>
                <a:cs typeface="Times New Roman" panose="02020603050405020304" pitchFamily="18" charset="0"/>
              </a:rPr>
              <a:t>तामिळनाडूच्या</a:t>
            </a:r>
            <a:r>
              <a:rPr lang="en-IN" sz="2000" dirty="0">
                <a:effectLst/>
                <a:latin typeface="Calibri" panose="020F0502020204030204" pitchFamily="34" charset="0"/>
                <a:ea typeface="Calibri" panose="020F0502020204030204" pitchFamily="34" charset="0"/>
                <a:cs typeface="Times New Roman" panose="02020603050405020304" pitchFamily="18" charset="0"/>
              </a:rPr>
              <a:t> </a:t>
            </a:r>
            <a:r>
              <a:rPr lang="en-IN" sz="2000" dirty="0" err="1">
                <a:effectLst/>
                <a:latin typeface="Nirmala UI" panose="020B0502040204020203" pitchFamily="34" charset="0"/>
                <a:ea typeface="Calibri" panose="020F0502020204030204" pitchFamily="34" charset="0"/>
                <a:cs typeface="Times New Roman" panose="02020603050405020304" pitchFamily="18" charset="0"/>
              </a:rPr>
              <a:t>तिरुनेलवेली</a:t>
            </a:r>
            <a:r>
              <a:rPr lang="en-IN" sz="2000" dirty="0">
                <a:effectLst/>
                <a:latin typeface="Calibri" panose="020F0502020204030204" pitchFamily="34" charset="0"/>
                <a:ea typeface="Calibri" panose="020F0502020204030204" pitchFamily="34" charset="0"/>
                <a:cs typeface="Times New Roman" panose="02020603050405020304" pitchFamily="18" charset="0"/>
              </a:rPr>
              <a:t> </a:t>
            </a:r>
            <a:r>
              <a:rPr lang="en-IN" sz="2000" dirty="0">
                <a:effectLst/>
                <a:latin typeface="Nirmala UI" panose="020B0502040204020203" pitchFamily="34" charset="0"/>
                <a:ea typeface="Calibri" panose="020F0502020204030204" pitchFamily="34" charset="0"/>
                <a:cs typeface="Times New Roman" panose="02020603050405020304" pitchFamily="18" charset="0"/>
              </a:rPr>
              <a:t>आणि</a:t>
            </a:r>
            <a:r>
              <a:rPr lang="en-IN" sz="2000" dirty="0">
                <a:effectLst/>
                <a:latin typeface="Calibri" panose="020F0502020204030204" pitchFamily="34" charset="0"/>
                <a:ea typeface="Calibri" panose="020F0502020204030204" pitchFamily="34" charset="0"/>
                <a:cs typeface="Times New Roman" panose="02020603050405020304" pitchFamily="18" charset="0"/>
              </a:rPr>
              <a:t> </a:t>
            </a:r>
            <a:r>
              <a:rPr lang="en-IN" sz="2000" dirty="0" err="1">
                <a:effectLst/>
                <a:latin typeface="Nirmala UI" panose="020B0502040204020203" pitchFamily="34" charset="0"/>
                <a:ea typeface="Calibri" panose="020F0502020204030204" pitchFamily="34" charset="0"/>
                <a:cs typeface="Times New Roman" panose="02020603050405020304" pitchFamily="18" charset="0"/>
              </a:rPr>
              <a:t>रामानदापुरम</a:t>
            </a:r>
            <a:r>
              <a:rPr lang="en-IN" sz="2000" dirty="0">
                <a:effectLst/>
                <a:latin typeface="Calibri" panose="020F0502020204030204" pitchFamily="34" charset="0"/>
                <a:ea typeface="Calibri" panose="020F0502020204030204" pitchFamily="34" charset="0"/>
                <a:cs typeface="Times New Roman" panose="02020603050405020304" pitchFamily="18" charset="0"/>
              </a:rPr>
              <a:t> </a:t>
            </a:r>
            <a:r>
              <a:rPr lang="en-IN" sz="2000" dirty="0" err="1">
                <a:effectLst/>
                <a:latin typeface="Nirmala UI" panose="020B0502040204020203" pitchFamily="34" charset="0"/>
                <a:ea typeface="Calibri" panose="020F0502020204030204" pitchFamily="34" charset="0"/>
                <a:cs typeface="Times New Roman" panose="02020603050405020304" pitchFamily="18" charset="0"/>
              </a:rPr>
              <a:t>जिल्ह्यांत</a:t>
            </a:r>
            <a:r>
              <a:rPr lang="en-IN" sz="2000" dirty="0">
                <a:effectLst/>
                <a:latin typeface="Calibri" panose="020F0502020204030204" pitchFamily="34" charset="0"/>
                <a:ea typeface="Calibri" panose="020F0502020204030204" pitchFamily="34" charset="0"/>
                <a:cs typeface="Times New Roman" panose="02020603050405020304" pitchFamily="18" charset="0"/>
              </a:rPr>
              <a:t> </a:t>
            </a:r>
            <a:r>
              <a:rPr lang="en-IN" sz="2000" dirty="0">
                <a:effectLst/>
                <a:latin typeface="Nirmala UI" panose="020B0502040204020203" pitchFamily="34" charset="0"/>
                <a:ea typeface="Calibri" panose="020F0502020204030204" pitchFamily="34" charset="0"/>
                <a:cs typeface="Times New Roman" panose="02020603050405020304" pitchFamily="18" charset="0"/>
              </a:rPr>
              <a:t>त्याचा</a:t>
            </a:r>
            <a:r>
              <a:rPr lang="en-IN" sz="2000" dirty="0">
                <a:effectLst/>
                <a:latin typeface="Calibri" panose="020F0502020204030204" pitchFamily="34" charset="0"/>
                <a:ea typeface="Calibri" panose="020F0502020204030204" pitchFamily="34" charset="0"/>
                <a:cs typeface="Times New Roman" panose="02020603050405020304" pitchFamily="18" charset="0"/>
              </a:rPr>
              <a:t> </a:t>
            </a:r>
            <a:r>
              <a:rPr lang="en-IN" sz="2000" dirty="0" err="1">
                <a:effectLst/>
                <a:latin typeface="Nirmala UI" panose="020B0502040204020203" pitchFamily="34" charset="0"/>
                <a:ea typeface="Calibri" panose="020F0502020204030204" pitchFamily="34" charset="0"/>
                <a:cs typeface="Times New Roman" panose="02020603050405020304" pitchFamily="18" charset="0"/>
              </a:rPr>
              <a:t>उगम</a:t>
            </a:r>
            <a:r>
              <a:rPr lang="en-IN" sz="2000" dirty="0">
                <a:effectLst/>
                <a:latin typeface="Calibri" panose="020F0502020204030204" pitchFamily="34" charset="0"/>
                <a:ea typeface="Calibri" panose="020F0502020204030204" pitchFamily="34" charset="0"/>
                <a:cs typeface="Times New Roman" panose="02020603050405020304" pitchFamily="18" charset="0"/>
              </a:rPr>
              <a:t> </a:t>
            </a:r>
            <a:r>
              <a:rPr lang="en-IN" sz="2000" dirty="0">
                <a:effectLst/>
                <a:latin typeface="Nirmala UI" panose="020B0502040204020203" pitchFamily="34" charset="0"/>
                <a:ea typeface="Calibri" panose="020F0502020204030204" pitchFamily="34" charset="0"/>
                <a:cs typeface="Times New Roman" panose="02020603050405020304" pitchFamily="18" charset="0"/>
              </a:rPr>
              <a:t>झाला</a:t>
            </a:r>
            <a:r>
              <a:rPr lang="en-IN" sz="2000" dirty="0">
                <a:effectLst/>
                <a:latin typeface="Calibri" panose="020F0502020204030204" pitchFamily="34" charset="0"/>
                <a:ea typeface="Calibri" panose="020F0502020204030204" pitchFamily="34" charset="0"/>
                <a:cs typeface="Times New Roman" panose="02020603050405020304" pitchFamily="18" charset="0"/>
              </a:rPr>
              <a:t>. </a:t>
            </a:r>
            <a:r>
              <a:rPr lang="en-IN" sz="2000" dirty="0" err="1">
                <a:effectLst/>
                <a:latin typeface="Nirmala UI" panose="020B0502040204020203" pitchFamily="34" charset="0"/>
                <a:ea typeface="Calibri" panose="020F0502020204030204" pitchFamily="34" charset="0"/>
                <a:cs typeface="Times New Roman" panose="02020603050405020304" pitchFamily="18" charset="0"/>
              </a:rPr>
              <a:t>कन्नी</a:t>
            </a:r>
            <a:r>
              <a:rPr lang="en-IN" sz="2000" dirty="0">
                <a:effectLst/>
                <a:latin typeface="Calibri" panose="020F0502020204030204" pitchFamily="34" charset="0"/>
                <a:ea typeface="Calibri" panose="020F0502020204030204" pitchFamily="34" charset="0"/>
                <a:cs typeface="Times New Roman" panose="02020603050405020304" pitchFamily="18" charset="0"/>
              </a:rPr>
              <a:t> </a:t>
            </a:r>
            <a:r>
              <a:rPr lang="en-IN" sz="2000" dirty="0" err="1">
                <a:effectLst/>
                <a:latin typeface="Nirmala UI" panose="020B0502040204020203" pitchFamily="34" charset="0"/>
                <a:ea typeface="Calibri" panose="020F0502020204030204" pitchFamily="34" charset="0"/>
                <a:cs typeface="Times New Roman" panose="02020603050405020304" pitchFamily="18" charset="0"/>
              </a:rPr>
              <a:t>आडू</a:t>
            </a:r>
            <a:r>
              <a:rPr lang="en-IN" sz="2000" dirty="0">
                <a:effectLst/>
                <a:latin typeface="Calibri" panose="020F0502020204030204" pitchFamily="34" charset="0"/>
                <a:ea typeface="Calibri" panose="020F0502020204030204" pitchFamily="34" charset="0"/>
                <a:cs typeface="Times New Roman" panose="02020603050405020304" pitchFamily="18" charset="0"/>
              </a:rPr>
              <a:t> </a:t>
            </a:r>
            <a:r>
              <a:rPr lang="en-IN" sz="2000" dirty="0" err="1">
                <a:effectLst/>
                <a:latin typeface="Nirmala UI" panose="020B0502040204020203" pitchFamily="34" charset="0"/>
                <a:ea typeface="Calibri" panose="020F0502020204030204" pitchFamily="34" charset="0"/>
                <a:cs typeface="Times New Roman" panose="02020603050405020304" pitchFamily="18" charset="0"/>
              </a:rPr>
              <a:t>हे</a:t>
            </a:r>
            <a:r>
              <a:rPr lang="en-IN" sz="2000" dirty="0">
                <a:effectLst/>
                <a:latin typeface="Calibri" panose="020F0502020204030204" pitchFamily="34" charset="0"/>
                <a:ea typeface="Calibri" panose="020F0502020204030204" pitchFamily="34" charset="0"/>
                <a:cs typeface="Times New Roman" panose="02020603050405020304" pitchFamily="18" charset="0"/>
              </a:rPr>
              <a:t> </a:t>
            </a:r>
            <a:r>
              <a:rPr lang="en-IN" sz="2000" dirty="0" err="1">
                <a:effectLst/>
                <a:latin typeface="Nirmala UI" panose="020B0502040204020203" pitchFamily="34" charset="0"/>
                <a:ea typeface="Calibri" panose="020F0502020204030204" pitchFamily="34" charset="0"/>
                <a:cs typeface="Times New Roman" panose="02020603050405020304" pitchFamily="18" charset="0"/>
              </a:rPr>
              <a:t>दुष्काळी</a:t>
            </a:r>
            <a:r>
              <a:rPr lang="en-IN" sz="2000" dirty="0">
                <a:effectLst/>
                <a:latin typeface="Calibri" panose="020F0502020204030204" pitchFamily="34" charset="0"/>
                <a:ea typeface="Calibri" panose="020F0502020204030204" pitchFamily="34" charset="0"/>
                <a:cs typeface="Times New Roman" panose="02020603050405020304" pitchFamily="18" charset="0"/>
              </a:rPr>
              <a:t> </a:t>
            </a:r>
            <a:r>
              <a:rPr lang="en-IN" sz="2000" dirty="0" err="1">
                <a:effectLst/>
                <a:latin typeface="Nirmala UI" panose="020B0502040204020203" pitchFamily="34" charset="0"/>
                <a:ea typeface="Calibri" panose="020F0502020204030204" pitchFamily="34" charset="0"/>
                <a:cs typeface="Times New Roman" panose="02020603050405020304" pitchFamily="18" charset="0"/>
              </a:rPr>
              <a:t>भागात</a:t>
            </a:r>
            <a:r>
              <a:rPr lang="en-IN" sz="2000" dirty="0">
                <a:effectLst/>
                <a:latin typeface="Calibri" panose="020F0502020204030204" pitchFamily="34" charset="0"/>
                <a:ea typeface="Calibri" panose="020F0502020204030204" pitchFamily="34" charset="0"/>
                <a:cs typeface="Times New Roman" panose="02020603050405020304" pitchFamily="18" charset="0"/>
              </a:rPr>
              <a:t> </a:t>
            </a:r>
            <a:r>
              <a:rPr lang="en-IN" sz="2000" dirty="0" err="1">
                <a:effectLst/>
                <a:latin typeface="Nirmala UI" panose="020B0502040204020203" pitchFamily="34" charset="0"/>
                <a:ea typeface="Calibri" panose="020F0502020204030204" pitchFamily="34" charset="0"/>
                <a:cs typeface="Times New Roman" panose="02020603050405020304" pitchFamily="18" charset="0"/>
              </a:rPr>
              <a:t>चांगले</a:t>
            </a:r>
            <a:r>
              <a:rPr lang="en-IN" sz="2000" dirty="0">
                <a:effectLst/>
                <a:latin typeface="Calibri" panose="020F0502020204030204" pitchFamily="34" charset="0"/>
                <a:ea typeface="Calibri" panose="020F0502020204030204" pitchFamily="34" charset="0"/>
                <a:cs typeface="Times New Roman" panose="02020603050405020304" pitchFamily="18" charset="0"/>
              </a:rPr>
              <a:t> </a:t>
            </a:r>
            <a:r>
              <a:rPr lang="en-IN" sz="2000" dirty="0" err="1">
                <a:effectLst/>
                <a:latin typeface="Nirmala UI" panose="020B0502040204020203" pitchFamily="34" charset="0"/>
                <a:ea typeface="Calibri" panose="020F0502020204030204" pitchFamily="34" charset="0"/>
                <a:cs typeface="Times New Roman" panose="02020603050405020304" pitchFamily="18" charset="0"/>
              </a:rPr>
              <a:t>अनुकूल</a:t>
            </a:r>
            <a:r>
              <a:rPr lang="en-IN" sz="2000" dirty="0">
                <a:effectLst/>
                <a:latin typeface="Calibri" panose="020F0502020204030204" pitchFamily="34" charset="0"/>
                <a:ea typeface="Calibri" panose="020F0502020204030204" pitchFamily="34" charset="0"/>
                <a:cs typeface="Times New Roman" panose="02020603050405020304" pitchFamily="18" charset="0"/>
              </a:rPr>
              <a:t> </a:t>
            </a:r>
            <a:r>
              <a:rPr lang="en-IN" sz="2000" dirty="0" err="1">
                <a:effectLst/>
                <a:latin typeface="Nirmala UI" panose="020B0502040204020203" pitchFamily="34" charset="0"/>
                <a:ea typeface="Calibri" panose="020F0502020204030204" pitchFamily="34" charset="0"/>
                <a:cs typeface="Times New Roman" panose="02020603050405020304" pitchFamily="18" charset="0"/>
              </a:rPr>
              <a:t>आहे</a:t>
            </a:r>
            <a:r>
              <a:rPr lang="en-IN" sz="2000" dirty="0">
                <a:effectLst/>
                <a:latin typeface="Calibri" panose="020F0502020204030204" pitchFamily="34" charset="0"/>
                <a:ea typeface="Calibri" panose="020F0502020204030204" pitchFamily="34" charset="0"/>
                <a:cs typeface="Times New Roman" panose="02020603050405020304" pitchFamily="18" charset="0"/>
              </a:rPr>
              <a:t>.</a:t>
            </a:r>
          </a:p>
          <a:p>
            <a:pPr>
              <a:lnSpc>
                <a:spcPct val="107000"/>
              </a:lnSpc>
              <a:spcAft>
                <a:spcPts val="800"/>
              </a:spcAft>
            </a:pPr>
            <a:r>
              <a:rPr lang="en-IN" sz="2000" dirty="0">
                <a:effectLst/>
                <a:latin typeface="Calibri" panose="020F0502020204030204" pitchFamily="34" charset="0"/>
                <a:ea typeface="Calibri" panose="020F0502020204030204" pitchFamily="34" charset="0"/>
                <a:cs typeface="Times New Roman" panose="02020603050405020304" pitchFamily="18" charset="0"/>
              </a:rPr>
              <a:t> </a:t>
            </a:r>
          </a:p>
          <a:p>
            <a:pPr marL="285750" indent="-285750">
              <a:lnSpc>
                <a:spcPct val="107000"/>
              </a:lnSpc>
              <a:spcAft>
                <a:spcPts val="800"/>
              </a:spcAft>
              <a:buFont typeface="Arial" panose="020B0604020202020204" pitchFamily="34" charset="0"/>
              <a:buChar char="•"/>
            </a:pPr>
            <a:r>
              <a:rPr lang="en-IN" sz="2000" dirty="0" err="1">
                <a:effectLst/>
                <a:latin typeface="Nirmala UI" panose="020B0502040204020203" pitchFamily="34" charset="0"/>
                <a:ea typeface="Calibri" panose="020F0502020204030204" pitchFamily="34" charset="0"/>
                <a:cs typeface="Times New Roman" panose="02020603050405020304" pitchFamily="18" charset="0"/>
              </a:rPr>
              <a:t>काळ्या</a:t>
            </a:r>
            <a:r>
              <a:rPr lang="en-IN" sz="2000" dirty="0">
                <a:effectLst/>
                <a:latin typeface="Calibri" panose="020F0502020204030204" pitchFamily="34" charset="0"/>
                <a:ea typeface="Calibri" panose="020F0502020204030204" pitchFamily="34" charset="0"/>
                <a:cs typeface="Times New Roman" panose="02020603050405020304" pitchFamily="18" charset="0"/>
              </a:rPr>
              <a:t> </a:t>
            </a:r>
            <a:r>
              <a:rPr lang="en-IN" sz="2000" dirty="0">
                <a:effectLst/>
                <a:latin typeface="Nirmala UI" panose="020B0502040204020203" pitchFamily="34" charset="0"/>
                <a:ea typeface="Calibri" panose="020F0502020204030204" pitchFamily="34" charset="0"/>
                <a:cs typeface="Times New Roman" panose="02020603050405020304" pitchFamily="18" charset="0"/>
              </a:rPr>
              <a:t>किंवा</a:t>
            </a:r>
            <a:r>
              <a:rPr lang="en-IN" sz="2000" dirty="0">
                <a:effectLst/>
                <a:latin typeface="Calibri" panose="020F0502020204030204" pitchFamily="34" charset="0"/>
                <a:ea typeface="Calibri" panose="020F0502020204030204" pitchFamily="34" charset="0"/>
                <a:cs typeface="Times New Roman" panose="02020603050405020304" pitchFamily="18" charset="0"/>
              </a:rPr>
              <a:t> </a:t>
            </a:r>
            <a:r>
              <a:rPr lang="en-IN" sz="2000" dirty="0" err="1">
                <a:effectLst/>
                <a:latin typeface="Nirmala UI" panose="020B0502040204020203" pitchFamily="34" charset="0"/>
                <a:ea typeface="Calibri" panose="020F0502020204030204" pitchFamily="34" charset="0"/>
                <a:cs typeface="Times New Roman" panose="02020603050405020304" pitchFamily="18" charset="0"/>
              </a:rPr>
              <a:t>पांढऱ्या</a:t>
            </a:r>
            <a:r>
              <a:rPr lang="en-IN" sz="2000" dirty="0">
                <a:effectLst/>
                <a:latin typeface="Calibri" panose="020F0502020204030204" pitchFamily="34" charset="0"/>
                <a:ea typeface="Calibri" panose="020F0502020204030204" pitchFamily="34" charset="0"/>
                <a:cs typeface="Times New Roman" panose="02020603050405020304" pitchFamily="18" charset="0"/>
              </a:rPr>
              <a:t> </a:t>
            </a:r>
            <a:r>
              <a:rPr lang="en-IN" sz="2000" dirty="0" err="1">
                <a:effectLst/>
                <a:latin typeface="Nirmala UI" panose="020B0502040204020203" pitchFamily="34" charset="0"/>
                <a:ea typeface="Calibri" panose="020F0502020204030204" pitchFamily="34" charset="0"/>
                <a:cs typeface="Times New Roman" panose="02020603050405020304" pitchFamily="18" charset="0"/>
              </a:rPr>
              <a:t>डागांच्या</a:t>
            </a:r>
            <a:r>
              <a:rPr lang="en-IN" sz="2000" dirty="0">
                <a:effectLst/>
                <a:latin typeface="Calibri" panose="020F0502020204030204" pitchFamily="34" charset="0"/>
                <a:ea typeface="Calibri" panose="020F0502020204030204" pitchFamily="34" charset="0"/>
                <a:cs typeface="Times New Roman" panose="02020603050405020304" pitchFamily="18" charset="0"/>
              </a:rPr>
              <a:t> </a:t>
            </a:r>
            <a:r>
              <a:rPr lang="en-IN" sz="2000" dirty="0" err="1">
                <a:effectLst/>
                <a:latin typeface="Nirmala UI" panose="020B0502040204020203" pitchFamily="34" charset="0"/>
                <a:ea typeface="Calibri" panose="020F0502020204030204" pitchFamily="34" charset="0"/>
                <a:cs typeface="Times New Roman" panose="02020603050405020304" pitchFamily="18" charset="0"/>
              </a:rPr>
              <a:t>उपस्थितीसह</a:t>
            </a:r>
            <a:r>
              <a:rPr lang="en-IN" sz="2000" dirty="0">
                <a:effectLst/>
                <a:latin typeface="Calibri" panose="020F0502020204030204" pitchFamily="34" charset="0"/>
                <a:ea typeface="Calibri" panose="020F0502020204030204" pitchFamily="34" charset="0"/>
                <a:cs typeface="Times New Roman" panose="02020603050405020304" pitchFamily="18" charset="0"/>
              </a:rPr>
              <a:t> </a:t>
            </a:r>
            <a:r>
              <a:rPr lang="en-IN" sz="2000" dirty="0" err="1">
                <a:effectLst/>
                <a:latin typeface="Nirmala UI" panose="020B0502040204020203" pitchFamily="34" charset="0"/>
                <a:ea typeface="Calibri" panose="020F0502020204030204" pitchFamily="34" charset="0"/>
                <a:cs typeface="Times New Roman" panose="02020603050405020304" pitchFamily="18" charset="0"/>
              </a:rPr>
              <a:t>शरीर</a:t>
            </a:r>
            <a:r>
              <a:rPr lang="en-IN" sz="2000" dirty="0">
                <a:effectLst/>
                <a:latin typeface="Calibri" panose="020F0502020204030204" pitchFamily="34" charset="0"/>
                <a:ea typeface="Calibri" panose="020F0502020204030204" pitchFamily="34" charset="0"/>
                <a:cs typeface="Times New Roman" panose="02020603050405020304" pitchFamily="18" charset="0"/>
              </a:rPr>
              <a:t> </a:t>
            </a:r>
            <a:r>
              <a:rPr lang="en-IN" sz="2000" dirty="0" err="1">
                <a:effectLst/>
                <a:latin typeface="Nirmala UI" panose="020B0502040204020203" pitchFamily="34" charset="0"/>
                <a:ea typeface="Calibri" panose="020F0502020204030204" pitchFamily="34" charset="0"/>
                <a:cs typeface="Times New Roman" panose="02020603050405020304" pitchFamily="18" charset="0"/>
              </a:rPr>
              <a:t>काळे</a:t>
            </a:r>
            <a:r>
              <a:rPr lang="en-IN" sz="2000" dirty="0">
                <a:effectLst/>
                <a:latin typeface="Calibri" panose="020F0502020204030204" pitchFamily="34" charset="0"/>
                <a:ea typeface="Calibri" panose="020F0502020204030204" pitchFamily="34" charset="0"/>
                <a:cs typeface="Times New Roman" panose="02020603050405020304" pitchFamily="18" charset="0"/>
              </a:rPr>
              <a:t> </a:t>
            </a:r>
            <a:r>
              <a:rPr lang="en-IN" sz="2000" dirty="0" err="1">
                <a:effectLst/>
                <a:latin typeface="Nirmala UI" panose="020B0502040204020203" pitchFamily="34" charset="0"/>
                <a:ea typeface="Calibri" panose="020F0502020204030204" pitchFamily="34" charset="0"/>
                <a:cs typeface="Times New Roman" panose="02020603050405020304" pitchFamily="18" charset="0"/>
              </a:rPr>
              <a:t>आहे</a:t>
            </a:r>
            <a:r>
              <a:rPr lang="en-IN" sz="2000" dirty="0">
                <a:effectLst/>
                <a:latin typeface="Calibri" panose="020F0502020204030204" pitchFamily="34" charset="0"/>
                <a:ea typeface="Calibri" panose="020F0502020204030204" pitchFamily="34" charset="0"/>
                <a:cs typeface="Times New Roman" panose="02020603050405020304" pitchFamily="18" charset="0"/>
              </a:rPr>
              <a:t>. </a:t>
            </a:r>
            <a:r>
              <a:rPr lang="en-IN" sz="2000" dirty="0" err="1">
                <a:effectLst/>
                <a:latin typeface="Nirmala UI" panose="020B0502040204020203" pitchFamily="34" charset="0"/>
                <a:ea typeface="Calibri" panose="020F0502020204030204" pitchFamily="34" charset="0"/>
                <a:cs typeface="Times New Roman" panose="02020603050405020304" pitchFamily="18" charset="0"/>
              </a:rPr>
              <a:t>मांस</a:t>
            </a:r>
            <a:r>
              <a:rPr lang="en-IN" sz="2000" dirty="0">
                <a:effectLst/>
                <a:latin typeface="Calibri" panose="020F0502020204030204" pitchFamily="34" charset="0"/>
                <a:ea typeface="Calibri" panose="020F0502020204030204" pitchFamily="34" charset="0"/>
                <a:cs typeface="Times New Roman" panose="02020603050405020304" pitchFamily="18" charset="0"/>
              </a:rPr>
              <a:t> </a:t>
            </a:r>
            <a:r>
              <a:rPr lang="en-IN" sz="2000" dirty="0" err="1">
                <a:effectLst/>
                <a:latin typeface="Nirmala UI" panose="020B0502040204020203" pitchFamily="34" charset="0"/>
                <a:ea typeface="Calibri" panose="020F0502020204030204" pitchFamily="34" charset="0"/>
                <a:cs typeface="Times New Roman" panose="02020603050405020304" pitchFamily="18" charset="0"/>
              </a:rPr>
              <a:t>उत्पादनासाठी</a:t>
            </a:r>
            <a:r>
              <a:rPr lang="en-IN" sz="2000" dirty="0">
                <a:effectLst/>
                <a:latin typeface="Calibri" panose="020F0502020204030204" pitchFamily="34" charset="0"/>
                <a:ea typeface="Calibri" panose="020F0502020204030204" pitchFamily="34" charset="0"/>
                <a:cs typeface="Times New Roman" panose="02020603050405020304" pitchFamily="18" charset="0"/>
              </a:rPr>
              <a:t> </a:t>
            </a:r>
            <a:r>
              <a:rPr lang="en-IN" sz="2000" dirty="0" err="1">
                <a:effectLst/>
                <a:latin typeface="Nirmala UI" panose="020B0502040204020203" pitchFamily="34" charset="0"/>
                <a:ea typeface="Calibri" panose="020F0502020204030204" pitchFamily="34" charset="0"/>
                <a:cs typeface="Times New Roman" panose="02020603050405020304" pitchFamily="18" charset="0"/>
              </a:rPr>
              <a:t>सर्वोत्तम</a:t>
            </a:r>
            <a:r>
              <a:rPr lang="en-IN" sz="2000" dirty="0">
                <a:effectLst/>
                <a:latin typeface="Calibri" panose="020F0502020204030204" pitchFamily="34" charset="0"/>
                <a:ea typeface="Calibri" panose="020F0502020204030204" pitchFamily="34" charset="0"/>
                <a:cs typeface="Times New Roman" panose="02020603050405020304" pitchFamily="18" charset="0"/>
              </a:rPr>
              <a:t>. </a:t>
            </a:r>
          </a:p>
          <a:p>
            <a:pPr marL="285750" indent="-285750">
              <a:lnSpc>
                <a:spcPct val="107000"/>
              </a:lnSpc>
              <a:spcAft>
                <a:spcPts val="800"/>
              </a:spcAft>
              <a:buFont typeface="Arial" panose="020B0604020202020204" pitchFamily="34" charset="0"/>
              <a:buChar char="•"/>
            </a:pPr>
            <a:r>
              <a:rPr lang="en-IN" sz="2000" dirty="0" err="1">
                <a:effectLst/>
                <a:latin typeface="Nirmala UI" panose="020B0502040204020203" pitchFamily="34" charset="0"/>
                <a:ea typeface="Calibri" panose="020F0502020204030204" pitchFamily="34" charset="0"/>
                <a:cs typeface="Times New Roman" panose="02020603050405020304" pitchFamily="18" charset="0"/>
              </a:rPr>
              <a:t>बोकडाचे</a:t>
            </a:r>
            <a:r>
              <a:rPr lang="en-IN" sz="2000" dirty="0">
                <a:effectLst/>
                <a:latin typeface="Calibri" panose="020F0502020204030204" pitchFamily="34" charset="0"/>
                <a:ea typeface="Calibri" panose="020F0502020204030204" pitchFamily="34" charset="0"/>
                <a:cs typeface="Times New Roman" panose="02020603050405020304" pitchFamily="18" charset="0"/>
              </a:rPr>
              <a:t> </a:t>
            </a:r>
            <a:r>
              <a:rPr lang="en-IN" sz="2000" dirty="0">
                <a:effectLst/>
                <a:latin typeface="Nirmala UI" panose="020B0502040204020203" pitchFamily="34" charset="0"/>
                <a:ea typeface="Calibri" panose="020F0502020204030204" pitchFamily="34" charset="0"/>
                <a:cs typeface="Times New Roman" panose="02020603050405020304" pitchFamily="18" charset="0"/>
              </a:rPr>
              <a:t>वजन</a:t>
            </a:r>
            <a:r>
              <a:rPr lang="en-IN" sz="2000" dirty="0">
                <a:effectLst/>
                <a:latin typeface="Calibri" panose="020F0502020204030204" pitchFamily="34" charset="0"/>
                <a:ea typeface="Calibri" panose="020F0502020204030204" pitchFamily="34" charset="0"/>
                <a:cs typeface="Times New Roman" panose="02020603050405020304" pitchFamily="18" charset="0"/>
              </a:rPr>
              <a:t> 35 </a:t>
            </a:r>
            <a:r>
              <a:rPr lang="en-IN" sz="2000" dirty="0">
                <a:effectLst/>
                <a:latin typeface="Nirmala UI" panose="020B0502040204020203" pitchFamily="34" charset="0"/>
                <a:ea typeface="Calibri" panose="020F0502020204030204" pitchFamily="34" charset="0"/>
                <a:cs typeface="Times New Roman" panose="02020603050405020304" pitchFamily="18" charset="0"/>
              </a:rPr>
              <a:t>ते</a:t>
            </a:r>
            <a:r>
              <a:rPr lang="en-IN" sz="2000" dirty="0">
                <a:effectLst/>
                <a:latin typeface="Calibri" panose="020F0502020204030204" pitchFamily="34" charset="0"/>
                <a:ea typeface="Calibri" panose="020F0502020204030204" pitchFamily="34" charset="0"/>
                <a:cs typeface="Times New Roman" panose="02020603050405020304" pitchFamily="18" charset="0"/>
              </a:rPr>
              <a:t> 40 </a:t>
            </a:r>
            <a:r>
              <a:rPr lang="en-IN" sz="2000" dirty="0" err="1">
                <a:effectLst/>
                <a:latin typeface="Nirmala UI" panose="020B0502040204020203" pitchFamily="34" charset="0"/>
                <a:ea typeface="Calibri" panose="020F0502020204030204" pitchFamily="34" charset="0"/>
                <a:cs typeface="Times New Roman" panose="02020603050405020304" pitchFamily="18" charset="0"/>
              </a:rPr>
              <a:t>किलो</a:t>
            </a:r>
            <a:r>
              <a:rPr lang="en-IN" sz="2000" dirty="0">
                <a:effectLst/>
                <a:latin typeface="Calibri" panose="020F0502020204030204" pitchFamily="34" charset="0"/>
                <a:ea typeface="Calibri" panose="020F0502020204030204" pitchFamily="34" charset="0"/>
                <a:cs typeface="Times New Roman" panose="02020603050405020304" pitchFamily="18" charset="0"/>
              </a:rPr>
              <a:t> </a:t>
            </a:r>
            <a:r>
              <a:rPr lang="en-IN" sz="2000" dirty="0" err="1">
                <a:effectLst/>
                <a:latin typeface="Nirmala UI" panose="020B0502040204020203" pitchFamily="34" charset="0"/>
                <a:ea typeface="Calibri" panose="020F0502020204030204" pitchFamily="34" charset="0"/>
                <a:cs typeface="Times New Roman" panose="02020603050405020304" pitchFamily="18" charset="0"/>
              </a:rPr>
              <a:t>असते</a:t>
            </a:r>
            <a:r>
              <a:rPr lang="en-IN" sz="2000" dirty="0">
                <a:effectLst/>
                <a:latin typeface="Calibri" panose="020F0502020204030204" pitchFamily="34" charset="0"/>
                <a:ea typeface="Calibri" panose="020F0502020204030204" pitchFamily="34" charset="0"/>
                <a:cs typeface="Times New Roman" panose="02020603050405020304" pitchFamily="18" charset="0"/>
              </a:rPr>
              <a:t> </a:t>
            </a:r>
            <a:r>
              <a:rPr lang="en-IN" sz="2000" dirty="0">
                <a:effectLst/>
                <a:latin typeface="Nirmala UI" panose="020B0502040204020203" pitchFamily="34" charset="0"/>
                <a:ea typeface="Calibri" panose="020F0502020204030204" pitchFamily="34" charset="0"/>
                <a:cs typeface="Times New Roman" panose="02020603050405020304" pitchFamily="18" charset="0"/>
              </a:rPr>
              <a:t>आणि</a:t>
            </a:r>
            <a:r>
              <a:rPr lang="en-IN" sz="2000" dirty="0">
                <a:effectLst/>
                <a:latin typeface="Calibri" panose="020F0502020204030204" pitchFamily="34" charset="0"/>
                <a:ea typeface="Calibri" panose="020F0502020204030204" pitchFamily="34" charset="0"/>
                <a:cs typeface="Times New Roman" panose="02020603050405020304" pitchFamily="18" charset="0"/>
              </a:rPr>
              <a:t> </a:t>
            </a:r>
            <a:r>
              <a:rPr lang="en-IN" sz="2000" dirty="0" err="1">
                <a:effectLst/>
                <a:latin typeface="Nirmala UI" panose="020B0502040204020203" pitchFamily="34" charset="0"/>
                <a:ea typeface="Calibri" panose="020F0502020204030204" pitchFamily="34" charset="0"/>
                <a:cs typeface="Times New Roman" panose="02020603050405020304" pitchFamily="18" charset="0"/>
              </a:rPr>
              <a:t>बोकडाचे</a:t>
            </a:r>
            <a:r>
              <a:rPr lang="en-IN" sz="2000" dirty="0">
                <a:effectLst/>
                <a:latin typeface="Calibri" panose="020F0502020204030204" pitchFamily="34" charset="0"/>
                <a:ea typeface="Calibri" panose="020F0502020204030204" pitchFamily="34" charset="0"/>
                <a:cs typeface="Times New Roman" panose="02020603050405020304" pitchFamily="18" charset="0"/>
              </a:rPr>
              <a:t> </a:t>
            </a:r>
            <a:r>
              <a:rPr lang="en-IN" sz="2000" dirty="0">
                <a:effectLst/>
                <a:latin typeface="Nirmala UI" panose="020B0502040204020203" pitchFamily="34" charset="0"/>
                <a:ea typeface="Calibri" panose="020F0502020204030204" pitchFamily="34" charset="0"/>
                <a:cs typeface="Times New Roman" panose="02020603050405020304" pitchFamily="18" charset="0"/>
              </a:rPr>
              <a:t>वजन</a:t>
            </a:r>
            <a:r>
              <a:rPr lang="en-IN" sz="2000" dirty="0">
                <a:effectLst/>
                <a:latin typeface="Calibri" panose="020F0502020204030204" pitchFamily="34" charset="0"/>
                <a:ea typeface="Calibri" panose="020F0502020204030204" pitchFamily="34" charset="0"/>
                <a:cs typeface="Times New Roman" panose="02020603050405020304" pitchFamily="18" charset="0"/>
              </a:rPr>
              <a:t> 25 </a:t>
            </a:r>
            <a:r>
              <a:rPr lang="en-IN" sz="2000" dirty="0">
                <a:effectLst/>
                <a:latin typeface="Nirmala UI" panose="020B0502040204020203" pitchFamily="34" charset="0"/>
                <a:ea typeface="Calibri" panose="020F0502020204030204" pitchFamily="34" charset="0"/>
                <a:cs typeface="Times New Roman" panose="02020603050405020304" pitchFamily="18" charset="0"/>
              </a:rPr>
              <a:t>ते</a:t>
            </a:r>
            <a:r>
              <a:rPr lang="en-IN" sz="2000" dirty="0">
                <a:effectLst/>
                <a:latin typeface="Calibri" panose="020F0502020204030204" pitchFamily="34" charset="0"/>
                <a:ea typeface="Calibri" panose="020F0502020204030204" pitchFamily="34" charset="0"/>
                <a:cs typeface="Times New Roman" panose="02020603050405020304" pitchFamily="18" charset="0"/>
              </a:rPr>
              <a:t> 30 </a:t>
            </a:r>
            <a:r>
              <a:rPr lang="en-IN" sz="2000" dirty="0" err="1">
                <a:effectLst/>
                <a:latin typeface="Nirmala UI" panose="020B0502040204020203" pitchFamily="34" charset="0"/>
                <a:ea typeface="Calibri" panose="020F0502020204030204" pitchFamily="34" charset="0"/>
                <a:cs typeface="Times New Roman" panose="02020603050405020304" pitchFamily="18" charset="0"/>
              </a:rPr>
              <a:t>किलो</a:t>
            </a:r>
            <a:r>
              <a:rPr lang="en-IN" sz="2000" dirty="0">
                <a:effectLst/>
                <a:latin typeface="Calibri" panose="020F0502020204030204" pitchFamily="34" charset="0"/>
                <a:ea typeface="Calibri" panose="020F0502020204030204" pitchFamily="34" charset="0"/>
                <a:cs typeface="Times New Roman" panose="02020603050405020304" pitchFamily="18" charset="0"/>
              </a:rPr>
              <a:t> </a:t>
            </a:r>
            <a:r>
              <a:rPr lang="en-IN" sz="2000" dirty="0" err="1">
                <a:effectLst/>
                <a:latin typeface="Nirmala UI" panose="020B0502040204020203" pitchFamily="34" charset="0"/>
                <a:ea typeface="Calibri" panose="020F0502020204030204" pitchFamily="34" charset="0"/>
                <a:cs typeface="Times New Roman" panose="02020603050405020304" pitchFamily="18" charset="0"/>
              </a:rPr>
              <a:t>असते</a:t>
            </a:r>
            <a:r>
              <a:rPr lang="en-IN" sz="2000" dirty="0">
                <a:effectLst/>
                <a:latin typeface="Calibri" panose="020F0502020204030204" pitchFamily="34" charset="0"/>
                <a:ea typeface="Calibri" panose="020F0502020204030204" pitchFamily="34" charset="0"/>
                <a:cs typeface="Times New Roman" panose="02020603050405020304" pitchFamily="18" charset="0"/>
              </a:rPr>
              <a:t>.</a:t>
            </a:r>
          </a:p>
          <a:p>
            <a:endParaRPr lang="en-IN" dirty="0"/>
          </a:p>
        </p:txBody>
      </p:sp>
    </p:spTree>
    <p:extLst>
      <p:ext uri="{BB962C8B-B14F-4D97-AF65-F5344CB8AC3E}">
        <p14:creationId xmlns:p14="http://schemas.microsoft.com/office/powerpoint/2010/main" val="1227865226"/>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5FF22D6-DD43-4B1B-9A62-3D2EAB175BC3}"/>
              </a:ext>
            </a:extLst>
          </p:cNvPr>
          <p:cNvSpPr>
            <a:spLocks noGrp="1"/>
          </p:cNvSpPr>
          <p:nvPr>
            <p:ph type="title"/>
          </p:nvPr>
        </p:nvSpPr>
        <p:spPr>
          <a:xfrm>
            <a:off x="839788" y="457200"/>
            <a:ext cx="3932237" cy="530225"/>
          </a:xfrm>
        </p:spPr>
        <p:txBody>
          <a:bodyPr>
            <a:normAutofit/>
          </a:bodyPr>
          <a:lstStyle/>
          <a:p>
            <a:pPr algn="ctr"/>
            <a:r>
              <a:rPr lang="en-IN" sz="2800" dirty="0" err="1">
                <a:solidFill>
                  <a:srgbClr val="FF0000"/>
                </a:solidFill>
                <a:effectLst/>
                <a:latin typeface="Nirmala UI" panose="020B0502040204020203" pitchFamily="34" charset="0"/>
                <a:ea typeface="Calibri" panose="020F0502020204030204" pitchFamily="34" charset="0"/>
                <a:cs typeface="Times New Roman" panose="02020603050405020304" pitchFamily="18" charset="0"/>
              </a:rPr>
              <a:t>बेरारी</a:t>
            </a:r>
            <a:endParaRPr lang="en-IN" dirty="0">
              <a:solidFill>
                <a:srgbClr val="FF0000"/>
              </a:solidFill>
            </a:endParaRPr>
          </a:p>
        </p:txBody>
      </p:sp>
      <p:pic>
        <p:nvPicPr>
          <p:cNvPr id="6" name="Content Placeholder 5">
            <a:extLst>
              <a:ext uri="{FF2B5EF4-FFF2-40B4-BE49-F238E27FC236}">
                <a16:creationId xmlns:a16="http://schemas.microsoft.com/office/drawing/2014/main" id="{7820F04D-409B-4DFC-81D1-2DF8C04FED88}"/>
              </a:ext>
            </a:extLst>
          </p:cNvPr>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5183188" y="1688306"/>
            <a:ext cx="6172200" cy="3471862"/>
          </a:xfrm>
        </p:spPr>
      </p:pic>
      <p:sp>
        <p:nvSpPr>
          <p:cNvPr id="4" name="Text Placeholder 3">
            <a:extLst>
              <a:ext uri="{FF2B5EF4-FFF2-40B4-BE49-F238E27FC236}">
                <a16:creationId xmlns:a16="http://schemas.microsoft.com/office/drawing/2014/main" id="{480FC1EC-3EE3-4D83-839D-9F144ACC087E}"/>
              </a:ext>
            </a:extLst>
          </p:cNvPr>
          <p:cNvSpPr>
            <a:spLocks noGrp="1"/>
          </p:cNvSpPr>
          <p:nvPr>
            <p:ph type="body" sz="half" idx="2"/>
          </p:nvPr>
        </p:nvSpPr>
        <p:spPr>
          <a:xfrm>
            <a:off x="839788" y="995363"/>
            <a:ext cx="3932237" cy="4873625"/>
          </a:xfrm>
        </p:spPr>
        <p:txBody>
          <a:bodyPr>
            <a:normAutofit fontScale="92500" lnSpcReduction="10000"/>
          </a:bodyPr>
          <a:lstStyle/>
          <a:p>
            <a:pPr marL="285750" indent="-285750">
              <a:lnSpc>
                <a:spcPct val="107000"/>
              </a:lnSpc>
              <a:spcAft>
                <a:spcPts val="800"/>
              </a:spcAft>
              <a:buFont typeface="Arial" panose="020B0604020202020204" pitchFamily="34" charset="0"/>
              <a:buChar char="•"/>
            </a:pPr>
            <a:r>
              <a:rPr lang="en-IN" sz="1800" dirty="0" err="1">
                <a:effectLst/>
                <a:latin typeface="Nirmala UI" panose="020B0502040204020203" pitchFamily="34" charset="0"/>
                <a:ea typeface="Calibri" panose="020F0502020204030204" pitchFamily="34" charset="0"/>
                <a:cs typeface="Times New Roman" panose="02020603050405020304" pitchFamily="18" charset="0"/>
              </a:rPr>
              <a:t>एक</a:t>
            </a:r>
            <a:r>
              <a:rPr lang="en-IN" sz="1800" dirty="0">
                <a:effectLst/>
                <a:latin typeface="Calibri" panose="020F0502020204030204" pitchFamily="34" charset="0"/>
                <a:ea typeface="Calibri" panose="020F0502020204030204" pitchFamily="34" charset="0"/>
                <a:cs typeface="Times New Roman" panose="02020603050405020304" pitchFamily="18" charset="0"/>
              </a:rPr>
              <a:t> </a:t>
            </a:r>
            <a:r>
              <a:rPr lang="en-IN" sz="1800" dirty="0" err="1">
                <a:effectLst/>
                <a:latin typeface="Nirmala UI" panose="020B0502040204020203" pitchFamily="34" charset="0"/>
                <a:ea typeface="Calibri" panose="020F0502020204030204" pitchFamily="34" charset="0"/>
                <a:cs typeface="Times New Roman" panose="02020603050405020304" pitchFamily="18" charset="0"/>
              </a:rPr>
              <a:t>महत्त्वाची</a:t>
            </a:r>
            <a:r>
              <a:rPr lang="en-IN" sz="1800" dirty="0">
                <a:effectLst/>
                <a:latin typeface="Calibri" panose="020F0502020204030204" pitchFamily="34" charset="0"/>
                <a:ea typeface="Calibri" panose="020F0502020204030204" pitchFamily="34" charset="0"/>
                <a:cs typeface="Times New Roman" panose="02020603050405020304" pitchFamily="18" charset="0"/>
              </a:rPr>
              <a:t> </a:t>
            </a:r>
            <a:r>
              <a:rPr lang="en-IN" sz="1800" dirty="0" err="1">
                <a:effectLst/>
                <a:latin typeface="Nirmala UI" panose="020B0502040204020203" pitchFamily="34" charset="0"/>
                <a:ea typeface="Calibri" panose="020F0502020204030204" pitchFamily="34" charset="0"/>
                <a:cs typeface="Times New Roman" panose="02020603050405020304" pitchFamily="18" charset="0"/>
              </a:rPr>
              <a:t>भारतीय</a:t>
            </a:r>
            <a:r>
              <a:rPr lang="en-IN" sz="1800" dirty="0">
                <a:effectLst/>
                <a:latin typeface="Calibri" panose="020F0502020204030204" pitchFamily="34" charset="0"/>
                <a:ea typeface="Calibri" panose="020F0502020204030204" pitchFamily="34" charset="0"/>
                <a:cs typeface="Times New Roman" panose="02020603050405020304" pitchFamily="18" charset="0"/>
              </a:rPr>
              <a:t> </a:t>
            </a:r>
            <a:r>
              <a:rPr lang="en-IN" sz="1800" dirty="0" err="1">
                <a:effectLst/>
                <a:latin typeface="Nirmala UI" panose="020B0502040204020203" pitchFamily="34" charset="0"/>
                <a:ea typeface="Calibri" panose="020F0502020204030204" pitchFamily="34" charset="0"/>
                <a:cs typeface="Times New Roman" panose="02020603050405020304" pitchFamily="18" charset="0"/>
              </a:rPr>
              <a:t>शेळीची</a:t>
            </a:r>
            <a:r>
              <a:rPr lang="en-IN" sz="1800" dirty="0">
                <a:effectLst/>
                <a:latin typeface="Calibri" panose="020F0502020204030204" pitchFamily="34" charset="0"/>
                <a:ea typeface="Calibri" panose="020F0502020204030204" pitchFamily="34" charset="0"/>
                <a:cs typeface="Times New Roman" panose="02020603050405020304" pitchFamily="18" charset="0"/>
              </a:rPr>
              <a:t> </a:t>
            </a:r>
            <a:r>
              <a:rPr lang="en-IN" sz="1800" dirty="0" err="1">
                <a:effectLst/>
                <a:latin typeface="Nirmala UI" panose="020B0502040204020203" pitchFamily="34" charset="0"/>
                <a:ea typeface="Calibri" panose="020F0502020204030204" pitchFamily="34" charset="0"/>
                <a:cs typeface="Times New Roman" panose="02020603050405020304" pitchFamily="18" charset="0"/>
              </a:rPr>
              <a:t>जात</a:t>
            </a:r>
            <a:r>
              <a:rPr lang="en-IN" sz="1800" dirty="0">
                <a:effectLst/>
                <a:latin typeface="Calibri" panose="020F0502020204030204" pitchFamily="34" charset="0"/>
                <a:ea typeface="Calibri" panose="020F0502020204030204" pitchFamily="34" charset="0"/>
                <a:cs typeface="Times New Roman" panose="02020603050405020304" pitchFamily="18" charset="0"/>
              </a:rPr>
              <a:t> </a:t>
            </a:r>
            <a:r>
              <a:rPr lang="en-IN" sz="1800" dirty="0" err="1">
                <a:effectLst/>
                <a:latin typeface="Nirmala UI" panose="020B0502040204020203" pitchFamily="34" charset="0"/>
                <a:ea typeface="Calibri" panose="020F0502020204030204" pitchFamily="34" charset="0"/>
                <a:cs typeface="Times New Roman" panose="02020603050405020304" pitchFamily="18" charset="0"/>
              </a:rPr>
              <a:t>महाराष्ट्राच्या</a:t>
            </a:r>
            <a:r>
              <a:rPr lang="en-IN" sz="1800" dirty="0">
                <a:effectLst/>
                <a:latin typeface="Calibri" panose="020F0502020204030204" pitchFamily="34" charset="0"/>
                <a:ea typeface="Calibri" panose="020F0502020204030204" pitchFamily="34" charset="0"/>
                <a:cs typeface="Times New Roman" panose="02020603050405020304" pitchFamily="18" charset="0"/>
              </a:rPr>
              <a:t> </a:t>
            </a:r>
            <a:r>
              <a:rPr lang="en-IN" sz="1800" dirty="0" err="1">
                <a:effectLst/>
                <a:latin typeface="Nirmala UI" panose="020B0502040204020203" pitchFamily="34" charset="0"/>
                <a:ea typeface="Calibri" panose="020F0502020204030204" pitchFamily="34" charset="0"/>
                <a:cs typeface="Times New Roman" panose="02020603050405020304" pitchFamily="18" charset="0"/>
              </a:rPr>
              <a:t>विदर्भात</a:t>
            </a:r>
            <a:r>
              <a:rPr lang="en-IN" sz="1800" dirty="0">
                <a:effectLst/>
                <a:latin typeface="Calibri" panose="020F0502020204030204" pitchFamily="34" charset="0"/>
                <a:ea typeface="Calibri" panose="020F0502020204030204" pitchFamily="34" charset="0"/>
                <a:cs typeface="Times New Roman" panose="02020603050405020304" pitchFamily="18" charset="0"/>
              </a:rPr>
              <a:t> </a:t>
            </a:r>
            <a:r>
              <a:rPr lang="en-IN" sz="1800" dirty="0" err="1">
                <a:effectLst/>
                <a:latin typeface="Nirmala UI" panose="020B0502040204020203" pitchFamily="34" charset="0"/>
                <a:ea typeface="Calibri" panose="020F0502020204030204" pitchFamily="34" charset="0"/>
                <a:cs typeface="Times New Roman" panose="02020603050405020304" pitchFamily="18" charset="0"/>
              </a:rPr>
              <a:t>उगम</a:t>
            </a:r>
            <a:r>
              <a:rPr lang="en-IN" sz="1800" dirty="0">
                <a:effectLst/>
                <a:latin typeface="Calibri" panose="020F0502020204030204" pitchFamily="34" charset="0"/>
                <a:ea typeface="Calibri" panose="020F0502020204030204" pitchFamily="34" charset="0"/>
                <a:cs typeface="Times New Roman" panose="02020603050405020304" pitchFamily="18" charset="0"/>
              </a:rPr>
              <a:t> </a:t>
            </a:r>
            <a:r>
              <a:rPr lang="en-IN" sz="1800" dirty="0" err="1">
                <a:effectLst/>
                <a:latin typeface="Nirmala UI" panose="020B0502040204020203" pitchFamily="34" charset="0"/>
                <a:ea typeface="Calibri" panose="020F0502020204030204" pitchFamily="34" charset="0"/>
                <a:cs typeface="Times New Roman" panose="02020603050405020304" pitchFamily="18" charset="0"/>
              </a:rPr>
              <a:t>पावली</a:t>
            </a:r>
            <a:r>
              <a:rPr lang="en-IN" sz="1800" dirty="0">
                <a:effectLst/>
                <a:latin typeface="Calibri" panose="020F0502020204030204" pitchFamily="34" charset="0"/>
                <a:ea typeface="Calibri" panose="020F0502020204030204" pitchFamily="34" charset="0"/>
                <a:cs typeface="Times New Roman" panose="02020603050405020304" pitchFamily="18" charset="0"/>
              </a:rPr>
              <a:t>. </a:t>
            </a:r>
            <a:r>
              <a:rPr lang="en-IN" sz="1800" dirty="0" err="1">
                <a:effectLst/>
                <a:latin typeface="Nirmala UI" panose="020B0502040204020203" pitchFamily="34" charset="0"/>
                <a:ea typeface="Calibri" panose="020F0502020204030204" pitchFamily="34" charset="0"/>
                <a:cs typeface="Times New Roman" panose="02020603050405020304" pitchFamily="18" charset="0"/>
              </a:rPr>
              <a:t>महाराष्ट्रातील</a:t>
            </a:r>
            <a:r>
              <a:rPr lang="en-IN" sz="1800" dirty="0">
                <a:effectLst/>
                <a:latin typeface="Calibri" panose="020F0502020204030204" pitchFamily="34" charset="0"/>
                <a:ea typeface="Calibri" panose="020F0502020204030204" pitchFamily="34" charset="0"/>
                <a:cs typeface="Times New Roman" panose="02020603050405020304" pitchFamily="18" charset="0"/>
              </a:rPr>
              <a:t> </a:t>
            </a:r>
            <a:r>
              <a:rPr lang="en-IN" sz="1800" dirty="0">
                <a:effectLst/>
                <a:latin typeface="Nirmala UI" panose="020B0502040204020203" pitchFamily="34" charset="0"/>
                <a:ea typeface="Calibri" panose="020F0502020204030204" pitchFamily="34" charset="0"/>
                <a:cs typeface="Times New Roman" panose="02020603050405020304" pitchFamily="18" charset="0"/>
              </a:rPr>
              <a:t>नागपूर</a:t>
            </a:r>
            <a:r>
              <a:rPr lang="en-IN" sz="1800" dirty="0">
                <a:effectLst/>
                <a:latin typeface="Calibri" panose="020F0502020204030204" pitchFamily="34" charset="0"/>
                <a:ea typeface="Calibri" panose="020F0502020204030204" pitchFamily="34" charset="0"/>
                <a:cs typeface="Times New Roman" panose="02020603050405020304" pitchFamily="18" charset="0"/>
              </a:rPr>
              <a:t>, </a:t>
            </a:r>
            <a:r>
              <a:rPr lang="en-IN" sz="1800" dirty="0" err="1">
                <a:effectLst/>
                <a:latin typeface="Nirmala UI" panose="020B0502040204020203" pitchFamily="34" charset="0"/>
                <a:ea typeface="Calibri" panose="020F0502020204030204" pitchFamily="34" charset="0"/>
                <a:cs typeface="Times New Roman" panose="02020603050405020304" pitchFamily="18" charset="0"/>
              </a:rPr>
              <a:t>अकोला</a:t>
            </a:r>
            <a:r>
              <a:rPr lang="en-IN" sz="1800" dirty="0">
                <a:effectLst/>
                <a:latin typeface="Calibri" panose="020F0502020204030204" pitchFamily="34" charset="0"/>
                <a:ea typeface="Calibri" panose="020F0502020204030204" pitchFamily="34" charset="0"/>
                <a:cs typeface="Times New Roman" panose="02020603050405020304" pitchFamily="18" charset="0"/>
              </a:rPr>
              <a:t>, </a:t>
            </a:r>
            <a:r>
              <a:rPr lang="en-IN" sz="1800" dirty="0" err="1">
                <a:effectLst/>
                <a:latin typeface="Nirmala UI" panose="020B0502040204020203" pitchFamily="34" charset="0"/>
                <a:ea typeface="Calibri" panose="020F0502020204030204" pitchFamily="34" charset="0"/>
                <a:cs typeface="Times New Roman" panose="02020603050405020304" pitchFamily="18" charset="0"/>
              </a:rPr>
              <a:t>वर्धा</a:t>
            </a:r>
            <a:r>
              <a:rPr lang="en-IN" sz="1800" dirty="0">
                <a:effectLst/>
                <a:latin typeface="Calibri" panose="020F0502020204030204" pitchFamily="34" charset="0"/>
                <a:ea typeface="Calibri" panose="020F0502020204030204" pitchFamily="34" charset="0"/>
                <a:cs typeface="Times New Roman" panose="02020603050405020304" pitchFamily="18" charset="0"/>
              </a:rPr>
              <a:t> </a:t>
            </a:r>
            <a:r>
              <a:rPr lang="en-IN" sz="1800" dirty="0" err="1">
                <a:effectLst/>
                <a:latin typeface="Nirmala UI" panose="020B0502040204020203" pitchFamily="34" charset="0"/>
                <a:ea typeface="Calibri" panose="020F0502020204030204" pitchFamily="34" charset="0"/>
                <a:cs typeface="Times New Roman" panose="02020603050405020304" pitchFamily="18" charset="0"/>
              </a:rPr>
              <a:t>जिल्ह्यांत</a:t>
            </a:r>
            <a:r>
              <a:rPr lang="en-IN" sz="1800" dirty="0">
                <a:effectLst/>
                <a:latin typeface="Calibri" panose="020F0502020204030204" pitchFamily="34" charset="0"/>
                <a:ea typeface="Calibri" panose="020F0502020204030204" pitchFamily="34" charset="0"/>
                <a:cs typeface="Times New Roman" panose="02020603050405020304" pitchFamily="18" charset="0"/>
              </a:rPr>
              <a:t> </a:t>
            </a:r>
            <a:r>
              <a:rPr lang="en-IN" sz="1800" dirty="0">
                <a:effectLst/>
                <a:latin typeface="Nirmala UI" panose="020B0502040204020203" pitchFamily="34" charset="0"/>
                <a:ea typeface="Calibri" panose="020F0502020204030204" pitchFamily="34" charset="0"/>
                <a:cs typeface="Times New Roman" panose="02020603050405020304" pitchFamily="18" charset="0"/>
              </a:rPr>
              <a:t>आणि</a:t>
            </a:r>
            <a:r>
              <a:rPr lang="en-IN" sz="1800" dirty="0">
                <a:effectLst/>
                <a:latin typeface="Calibri" panose="020F0502020204030204" pitchFamily="34" charset="0"/>
                <a:ea typeface="Calibri" panose="020F0502020204030204" pitchFamily="34" charset="0"/>
                <a:cs typeface="Times New Roman" panose="02020603050405020304" pitchFamily="18" charset="0"/>
              </a:rPr>
              <a:t> </a:t>
            </a:r>
            <a:r>
              <a:rPr lang="en-IN" sz="1800" dirty="0" err="1">
                <a:effectLst/>
                <a:latin typeface="Nirmala UI" panose="020B0502040204020203" pitchFamily="34" charset="0"/>
                <a:ea typeface="Calibri" panose="020F0502020204030204" pitchFamily="34" charset="0"/>
                <a:cs typeface="Times New Roman" panose="02020603050405020304" pitchFamily="18" charset="0"/>
              </a:rPr>
              <a:t>मध्य</a:t>
            </a:r>
            <a:r>
              <a:rPr lang="en-IN" sz="1800" dirty="0">
                <a:effectLst/>
                <a:latin typeface="Calibri" panose="020F0502020204030204" pitchFamily="34" charset="0"/>
                <a:ea typeface="Calibri" panose="020F0502020204030204" pitchFamily="34" charset="0"/>
                <a:cs typeface="Times New Roman" panose="02020603050405020304" pitchFamily="18" charset="0"/>
              </a:rPr>
              <a:t> </a:t>
            </a:r>
            <a:r>
              <a:rPr lang="en-IN" sz="1800" dirty="0" err="1">
                <a:effectLst/>
                <a:latin typeface="Nirmala UI" panose="020B0502040204020203" pitchFamily="34" charset="0"/>
                <a:ea typeface="Calibri" panose="020F0502020204030204" pitchFamily="34" charset="0"/>
                <a:cs typeface="Times New Roman" panose="02020603050405020304" pitchFamily="18" charset="0"/>
              </a:rPr>
              <a:t>प्रदेशातील</a:t>
            </a:r>
            <a:r>
              <a:rPr lang="en-IN" sz="1800" dirty="0">
                <a:effectLst/>
                <a:latin typeface="Calibri" panose="020F0502020204030204" pitchFamily="34" charset="0"/>
                <a:ea typeface="Calibri" panose="020F0502020204030204" pitchFamily="34" charset="0"/>
                <a:cs typeface="Times New Roman" panose="02020603050405020304" pitchFamily="18" charset="0"/>
              </a:rPr>
              <a:t> </a:t>
            </a:r>
            <a:r>
              <a:rPr lang="en-IN" sz="1800" dirty="0" err="1">
                <a:effectLst/>
                <a:latin typeface="Nirmala UI" panose="020B0502040204020203" pitchFamily="34" charset="0"/>
                <a:ea typeface="Calibri" panose="020F0502020204030204" pitchFamily="34" charset="0"/>
                <a:cs typeface="Times New Roman" panose="02020603050405020304" pitchFamily="18" charset="0"/>
              </a:rPr>
              <a:t>निमर</a:t>
            </a:r>
            <a:r>
              <a:rPr lang="en-IN" sz="1800" dirty="0">
                <a:effectLst/>
                <a:latin typeface="Calibri" panose="020F0502020204030204" pitchFamily="34" charset="0"/>
                <a:ea typeface="Calibri" panose="020F0502020204030204" pitchFamily="34" charset="0"/>
                <a:cs typeface="Times New Roman" panose="02020603050405020304" pitchFamily="18" charset="0"/>
              </a:rPr>
              <a:t> </a:t>
            </a:r>
            <a:r>
              <a:rPr lang="en-IN" sz="1800" dirty="0" err="1">
                <a:effectLst/>
                <a:latin typeface="Nirmala UI" panose="020B0502040204020203" pitchFamily="34" charset="0"/>
                <a:ea typeface="Calibri" panose="020F0502020204030204" pitchFamily="34" charset="0"/>
                <a:cs typeface="Times New Roman" panose="02020603050405020304" pitchFamily="18" charset="0"/>
              </a:rPr>
              <a:t>जिल्ह्यात</a:t>
            </a:r>
            <a:r>
              <a:rPr lang="en-IN" sz="1800" dirty="0">
                <a:effectLst/>
                <a:latin typeface="Calibri" panose="020F0502020204030204" pitchFamily="34" charset="0"/>
                <a:ea typeface="Calibri" panose="020F0502020204030204" pitchFamily="34" charset="0"/>
                <a:cs typeface="Times New Roman" panose="02020603050405020304" pitchFamily="18" charset="0"/>
              </a:rPr>
              <a:t> </a:t>
            </a:r>
            <a:r>
              <a:rPr lang="en-IN" sz="1800" dirty="0">
                <a:effectLst/>
                <a:latin typeface="Nirmala UI" panose="020B0502040204020203" pitchFamily="34" charset="0"/>
                <a:ea typeface="Calibri" panose="020F0502020204030204" pitchFamily="34" charset="0"/>
                <a:cs typeface="Times New Roman" panose="02020603050405020304" pitchFamily="18" charset="0"/>
              </a:rPr>
              <a:t>शेळ्या</a:t>
            </a:r>
            <a:r>
              <a:rPr lang="en-IN" sz="1800" dirty="0">
                <a:effectLst/>
                <a:latin typeface="Calibri" panose="020F0502020204030204" pitchFamily="34" charset="0"/>
                <a:ea typeface="Calibri" panose="020F0502020204030204" pitchFamily="34" charset="0"/>
                <a:cs typeface="Times New Roman" panose="02020603050405020304" pitchFamily="18" charset="0"/>
              </a:rPr>
              <a:t> </a:t>
            </a:r>
            <a:r>
              <a:rPr lang="en-IN" sz="1800" dirty="0" err="1">
                <a:effectLst/>
                <a:latin typeface="Nirmala UI" panose="020B0502040204020203" pitchFamily="34" charset="0"/>
                <a:ea typeface="Calibri" panose="020F0502020204030204" pitchFamily="34" charset="0"/>
                <a:cs typeface="Times New Roman" panose="02020603050405020304" pitchFamily="18" charset="0"/>
              </a:rPr>
              <a:t>आढळतात</a:t>
            </a:r>
            <a:r>
              <a:rPr lang="en-IN" sz="1800" dirty="0">
                <a:effectLst/>
                <a:latin typeface="Calibri" panose="020F0502020204030204" pitchFamily="34" charset="0"/>
                <a:ea typeface="Calibri" panose="020F0502020204030204" pitchFamily="34" charset="0"/>
                <a:cs typeface="Times New Roman" panose="02020603050405020304" pitchFamily="18" charset="0"/>
              </a:rPr>
              <a:t>. </a:t>
            </a:r>
          </a:p>
          <a:p>
            <a:pPr marL="285750" indent="-285750">
              <a:lnSpc>
                <a:spcPct val="107000"/>
              </a:lnSpc>
              <a:spcAft>
                <a:spcPts val="800"/>
              </a:spcAft>
              <a:buFont typeface="Arial" panose="020B0604020202020204" pitchFamily="34" charset="0"/>
              <a:buChar char="•"/>
            </a:pPr>
            <a:r>
              <a:rPr lang="en-IN" sz="1800" dirty="0" err="1">
                <a:effectLst/>
                <a:latin typeface="Nirmala UI" panose="020B0502040204020203" pitchFamily="34" charset="0"/>
                <a:ea typeface="Calibri" panose="020F0502020204030204" pitchFamily="34" charset="0"/>
                <a:cs typeface="Times New Roman" panose="02020603050405020304" pitchFamily="18" charset="0"/>
              </a:rPr>
              <a:t>कोटचा</a:t>
            </a:r>
            <a:r>
              <a:rPr lang="en-IN" sz="1800" dirty="0">
                <a:effectLst/>
                <a:latin typeface="Calibri" panose="020F0502020204030204" pitchFamily="34" charset="0"/>
                <a:ea typeface="Calibri" panose="020F0502020204030204" pitchFamily="34" charset="0"/>
                <a:cs typeface="Times New Roman" panose="02020603050405020304" pitchFamily="18" charset="0"/>
              </a:rPr>
              <a:t> </a:t>
            </a:r>
            <a:r>
              <a:rPr lang="en-IN" sz="1800" dirty="0" err="1">
                <a:effectLst/>
                <a:latin typeface="Nirmala UI" panose="020B0502040204020203" pitchFamily="34" charset="0"/>
                <a:ea typeface="Calibri" panose="020F0502020204030204" pitchFamily="34" charset="0"/>
                <a:cs typeface="Times New Roman" panose="02020603050405020304" pitchFamily="18" charset="0"/>
              </a:rPr>
              <a:t>रंग</a:t>
            </a:r>
            <a:r>
              <a:rPr lang="en-IN" sz="1800" dirty="0">
                <a:effectLst/>
                <a:latin typeface="Calibri" panose="020F0502020204030204" pitchFamily="34" charset="0"/>
                <a:ea typeface="Calibri" panose="020F0502020204030204" pitchFamily="34" charset="0"/>
                <a:cs typeface="Times New Roman" panose="02020603050405020304" pitchFamily="18" charset="0"/>
              </a:rPr>
              <a:t> </a:t>
            </a:r>
            <a:r>
              <a:rPr lang="en-IN" sz="1800" dirty="0" err="1">
                <a:effectLst/>
                <a:latin typeface="Nirmala UI" panose="020B0502040204020203" pitchFamily="34" charset="0"/>
                <a:ea typeface="Calibri" panose="020F0502020204030204" pitchFamily="34" charset="0"/>
                <a:cs typeface="Times New Roman" panose="02020603050405020304" pitchFamily="18" charset="0"/>
              </a:rPr>
              <a:t>काळा</a:t>
            </a:r>
            <a:r>
              <a:rPr lang="en-IN" sz="1800" dirty="0">
                <a:effectLst/>
                <a:latin typeface="Calibri" panose="020F0502020204030204" pitchFamily="34" charset="0"/>
                <a:ea typeface="Calibri" panose="020F0502020204030204" pitchFamily="34" charset="0"/>
                <a:cs typeface="Times New Roman" panose="02020603050405020304" pitchFamily="18" charset="0"/>
              </a:rPr>
              <a:t> </a:t>
            </a:r>
            <a:r>
              <a:rPr lang="en-IN" sz="1800" dirty="0" err="1">
                <a:effectLst/>
                <a:latin typeface="Nirmala UI" panose="020B0502040204020203" pitchFamily="34" charset="0"/>
                <a:ea typeface="Calibri" panose="020F0502020204030204" pitchFamily="34" charset="0"/>
                <a:cs typeface="Times New Roman" panose="02020603050405020304" pitchFamily="18" charset="0"/>
              </a:rPr>
              <a:t>आहे</a:t>
            </a:r>
            <a:r>
              <a:rPr lang="en-IN" sz="1800" dirty="0">
                <a:effectLst/>
                <a:latin typeface="Calibri" panose="020F0502020204030204" pitchFamily="34" charset="0"/>
                <a:ea typeface="Calibri" panose="020F0502020204030204" pitchFamily="34" charset="0"/>
                <a:cs typeface="Times New Roman" panose="02020603050405020304" pitchFamily="18" charset="0"/>
              </a:rPr>
              <a:t> </a:t>
            </a:r>
            <a:r>
              <a:rPr lang="en-IN" sz="1800" dirty="0" err="1">
                <a:effectLst/>
                <a:latin typeface="Nirmala UI" panose="020B0502040204020203" pitchFamily="34" charset="0"/>
                <a:ea typeface="Calibri" panose="020F0502020204030204" pitchFamily="34" charset="0"/>
                <a:cs typeface="Times New Roman" panose="02020603050405020304" pitchFamily="18" charset="0"/>
              </a:rPr>
              <a:t>ज्यामध्ये</a:t>
            </a:r>
            <a:r>
              <a:rPr lang="en-IN" sz="1800" dirty="0">
                <a:effectLst/>
                <a:latin typeface="Calibri" panose="020F0502020204030204" pitchFamily="34" charset="0"/>
                <a:ea typeface="Calibri" panose="020F0502020204030204" pitchFamily="34" charset="0"/>
                <a:cs typeface="Times New Roman" panose="02020603050405020304" pitchFamily="18" charset="0"/>
              </a:rPr>
              <a:t> </a:t>
            </a:r>
            <a:r>
              <a:rPr lang="en-IN" sz="1800" dirty="0" err="1">
                <a:effectLst/>
                <a:latin typeface="Nirmala UI" panose="020B0502040204020203" pitchFamily="34" charset="0"/>
                <a:ea typeface="Calibri" panose="020F0502020204030204" pitchFamily="34" charset="0"/>
                <a:cs typeface="Times New Roman" panose="02020603050405020304" pitchFamily="18" charset="0"/>
              </a:rPr>
              <a:t>हलक्या</a:t>
            </a:r>
            <a:r>
              <a:rPr lang="en-IN" sz="1800" dirty="0">
                <a:effectLst/>
                <a:latin typeface="Calibri" panose="020F0502020204030204" pitchFamily="34" charset="0"/>
                <a:ea typeface="Calibri" panose="020F0502020204030204" pitchFamily="34" charset="0"/>
                <a:cs typeface="Times New Roman" panose="02020603050405020304" pitchFamily="18" charset="0"/>
              </a:rPr>
              <a:t> </a:t>
            </a:r>
            <a:r>
              <a:rPr lang="en-IN" sz="1800" dirty="0" err="1">
                <a:effectLst/>
                <a:latin typeface="Nirmala UI" panose="020B0502040204020203" pitchFamily="34" charset="0"/>
                <a:ea typeface="Calibri" panose="020F0502020204030204" pitchFamily="34" charset="0"/>
                <a:cs typeface="Times New Roman" panose="02020603050405020304" pitchFamily="18" charset="0"/>
              </a:rPr>
              <a:t>काळ्या</a:t>
            </a:r>
            <a:r>
              <a:rPr lang="en-IN" sz="1800" dirty="0">
                <a:effectLst/>
                <a:latin typeface="Calibri" panose="020F0502020204030204" pitchFamily="34" charset="0"/>
                <a:ea typeface="Calibri" panose="020F0502020204030204" pitchFamily="34" charset="0"/>
                <a:cs typeface="Times New Roman" panose="02020603050405020304" pitchFamily="18" charset="0"/>
              </a:rPr>
              <a:t> </a:t>
            </a:r>
            <a:r>
              <a:rPr lang="en-IN" sz="1800" dirty="0" err="1">
                <a:effectLst/>
                <a:latin typeface="Nirmala UI" panose="020B0502040204020203" pitchFamily="34" charset="0"/>
                <a:ea typeface="Calibri" panose="020F0502020204030204" pitchFamily="34" charset="0"/>
                <a:cs typeface="Times New Roman" panose="02020603050405020304" pitchFamily="18" charset="0"/>
              </a:rPr>
              <a:t>फरक</a:t>
            </a:r>
            <a:r>
              <a:rPr lang="en-IN" sz="1800" dirty="0">
                <a:effectLst/>
                <a:latin typeface="Calibri" panose="020F0502020204030204" pitchFamily="34" charset="0"/>
                <a:ea typeface="Calibri" panose="020F0502020204030204" pitchFamily="34" charset="0"/>
                <a:cs typeface="Times New Roman" panose="02020603050405020304" pitchFamily="18" charset="0"/>
              </a:rPr>
              <a:t> </a:t>
            </a:r>
            <a:r>
              <a:rPr lang="en-IN" sz="1800" dirty="0" err="1">
                <a:effectLst/>
                <a:latin typeface="Nirmala UI" panose="020B0502040204020203" pitchFamily="34" charset="0"/>
                <a:ea typeface="Calibri" panose="020F0502020204030204" pitchFamily="34" charset="0"/>
                <a:cs typeface="Times New Roman" panose="02020603050405020304" pitchFamily="18" charset="0"/>
              </a:rPr>
              <a:t>देखील</a:t>
            </a:r>
            <a:r>
              <a:rPr lang="en-IN" sz="1800" dirty="0">
                <a:effectLst/>
                <a:latin typeface="Calibri" panose="020F0502020204030204" pitchFamily="34" charset="0"/>
                <a:ea typeface="Calibri" panose="020F0502020204030204" pitchFamily="34" charset="0"/>
                <a:cs typeface="Times New Roman" panose="02020603050405020304" pitchFamily="18" charset="0"/>
              </a:rPr>
              <a:t> </a:t>
            </a:r>
            <a:r>
              <a:rPr lang="en-IN" sz="1800" dirty="0">
                <a:effectLst/>
                <a:latin typeface="Nirmala UI" panose="020B0502040204020203" pitchFamily="34" charset="0"/>
                <a:ea typeface="Calibri" panose="020F0502020204030204" pitchFamily="34" charset="0"/>
                <a:cs typeface="Times New Roman" panose="02020603050405020304" pitchFamily="18" charset="0"/>
              </a:rPr>
              <a:t>आहेत</a:t>
            </a:r>
            <a:r>
              <a:rPr lang="en-IN" sz="1800" dirty="0">
                <a:effectLst/>
                <a:latin typeface="Calibri" panose="020F0502020204030204" pitchFamily="34" charset="0"/>
                <a:ea typeface="Calibri" panose="020F0502020204030204" pitchFamily="34" charset="0"/>
                <a:cs typeface="Times New Roman" panose="02020603050405020304" pitchFamily="18" charset="0"/>
              </a:rPr>
              <a:t>. </a:t>
            </a:r>
            <a:r>
              <a:rPr lang="en-IN" sz="1800" dirty="0" err="1">
                <a:effectLst/>
                <a:latin typeface="Nirmala UI" panose="020B0502040204020203" pitchFamily="34" charset="0"/>
                <a:ea typeface="Calibri" panose="020F0502020204030204" pitchFamily="34" charset="0"/>
                <a:cs typeface="Times New Roman" panose="02020603050405020304" pitchFamily="18" charset="0"/>
              </a:rPr>
              <a:t>शिंगे</a:t>
            </a:r>
            <a:r>
              <a:rPr lang="en-IN" sz="1800" dirty="0">
                <a:effectLst/>
                <a:latin typeface="Calibri" panose="020F0502020204030204" pitchFamily="34" charset="0"/>
                <a:ea typeface="Calibri" panose="020F0502020204030204" pitchFamily="34" charset="0"/>
                <a:cs typeface="Times New Roman" panose="02020603050405020304" pitchFamily="18" charset="0"/>
              </a:rPr>
              <a:t> </a:t>
            </a:r>
            <a:r>
              <a:rPr lang="en-IN" sz="1800" dirty="0" err="1">
                <a:effectLst/>
                <a:latin typeface="Nirmala UI" panose="020B0502040204020203" pitchFamily="34" charset="0"/>
                <a:ea typeface="Calibri" panose="020F0502020204030204" pitchFamily="34" charset="0"/>
                <a:cs typeface="Times New Roman" panose="02020603050405020304" pitchFamily="18" charset="0"/>
              </a:rPr>
              <a:t>सरळ</a:t>
            </a:r>
            <a:r>
              <a:rPr lang="en-IN" sz="1800" dirty="0">
                <a:effectLst/>
                <a:latin typeface="Calibri" panose="020F0502020204030204" pitchFamily="34" charset="0"/>
                <a:ea typeface="Calibri" panose="020F0502020204030204" pitchFamily="34" charset="0"/>
                <a:cs typeface="Times New Roman" panose="02020603050405020304" pitchFamily="18" charset="0"/>
              </a:rPr>
              <a:t> </a:t>
            </a:r>
            <a:r>
              <a:rPr lang="en-IN" sz="1800" dirty="0">
                <a:effectLst/>
                <a:latin typeface="Nirmala UI" panose="020B0502040204020203" pitchFamily="34" charset="0"/>
                <a:ea typeface="Calibri" panose="020F0502020204030204" pitchFamily="34" charset="0"/>
                <a:cs typeface="Times New Roman" panose="02020603050405020304" pitchFamily="18" charset="0"/>
              </a:rPr>
              <a:t>आहेत</a:t>
            </a:r>
            <a:r>
              <a:rPr lang="en-IN" sz="1800" dirty="0">
                <a:effectLst/>
                <a:latin typeface="Calibri" panose="020F0502020204030204" pitchFamily="34" charset="0"/>
                <a:ea typeface="Calibri" panose="020F0502020204030204" pitchFamily="34" charset="0"/>
                <a:cs typeface="Times New Roman" panose="02020603050405020304" pitchFamily="18" charset="0"/>
              </a:rPr>
              <a:t>, </a:t>
            </a:r>
            <a:r>
              <a:rPr lang="en-IN" sz="1800" dirty="0" err="1">
                <a:effectLst/>
                <a:latin typeface="Nirmala UI" panose="020B0502040204020203" pitchFamily="34" charset="0"/>
                <a:ea typeface="Calibri" panose="020F0502020204030204" pitchFamily="34" charset="0"/>
                <a:cs typeface="Times New Roman" panose="02020603050405020304" pitchFamily="18" charset="0"/>
              </a:rPr>
              <a:t>वरच्या</a:t>
            </a:r>
            <a:r>
              <a:rPr lang="en-IN" sz="1800" dirty="0">
                <a:effectLst/>
                <a:latin typeface="Calibri" panose="020F0502020204030204" pitchFamily="34" charset="0"/>
                <a:ea typeface="Calibri" panose="020F0502020204030204" pitchFamily="34" charset="0"/>
                <a:cs typeface="Times New Roman" panose="02020603050405020304" pitchFamily="18" charset="0"/>
              </a:rPr>
              <a:t> </a:t>
            </a:r>
            <a:r>
              <a:rPr lang="en-IN" sz="1800" dirty="0" err="1">
                <a:effectLst/>
                <a:latin typeface="Nirmala UI" panose="020B0502040204020203" pitchFamily="34" charset="0"/>
                <a:ea typeface="Calibri" panose="020F0502020204030204" pitchFamily="34" charset="0"/>
                <a:cs typeface="Times New Roman" panose="02020603050405020304" pitchFamily="18" charset="0"/>
              </a:rPr>
              <a:t>दिशेने</a:t>
            </a:r>
            <a:r>
              <a:rPr lang="en-IN" sz="1800" dirty="0">
                <a:effectLst/>
                <a:latin typeface="Calibri" panose="020F0502020204030204" pitchFamily="34" charset="0"/>
                <a:ea typeface="Calibri" panose="020F0502020204030204" pitchFamily="34" charset="0"/>
                <a:cs typeface="Times New Roman" panose="02020603050405020304" pitchFamily="18" charset="0"/>
              </a:rPr>
              <a:t> </a:t>
            </a:r>
            <a:r>
              <a:rPr lang="en-IN" sz="1800" dirty="0" err="1">
                <a:effectLst/>
                <a:latin typeface="Nirmala UI" panose="020B0502040204020203" pitchFamily="34" charset="0"/>
                <a:ea typeface="Calibri" panose="020F0502020204030204" pitchFamily="34" charset="0"/>
                <a:cs typeface="Times New Roman" panose="02020603050405020304" pitchFamily="18" charset="0"/>
              </a:rPr>
              <a:t>वाढलेली</a:t>
            </a:r>
            <a:r>
              <a:rPr lang="en-IN" sz="1800" dirty="0">
                <a:effectLst/>
                <a:latin typeface="Calibri" panose="020F0502020204030204" pitchFamily="34" charset="0"/>
                <a:ea typeface="Calibri" panose="020F0502020204030204" pitchFamily="34" charset="0"/>
                <a:cs typeface="Times New Roman" panose="02020603050405020304" pitchFamily="18" charset="0"/>
              </a:rPr>
              <a:t> </a:t>
            </a:r>
            <a:r>
              <a:rPr lang="en-IN" sz="1800" dirty="0">
                <a:effectLst/>
                <a:latin typeface="Nirmala UI" panose="020B0502040204020203" pitchFamily="34" charset="0"/>
                <a:ea typeface="Calibri" panose="020F0502020204030204" pitchFamily="34" charset="0"/>
                <a:cs typeface="Times New Roman" panose="02020603050405020304" pitchFamily="18" charset="0"/>
              </a:rPr>
              <a:t>आहेत</a:t>
            </a:r>
            <a:r>
              <a:rPr lang="en-IN" sz="1800" dirty="0">
                <a:effectLst/>
                <a:latin typeface="Calibri" panose="020F0502020204030204" pitchFamily="34" charset="0"/>
                <a:ea typeface="Calibri" panose="020F0502020204030204" pitchFamily="34" charset="0"/>
                <a:cs typeface="Times New Roman" panose="02020603050405020304" pitchFamily="18" charset="0"/>
              </a:rPr>
              <a:t> </a:t>
            </a:r>
            <a:r>
              <a:rPr lang="en-IN" sz="1800" dirty="0">
                <a:effectLst/>
                <a:latin typeface="Nirmala UI" panose="020B0502040204020203" pitchFamily="34" charset="0"/>
                <a:ea typeface="Calibri" panose="020F0502020204030204" pitchFamily="34" charset="0"/>
                <a:cs typeface="Times New Roman" panose="02020603050405020304" pitchFamily="18" charset="0"/>
              </a:rPr>
              <a:t>आणि</a:t>
            </a:r>
            <a:r>
              <a:rPr lang="en-IN" sz="1800" dirty="0">
                <a:effectLst/>
                <a:latin typeface="Calibri" panose="020F0502020204030204" pitchFamily="34" charset="0"/>
                <a:ea typeface="Calibri" panose="020F0502020204030204" pitchFamily="34" charset="0"/>
                <a:cs typeface="Times New Roman" panose="02020603050405020304" pitchFamily="18" charset="0"/>
              </a:rPr>
              <a:t> </a:t>
            </a:r>
            <a:r>
              <a:rPr lang="en-IN" sz="1800" dirty="0" err="1">
                <a:effectLst/>
                <a:latin typeface="Nirmala UI" panose="020B0502040204020203" pitchFamily="34" charset="0"/>
                <a:ea typeface="Calibri" panose="020F0502020204030204" pitchFamily="34" charset="0"/>
                <a:cs typeface="Times New Roman" panose="02020603050405020304" pitchFamily="18" charset="0"/>
              </a:rPr>
              <a:t>मागे</a:t>
            </a:r>
            <a:r>
              <a:rPr lang="en-IN" sz="1800" dirty="0">
                <a:effectLst/>
                <a:latin typeface="Calibri" panose="020F0502020204030204" pitchFamily="34" charset="0"/>
                <a:ea typeface="Calibri" panose="020F0502020204030204" pitchFamily="34" charset="0"/>
                <a:cs typeface="Times New Roman" panose="02020603050405020304" pitchFamily="18" charset="0"/>
              </a:rPr>
              <a:t> </a:t>
            </a:r>
            <a:r>
              <a:rPr lang="en-IN" sz="1800" dirty="0" err="1">
                <a:effectLst/>
                <a:latin typeface="Nirmala UI" panose="020B0502040204020203" pitchFamily="34" charset="0"/>
                <a:ea typeface="Calibri" panose="020F0502020204030204" pitchFamily="34" charset="0"/>
                <a:cs typeface="Times New Roman" panose="02020603050405020304" pitchFamily="18" charset="0"/>
              </a:rPr>
              <a:t>कुरळे</a:t>
            </a:r>
            <a:r>
              <a:rPr lang="en-IN" sz="1800" dirty="0">
                <a:effectLst/>
                <a:latin typeface="Calibri" panose="020F0502020204030204" pitchFamily="34" charset="0"/>
                <a:ea typeface="Calibri" panose="020F0502020204030204" pitchFamily="34" charset="0"/>
                <a:cs typeface="Times New Roman" panose="02020603050405020304" pitchFamily="18" charset="0"/>
              </a:rPr>
              <a:t> </a:t>
            </a:r>
            <a:r>
              <a:rPr lang="en-IN" sz="1800" dirty="0">
                <a:effectLst/>
                <a:latin typeface="Nirmala UI" panose="020B0502040204020203" pitchFamily="34" charset="0"/>
                <a:ea typeface="Calibri" panose="020F0502020204030204" pitchFamily="34" charset="0"/>
                <a:cs typeface="Times New Roman" panose="02020603050405020304" pitchFamily="18" charset="0"/>
              </a:rPr>
              <a:t>आहेत</a:t>
            </a:r>
            <a:r>
              <a:rPr lang="en-IN" sz="1800" dirty="0">
                <a:effectLst/>
                <a:latin typeface="Calibri" panose="020F0502020204030204" pitchFamily="34" charset="0"/>
                <a:ea typeface="Calibri" panose="020F0502020204030204" pitchFamily="34" charset="0"/>
                <a:cs typeface="Times New Roman" panose="02020603050405020304" pitchFamily="18" charset="0"/>
              </a:rPr>
              <a:t>. </a:t>
            </a:r>
            <a:r>
              <a:rPr lang="en-IN" sz="1800" dirty="0">
                <a:effectLst/>
                <a:latin typeface="Nirmala UI" panose="020B0502040204020203" pitchFamily="34" charset="0"/>
                <a:ea typeface="Calibri" panose="020F0502020204030204" pitchFamily="34" charset="0"/>
                <a:cs typeface="Times New Roman" panose="02020603050405020304" pitchFamily="18" charset="0"/>
              </a:rPr>
              <a:t>त्यांना</a:t>
            </a:r>
            <a:r>
              <a:rPr lang="en-IN" sz="1800" dirty="0">
                <a:effectLst/>
                <a:latin typeface="Calibri" panose="020F0502020204030204" pitchFamily="34" charset="0"/>
                <a:ea typeface="Calibri" panose="020F0502020204030204" pitchFamily="34" charset="0"/>
                <a:cs typeface="Times New Roman" panose="02020603050405020304" pitchFamily="18" charset="0"/>
              </a:rPr>
              <a:t> </a:t>
            </a:r>
            <a:r>
              <a:rPr lang="en-IN" sz="1800" dirty="0" err="1">
                <a:effectLst/>
                <a:latin typeface="Nirmala UI" panose="020B0502040204020203" pitchFamily="34" charset="0"/>
                <a:ea typeface="Calibri" panose="020F0502020204030204" pitchFamily="34" charset="0"/>
                <a:cs typeface="Times New Roman" panose="02020603050405020304" pitchFamily="18" charset="0"/>
              </a:rPr>
              <a:t>उत्तल</a:t>
            </a:r>
            <a:r>
              <a:rPr lang="en-IN" sz="1800" dirty="0">
                <a:effectLst/>
                <a:latin typeface="Calibri" panose="020F0502020204030204" pitchFamily="34" charset="0"/>
                <a:ea typeface="Calibri" panose="020F0502020204030204" pitchFamily="34" charset="0"/>
                <a:cs typeface="Times New Roman" panose="02020603050405020304" pitchFamily="18" charset="0"/>
              </a:rPr>
              <a:t> </a:t>
            </a:r>
            <a:r>
              <a:rPr lang="en-IN" sz="1800" dirty="0" err="1">
                <a:effectLst/>
                <a:latin typeface="Nirmala UI" panose="020B0502040204020203" pitchFamily="34" charset="0"/>
                <a:ea typeface="Calibri" panose="020F0502020204030204" pitchFamily="34" charset="0"/>
                <a:cs typeface="Times New Roman" panose="02020603050405020304" pitchFamily="18" charset="0"/>
              </a:rPr>
              <a:t>कपाळ</a:t>
            </a:r>
            <a:r>
              <a:rPr lang="en-IN" sz="1800" dirty="0">
                <a:effectLst/>
                <a:latin typeface="Calibri" panose="020F0502020204030204" pitchFamily="34" charset="0"/>
                <a:ea typeface="Calibri" panose="020F0502020204030204" pitchFamily="34" charset="0"/>
                <a:cs typeface="Times New Roman" panose="02020603050405020304" pitchFamily="18" charset="0"/>
              </a:rPr>
              <a:t> </a:t>
            </a:r>
            <a:r>
              <a:rPr lang="en-IN" sz="1800" dirty="0">
                <a:effectLst/>
                <a:latin typeface="Nirmala UI" panose="020B0502040204020203" pitchFamily="34" charset="0"/>
                <a:ea typeface="Calibri" panose="020F0502020204030204" pitchFamily="34" charset="0"/>
                <a:cs typeface="Times New Roman" panose="02020603050405020304" pitchFamily="18" charset="0"/>
              </a:rPr>
              <a:t>आणि</a:t>
            </a:r>
            <a:r>
              <a:rPr lang="en-IN" sz="1800" dirty="0">
                <a:effectLst/>
                <a:latin typeface="Calibri" panose="020F0502020204030204" pitchFamily="34" charset="0"/>
                <a:ea typeface="Calibri" panose="020F0502020204030204" pitchFamily="34" charset="0"/>
                <a:cs typeface="Times New Roman" panose="02020603050405020304" pitchFamily="18" charset="0"/>
              </a:rPr>
              <a:t> </a:t>
            </a:r>
            <a:r>
              <a:rPr lang="en-IN" sz="1800" dirty="0" err="1">
                <a:effectLst/>
                <a:latin typeface="Nirmala UI" panose="020B0502040204020203" pitchFamily="34" charset="0"/>
                <a:ea typeface="Calibri" panose="020F0502020204030204" pitchFamily="34" charset="0"/>
                <a:cs typeface="Times New Roman" panose="02020603050405020304" pitchFamily="18" charset="0"/>
              </a:rPr>
              <a:t>लटकन</a:t>
            </a:r>
            <a:r>
              <a:rPr lang="en-IN" sz="1800" dirty="0">
                <a:effectLst/>
                <a:latin typeface="Calibri" panose="020F0502020204030204" pitchFamily="34" charset="0"/>
                <a:ea typeface="Calibri" panose="020F0502020204030204" pitchFamily="34" charset="0"/>
                <a:cs typeface="Times New Roman" panose="02020603050405020304" pitchFamily="18" charset="0"/>
              </a:rPr>
              <a:t>, </a:t>
            </a:r>
            <a:r>
              <a:rPr lang="en-IN" sz="1800" dirty="0" err="1">
                <a:effectLst/>
                <a:latin typeface="Nirmala UI" panose="020B0502040204020203" pitchFamily="34" charset="0"/>
                <a:ea typeface="Calibri" panose="020F0502020204030204" pitchFamily="34" charset="0"/>
                <a:cs typeface="Times New Roman" panose="02020603050405020304" pitchFamily="18" charset="0"/>
              </a:rPr>
              <a:t>सपाट</a:t>
            </a:r>
            <a:r>
              <a:rPr lang="en-IN" sz="1800" dirty="0">
                <a:effectLst/>
                <a:latin typeface="Calibri" panose="020F0502020204030204" pitchFamily="34" charset="0"/>
                <a:ea typeface="Calibri" panose="020F0502020204030204" pitchFamily="34" charset="0"/>
                <a:cs typeface="Times New Roman" panose="02020603050405020304" pitchFamily="18" charset="0"/>
              </a:rPr>
              <a:t> </a:t>
            </a:r>
            <a:r>
              <a:rPr lang="en-IN" sz="1800" dirty="0">
                <a:effectLst/>
                <a:latin typeface="Nirmala UI" panose="020B0502040204020203" pitchFamily="34" charset="0"/>
                <a:ea typeface="Calibri" panose="020F0502020204030204" pitchFamily="34" charset="0"/>
                <a:cs typeface="Times New Roman" panose="02020603050405020304" pitchFamily="18" charset="0"/>
              </a:rPr>
              <a:t>आणि</a:t>
            </a:r>
            <a:r>
              <a:rPr lang="en-IN" sz="1800" dirty="0">
                <a:effectLst/>
                <a:latin typeface="Calibri" panose="020F0502020204030204" pitchFamily="34" charset="0"/>
                <a:ea typeface="Calibri" panose="020F0502020204030204" pitchFamily="34" charset="0"/>
                <a:cs typeface="Times New Roman" panose="02020603050405020304" pitchFamily="18" charset="0"/>
              </a:rPr>
              <a:t> </a:t>
            </a:r>
            <a:r>
              <a:rPr lang="en-IN" sz="1800" dirty="0" err="1">
                <a:effectLst/>
                <a:latin typeface="Nirmala UI" panose="020B0502040204020203" pitchFamily="34" charset="0"/>
                <a:ea typeface="Calibri" panose="020F0502020204030204" pitchFamily="34" charset="0"/>
                <a:cs typeface="Times New Roman" panose="02020603050405020304" pitchFamily="18" charset="0"/>
              </a:rPr>
              <a:t>पानेदार</a:t>
            </a:r>
            <a:r>
              <a:rPr lang="en-IN" sz="1800" dirty="0">
                <a:effectLst/>
                <a:latin typeface="Calibri" panose="020F0502020204030204" pitchFamily="34" charset="0"/>
                <a:ea typeface="Calibri" panose="020F0502020204030204" pitchFamily="34" charset="0"/>
                <a:cs typeface="Times New Roman" panose="02020603050405020304" pitchFamily="18" charset="0"/>
              </a:rPr>
              <a:t> </a:t>
            </a:r>
            <a:r>
              <a:rPr lang="en-IN" sz="1800" dirty="0" err="1">
                <a:effectLst/>
                <a:latin typeface="Nirmala UI" panose="020B0502040204020203" pitchFamily="34" charset="0"/>
                <a:ea typeface="Calibri" panose="020F0502020204030204" pitchFamily="34" charset="0"/>
                <a:cs typeface="Times New Roman" panose="02020603050405020304" pitchFamily="18" charset="0"/>
              </a:rPr>
              <a:t>कान</a:t>
            </a:r>
            <a:r>
              <a:rPr lang="en-IN" sz="1800" dirty="0">
                <a:effectLst/>
                <a:latin typeface="Calibri" panose="020F0502020204030204" pitchFamily="34" charset="0"/>
                <a:ea typeface="Calibri" panose="020F0502020204030204" pitchFamily="34" charset="0"/>
                <a:cs typeface="Times New Roman" panose="02020603050405020304" pitchFamily="18" charset="0"/>
              </a:rPr>
              <a:t> </a:t>
            </a:r>
            <a:r>
              <a:rPr lang="en-IN" sz="1800" dirty="0">
                <a:effectLst/>
                <a:latin typeface="Nirmala UI" panose="020B0502040204020203" pitchFamily="34" charset="0"/>
                <a:ea typeface="Calibri" panose="020F0502020204030204" pitchFamily="34" charset="0"/>
                <a:cs typeface="Times New Roman" panose="02020603050405020304" pitchFamily="18" charset="0"/>
              </a:rPr>
              <a:t>आहेत</a:t>
            </a:r>
            <a:r>
              <a:rPr lang="en-IN" sz="1800" dirty="0">
                <a:effectLst/>
                <a:latin typeface="Calibri" panose="020F0502020204030204" pitchFamily="34" charset="0"/>
                <a:ea typeface="Calibri" panose="020F0502020204030204" pitchFamily="34" charset="0"/>
                <a:cs typeface="Times New Roman" panose="02020603050405020304" pitchFamily="18" charset="0"/>
              </a:rPr>
              <a:t>. 57% </a:t>
            </a:r>
            <a:r>
              <a:rPr lang="en-IN" sz="1800" dirty="0" err="1">
                <a:effectLst/>
                <a:latin typeface="Nirmala UI" panose="020B0502040204020203" pitchFamily="34" charset="0"/>
                <a:ea typeface="Calibri" panose="020F0502020204030204" pitchFamily="34" charset="0"/>
                <a:cs typeface="Times New Roman" panose="02020603050405020304" pitchFamily="18" charset="0"/>
              </a:rPr>
              <a:t>जुळे</a:t>
            </a:r>
            <a:r>
              <a:rPr lang="en-IN" sz="1800" dirty="0">
                <a:effectLst/>
                <a:latin typeface="Calibri" panose="020F0502020204030204" pitchFamily="34" charset="0"/>
                <a:ea typeface="Calibri" panose="020F0502020204030204" pitchFamily="34" charset="0"/>
                <a:cs typeface="Times New Roman" panose="02020603050405020304" pitchFamily="18" charset="0"/>
              </a:rPr>
              <a:t> </a:t>
            </a:r>
            <a:r>
              <a:rPr lang="en-IN" sz="1800" dirty="0">
                <a:effectLst/>
                <a:latin typeface="Nirmala UI" panose="020B0502040204020203" pitchFamily="34" charset="0"/>
                <a:ea typeface="Calibri" panose="020F0502020204030204" pitchFamily="34" charset="0"/>
                <a:cs typeface="Times New Roman" panose="02020603050405020304" pitchFamily="18" charset="0"/>
              </a:rPr>
              <a:t>आणि</a:t>
            </a:r>
            <a:r>
              <a:rPr lang="en-IN" sz="1800" dirty="0">
                <a:effectLst/>
                <a:latin typeface="Calibri" panose="020F0502020204030204" pitchFamily="34" charset="0"/>
                <a:ea typeface="Calibri" panose="020F0502020204030204" pitchFamily="34" charset="0"/>
                <a:cs typeface="Times New Roman" panose="02020603050405020304" pitchFamily="18" charset="0"/>
              </a:rPr>
              <a:t> 2% </a:t>
            </a:r>
            <a:r>
              <a:rPr lang="en-IN" sz="1800" dirty="0" err="1">
                <a:effectLst/>
                <a:latin typeface="Nirmala UI" panose="020B0502040204020203" pitchFamily="34" charset="0"/>
                <a:ea typeface="Calibri" panose="020F0502020204030204" pitchFamily="34" charset="0"/>
                <a:cs typeface="Times New Roman" panose="02020603050405020304" pitchFamily="18" charset="0"/>
              </a:rPr>
              <a:t>तिप्पट</a:t>
            </a:r>
            <a:r>
              <a:rPr lang="en-IN" sz="1800" dirty="0">
                <a:effectLst/>
                <a:latin typeface="Calibri" panose="020F0502020204030204" pitchFamily="34" charset="0"/>
                <a:ea typeface="Calibri" panose="020F0502020204030204" pitchFamily="34" charset="0"/>
                <a:cs typeface="Times New Roman" panose="02020603050405020304" pitchFamily="18" charset="0"/>
              </a:rPr>
              <a:t> </a:t>
            </a:r>
            <a:r>
              <a:rPr lang="en-IN" sz="1800" dirty="0">
                <a:effectLst/>
                <a:latin typeface="Nirmala UI" panose="020B0502040204020203" pitchFamily="34" charset="0"/>
                <a:ea typeface="Calibri" panose="020F0502020204030204" pitchFamily="34" charset="0"/>
                <a:cs typeface="Times New Roman" panose="02020603050405020304" pitchFamily="18" charset="0"/>
              </a:rPr>
              <a:t>आणि</a:t>
            </a:r>
            <a:r>
              <a:rPr lang="en-IN" sz="1800" dirty="0">
                <a:effectLst/>
                <a:latin typeface="Calibri" panose="020F0502020204030204" pitchFamily="34" charset="0"/>
                <a:ea typeface="Calibri" panose="020F0502020204030204" pitchFamily="34" charset="0"/>
                <a:cs typeface="Times New Roman" panose="02020603050405020304" pitchFamily="18" charset="0"/>
              </a:rPr>
              <a:t> </a:t>
            </a:r>
            <a:r>
              <a:rPr lang="en-IN" sz="1800" dirty="0" err="1">
                <a:effectLst/>
                <a:latin typeface="Nirmala UI" panose="020B0502040204020203" pitchFamily="34" charset="0"/>
                <a:ea typeface="Calibri" panose="020F0502020204030204" pitchFamily="34" charset="0"/>
                <a:cs typeface="Times New Roman" panose="02020603050405020304" pitchFamily="18" charset="0"/>
              </a:rPr>
              <a:t>चौकडीसह</a:t>
            </a:r>
            <a:r>
              <a:rPr lang="en-IN" sz="1800" dirty="0">
                <a:effectLst/>
                <a:latin typeface="Calibri" panose="020F0502020204030204" pitchFamily="34" charset="0"/>
                <a:ea typeface="Calibri" panose="020F0502020204030204" pitchFamily="34" charset="0"/>
                <a:cs typeface="Times New Roman" panose="02020603050405020304" pitchFamily="18" charset="0"/>
              </a:rPr>
              <a:t> </a:t>
            </a:r>
            <a:r>
              <a:rPr lang="en-IN" sz="1800" dirty="0" err="1">
                <a:effectLst/>
                <a:latin typeface="Nirmala UI" panose="020B0502040204020203" pitchFamily="34" charset="0"/>
                <a:ea typeface="Calibri" panose="020F0502020204030204" pitchFamily="34" charset="0"/>
                <a:cs typeface="Times New Roman" panose="02020603050405020304" pitchFamily="18" charset="0"/>
              </a:rPr>
              <a:t>चांगली</a:t>
            </a:r>
            <a:r>
              <a:rPr lang="en-IN" sz="1800" dirty="0">
                <a:effectLst/>
                <a:latin typeface="Calibri" panose="020F0502020204030204" pitchFamily="34" charset="0"/>
                <a:ea typeface="Calibri" panose="020F0502020204030204" pitchFamily="34" charset="0"/>
                <a:cs typeface="Times New Roman" panose="02020603050405020304" pitchFamily="18" charset="0"/>
              </a:rPr>
              <a:t> </a:t>
            </a:r>
            <a:r>
              <a:rPr lang="en-IN" sz="1800" dirty="0" err="1">
                <a:effectLst/>
                <a:latin typeface="Nirmala UI" panose="020B0502040204020203" pitchFamily="34" charset="0"/>
                <a:ea typeface="Calibri" panose="020F0502020204030204" pitchFamily="34" charset="0"/>
                <a:cs typeface="Times New Roman" panose="02020603050405020304" pitchFamily="18" charset="0"/>
              </a:rPr>
              <a:t>प्रजनन</a:t>
            </a:r>
            <a:r>
              <a:rPr lang="en-IN" sz="1800" dirty="0">
                <a:effectLst/>
                <a:latin typeface="Calibri" panose="020F0502020204030204" pitchFamily="34" charset="0"/>
                <a:ea typeface="Calibri" panose="020F0502020204030204" pitchFamily="34" charset="0"/>
                <a:cs typeface="Times New Roman" panose="02020603050405020304" pitchFamily="18" charset="0"/>
              </a:rPr>
              <a:t> </a:t>
            </a:r>
            <a:r>
              <a:rPr lang="en-IN" sz="1800" dirty="0" err="1">
                <a:effectLst/>
                <a:latin typeface="Nirmala UI" panose="020B0502040204020203" pitchFamily="34" charset="0"/>
                <a:ea typeface="Calibri" panose="020F0502020204030204" pitchFamily="34" charset="0"/>
                <a:cs typeface="Times New Roman" panose="02020603050405020304" pitchFamily="18" charset="0"/>
              </a:rPr>
              <a:t>कार्यक्षमता</a:t>
            </a:r>
            <a:r>
              <a:rPr lang="en-IN" sz="1800" dirty="0">
                <a:effectLst/>
                <a:latin typeface="Calibri" panose="020F0502020204030204" pitchFamily="34" charset="0"/>
                <a:ea typeface="Calibri" panose="020F0502020204030204" pitchFamily="34" charset="0"/>
                <a:cs typeface="Times New Roman" panose="02020603050405020304" pitchFamily="18" charset="0"/>
              </a:rPr>
              <a:t>. </a:t>
            </a:r>
          </a:p>
          <a:p>
            <a:pPr marL="285750" indent="-285750">
              <a:lnSpc>
                <a:spcPct val="107000"/>
              </a:lnSpc>
              <a:spcAft>
                <a:spcPts val="800"/>
              </a:spcAft>
              <a:buFont typeface="Arial" panose="020B0604020202020204" pitchFamily="34" charset="0"/>
              <a:buChar char="•"/>
            </a:pPr>
            <a:r>
              <a:rPr lang="en-IN" sz="1800" dirty="0" err="1">
                <a:effectLst/>
                <a:latin typeface="Nirmala UI" panose="020B0502040204020203" pitchFamily="34" charset="0"/>
                <a:ea typeface="Calibri" panose="020F0502020204030204" pitchFamily="34" charset="0"/>
                <a:cs typeface="Times New Roman" panose="02020603050405020304" pitchFamily="18" charset="0"/>
              </a:rPr>
              <a:t>दररोज</a:t>
            </a:r>
            <a:r>
              <a:rPr lang="en-IN" sz="1800" dirty="0">
                <a:effectLst/>
                <a:latin typeface="Calibri" panose="020F0502020204030204" pitchFamily="34" charset="0"/>
                <a:ea typeface="Calibri" panose="020F0502020204030204" pitchFamily="34" charset="0"/>
                <a:cs typeface="Times New Roman" panose="02020603050405020304" pitchFamily="18" charset="0"/>
              </a:rPr>
              <a:t> </a:t>
            </a:r>
            <a:r>
              <a:rPr lang="en-IN" sz="1800" dirty="0" err="1">
                <a:effectLst/>
                <a:latin typeface="Nirmala UI" panose="020B0502040204020203" pitchFamily="34" charset="0"/>
                <a:ea typeface="Calibri" panose="020F0502020204030204" pitchFamily="34" charset="0"/>
                <a:cs typeface="Times New Roman" panose="02020603050405020304" pitchFamily="18" charset="0"/>
              </a:rPr>
              <a:t>सरासरी</a:t>
            </a:r>
            <a:r>
              <a:rPr lang="en-IN" sz="1800" dirty="0">
                <a:effectLst/>
                <a:latin typeface="Calibri" panose="020F0502020204030204" pitchFamily="34" charset="0"/>
                <a:ea typeface="Calibri" panose="020F0502020204030204" pitchFamily="34" charset="0"/>
                <a:cs typeface="Times New Roman" panose="02020603050405020304" pitchFamily="18" charset="0"/>
              </a:rPr>
              <a:t> 530 </a:t>
            </a:r>
            <a:r>
              <a:rPr lang="en-IN" sz="1800" dirty="0">
                <a:effectLst/>
                <a:latin typeface="Nirmala UI" panose="020B0502040204020203" pitchFamily="34" charset="0"/>
                <a:ea typeface="Calibri" panose="020F0502020204030204" pitchFamily="34" charset="0"/>
                <a:cs typeface="Times New Roman" panose="02020603050405020304" pitchFamily="18" charset="0"/>
              </a:rPr>
              <a:t>ग्रॅम</a:t>
            </a:r>
            <a:r>
              <a:rPr lang="en-IN" sz="1800" dirty="0">
                <a:effectLst/>
                <a:latin typeface="Calibri" panose="020F0502020204030204" pitchFamily="34" charset="0"/>
                <a:ea typeface="Calibri" panose="020F0502020204030204" pitchFamily="34" charset="0"/>
                <a:cs typeface="Times New Roman" panose="02020603050405020304" pitchFamily="18" charset="0"/>
              </a:rPr>
              <a:t> </a:t>
            </a:r>
            <a:r>
              <a:rPr lang="en-IN" sz="1800" dirty="0" err="1">
                <a:effectLst/>
                <a:latin typeface="Nirmala UI" panose="020B0502040204020203" pitchFamily="34" charset="0"/>
                <a:ea typeface="Calibri" panose="020F0502020204030204" pitchFamily="34" charset="0"/>
                <a:cs typeface="Times New Roman" panose="02020603050405020304" pitchFamily="18" charset="0"/>
              </a:rPr>
              <a:t>दूध</a:t>
            </a:r>
            <a:r>
              <a:rPr lang="en-IN" sz="1800" dirty="0">
                <a:effectLst/>
                <a:latin typeface="Calibri" panose="020F0502020204030204" pitchFamily="34" charset="0"/>
                <a:ea typeface="Calibri" panose="020F0502020204030204" pitchFamily="34" charset="0"/>
                <a:cs typeface="Times New Roman" panose="02020603050405020304" pitchFamily="18" charset="0"/>
              </a:rPr>
              <a:t> </a:t>
            </a:r>
            <a:r>
              <a:rPr lang="en-IN" sz="1800" dirty="0">
                <a:effectLst/>
                <a:latin typeface="Nirmala UI" panose="020B0502040204020203" pitchFamily="34" charset="0"/>
                <a:ea typeface="Calibri" panose="020F0502020204030204" pitchFamily="34" charset="0"/>
                <a:cs typeface="Times New Roman" panose="02020603050405020304" pitchFamily="18" charset="0"/>
              </a:rPr>
              <a:t>उत्पादन</a:t>
            </a:r>
            <a:r>
              <a:rPr lang="en-IN" sz="1800" dirty="0">
                <a:effectLst/>
                <a:latin typeface="Calibri" panose="020F0502020204030204" pitchFamily="34" charset="0"/>
                <a:ea typeface="Calibri" panose="020F0502020204030204" pitchFamily="34" charset="0"/>
                <a:cs typeface="Times New Roman" panose="02020603050405020304" pitchFamily="18" charset="0"/>
              </a:rPr>
              <a:t> </a:t>
            </a:r>
            <a:r>
              <a:rPr lang="en-IN" sz="1800" dirty="0" err="1">
                <a:effectLst/>
                <a:latin typeface="Nirmala UI" panose="020B0502040204020203" pitchFamily="34" charset="0"/>
                <a:ea typeface="Calibri" panose="020F0502020204030204" pitchFamily="34" charset="0"/>
                <a:cs typeface="Times New Roman" panose="02020603050405020304" pitchFamily="18" charset="0"/>
              </a:rPr>
              <a:t>मिळते</a:t>
            </a:r>
            <a:r>
              <a:rPr lang="en-IN" sz="1800" dirty="0">
                <a:effectLst/>
                <a:latin typeface="Calibri" panose="020F0502020204030204" pitchFamily="34" charset="0"/>
                <a:ea typeface="Calibri" panose="020F0502020204030204" pitchFamily="34" charset="0"/>
                <a:cs typeface="Times New Roman" panose="02020603050405020304" pitchFamily="18" charset="0"/>
              </a:rPr>
              <a:t>. 130 </a:t>
            </a:r>
            <a:r>
              <a:rPr lang="en-IN" sz="1800" dirty="0" err="1">
                <a:effectLst/>
                <a:latin typeface="Nirmala UI" panose="020B0502040204020203" pitchFamily="34" charset="0"/>
                <a:ea typeface="Calibri" panose="020F0502020204030204" pitchFamily="34" charset="0"/>
                <a:cs typeface="Times New Roman" panose="02020603050405020304" pitchFamily="18" charset="0"/>
              </a:rPr>
              <a:t>दिवसात</a:t>
            </a:r>
            <a:r>
              <a:rPr lang="en-IN" sz="1800" dirty="0">
                <a:effectLst/>
                <a:latin typeface="Calibri" panose="020F0502020204030204" pitchFamily="34" charset="0"/>
                <a:ea typeface="Calibri" panose="020F0502020204030204" pitchFamily="34" charset="0"/>
                <a:cs typeface="Times New Roman" panose="02020603050405020304" pitchFamily="18" charset="0"/>
              </a:rPr>
              <a:t> </a:t>
            </a:r>
            <a:r>
              <a:rPr lang="en-IN" sz="1800" dirty="0" err="1">
                <a:effectLst/>
                <a:latin typeface="Nirmala UI" panose="020B0502040204020203" pitchFamily="34" charset="0"/>
                <a:ea typeface="Calibri" panose="020F0502020204030204" pitchFamily="34" charset="0"/>
                <a:cs typeface="Times New Roman" panose="02020603050405020304" pitchFamily="18" charset="0"/>
              </a:rPr>
              <a:t>एकूण</a:t>
            </a:r>
            <a:r>
              <a:rPr lang="en-IN" sz="1800" dirty="0">
                <a:effectLst/>
                <a:latin typeface="Calibri" panose="020F0502020204030204" pitchFamily="34" charset="0"/>
                <a:ea typeface="Calibri" panose="020F0502020204030204" pitchFamily="34" charset="0"/>
                <a:cs typeface="Times New Roman" panose="02020603050405020304" pitchFamily="18" charset="0"/>
              </a:rPr>
              <a:t> </a:t>
            </a:r>
            <a:r>
              <a:rPr lang="en-IN" sz="1800" dirty="0" err="1">
                <a:effectLst/>
                <a:latin typeface="Nirmala UI" panose="020B0502040204020203" pitchFamily="34" charset="0"/>
                <a:ea typeface="Calibri" panose="020F0502020204030204" pitchFamily="34" charset="0"/>
                <a:cs typeface="Times New Roman" panose="02020603050405020304" pitchFamily="18" charset="0"/>
              </a:rPr>
              <a:t>दुग्धपान</a:t>
            </a:r>
            <a:r>
              <a:rPr lang="en-IN" sz="1800" dirty="0">
                <a:effectLst/>
                <a:latin typeface="Calibri" panose="020F0502020204030204" pitchFamily="34" charset="0"/>
                <a:ea typeface="Calibri" panose="020F0502020204030204" pitchFamily="34" charset="0"/>
                <a:cs typeface="Times New Roman" panose="02020603050405020304" pitchFamily="18" charset="0"/>
              </a:rPr>
              <a:t> </a:t>
            </a:r>
            <a:r>
              <a:rPr lang="en-IN" sz="1800" dirty="0">
                <a:effectLst/>
                <a:latin typeface="Nirmala UI" panose="020B0502040204020203" pitchFamily="34" charset="0"/>
                <a:ea typeface="Calibri" panose="020F0502020204030204" pitchFamily="34" charset="0"/>
                <a:cs typeface="Times New Roman" panose="02020603050405020304" pitchFamily="18" charset="0"/>
              </a:rPr>
              <a:t>उत्पादन</a:t>
            </a:r>
            <a:r>
              <a:rPr lang="en-IN" sz="1800" dirty="0">
                <a:effectLst/>
                <a:latin typeface="Calibri" panose="020F0502020204030204" pitchFamily="34" charset="0"/>
                <a:ea typeface="Calibri" panose="020F0502020204030204" pitchFamily="34" charset="0"/>
                <a:cs typeface="Times New Roman" panose="02020603050405020304" pitchFamily="18" charset="0"/>
              </a:rPr>
              <a:t> 78 </a:t>
            </a:r>
            <a:r>
              <a:rPr lang="en-IN" sz="1800" dirty="0" err="1">
                <a:effectLst/>
                <a:latin typeface="Nirmala UI" panose="020B0502040204020203" pitchFamily="34" charset="0"/>
                <a:ea typeface="Calibri" panose="020F0502020204030204" pitchFamily="34" charset="0"/>
                <a:cs typeface="Times New Roman" panose="02020603050405020304" pitchFamily="18" charset="0"/>
              </a:rPr>
              <a:t>किलो</a:t>
            </a:r>
            <a:r>
              <a:rPr lang="en-IN" sz="1800" dirty="0">
                <a:effectLst/>
                <a:latin typeface="Calibri" panose="020F0502020204030204" pitchFamily="34" charset="0"/>
                <a:ea typeface="Calibri" panose="020F0502020204030204" pitchFamily="34" charset="0"/>
                <a:cs typeface="Times New Roman" panose="02020603050405020304" pitchFamily="18" charset="0"/>
              </a:rPr>
              <a:t> </a:t>
            </a:r>
            <a:r>
              <a:rPr lang="en-IN" sz="1800" dirty="0" err="1">
                <a:effectLst/>
                <a:latin typeface="Nirmala UI" panose="020B0502040204020203" pitchFamily="34" charset="0"/>
                <a:ea typeface="Calibri" panose="020F0502020204030204" pitchFamily="34" charset="0"/>
                <a:cs typeface="Times New Roman" panose="02020603050405020304" pitchFamily="18" charset="0"/>
              </a:rPr>
              <a:t>आहे</a:t>
            </a:r>
            <a:r>
              <a:rPr lang="en-IN" sz="1800" dirty="0">
                <a:effectLst/>
                <a:latin typeface="Calibri" panose="020F0502020204030204" pitchFamily="34" charset="0"/>
                <a:ea typeface="Calibri" panose="020F0502020204030204" pitchFamily="34" charset="0"/>
                <a:cs typeface="Times New Roman" panose="02020603050405020304" pitchFamily="18" charset="0"/>
              </a:rPr>
              <a:t>. </a:t>
            </a:r>
            <a:r>
              <a:rPr lang="en-IN" sz="1800" dirty="0" err="1">
                <a:effectLst/>
                <a:latin typeface="Nirmala UI" panose="020B0502040204020203" pitchFamily="34" charset="0"/>
                <a:ea typeface="Calibri" panose="020F0502020204030204" pitchFamily="34" charset="0"/>
                <a:cs typeface="Times New Roman" panose="02020603050405020304" pitchFamily="18" charset="0"/>
              </a:rPr>
              <a:t>पहिल्या</a:t>
            </a:r>
            <a:r>
              <a:rPr lang="en-IN" sz="1800" dirty="0">
                <a:effectLst/>
                <a:latin typeface="Calibri" panose="020F0502020204030204" pitchFamily="34" charset="0"/>
                <a:ea typeface="Calibri" panose="020F0502020204030204" pitchFamily="34" charset="0"/>
                <a:cs typeface="Times New Roman" panose="02020603050405020304" pitchFamily="18" charset="0"/>
              </a:rPr>
              <a:t> </a:t>
            </a:r>
            <a:r>
              <a:rPr lang="en-IN" sz="1800" dirty="0" err="1">
                <a:effectLst/>
                <a:latin typeface="Nirmala UI" panose="020B0502040204020203" pitchFamily="34" charset="0"/>
                <a:ea typeface="Calibri" panose="020F0502020204030204" pitchFamily="34" charset="0"/>
                <a:cs typeface="Times New Roman" panose="02020603050405020304" pitchFamily="18" charset="0"/>
              </a:rPr>
              <a:t>किडिंगचे</a:t>
            </a:r>
            <a:r>
              <a:rPr lang="en-IN" sz="1800" dirty="0">
                <a:effectLst/>
                <a:latin typeface="Calibri" panose="020F0502020204030204" pitchFamily="34" charset="0"/>
                <a:ea typeface="Calibri" panose="020F0502020204030204" pitchFamily="34" charset="0"/>
                <a:cs typeface="Times New Roman" panose="02020603050405020304" pitchFamily="18" charset="0"/>
              </a:rPr>
              <a:t> </a:t>
            </a:r>
            <a:r>
              <a:rPr lang="en-IN" sz="1800" dirty="0" err="1">
                <a:effectLst/>
                <a:latin typeface="Nirmala UI" panose="020B0502040204020203" pitchFamily="34" charset="0"/>
                <a:ea typeface="Calibri" panose="020F0502020204030204" pitchFamily="34" charset="0"/>
                <a:cs typeface="Times New Roman" panose="02020603050405020304" pitchFamily="18" charset="0"/>
              </a:rPr>
              <a:t>वय</a:t>
            </a:r>
            <a:r>
              <a:rPr lang="en-IN" sz="1800" dirty="0">
                <a:effectLst/>
                <a:latin typeface="Calibri" panose="020F0502020204030204" pitchFamily="34" charset="0"/>
                <a:ea typeface="Calibri" panose="020F0502020204030204" pitchFamily="34" charset="0"/>
                <a:cs typeface="Times New Roman" panose="02020603050405020304" pitchFamily="18" charset="0"/>
              </a:rPr>
              <a:t> 10 </a:t>
            </a:r>
            <a:r>
              <a:rPr lang="en-IN" sz="1800" dirty="0">
                <a:effectLst/>
                <a:latin typeface="Nirmala UI" panose="020B0502040204020203" pitchFamily="34" charset="0"/>
                <a:ea typeface="Calibri" panose="020F0502020204030204" pitchFamily="34" charset="0"/>
                <a:cs typeface="Times New Roman" panose="02020603050405020304" pitchFamily="18" charset="0"/>
              </a:rPr>
              <a:t>ते</a:t>
            </a:r>
            <a:r>
              <a:rPr lang="en-IN" sz="1800" dirty="0">
                <a:effectLst/>
                <a:latin typeface="Calibri" panose="020F0502020204030204" pitchFamily="34" charset="0"/>
                <a:ea typeface="Calibri" panose="020F0502020204030204" pitchFamily="34" charset="0"/>
                <a:cs typeface="Times New Roman" panose="02020603050405020304" pitchFamily="18" charset="0"/>
              </a:rPr>
              <a:t> 11 </a:t>
            </a:r>
            <a:r>
              <a:rPr lang="en-IN" sz="1800" dirty="0" err="1">
                <a:effectLst/>
                <a:latin typeface="Nirmala UI" panose="020B0502040204020203" pitchFamily="34" charset="0"/>
                <a:ea typeface="Calibri" panose="020F0502020204030204" pitchFamily="34" charset="0"/>
                <a:cs typeface="Times New Roman" panose="02020603050405020304" pitchFamily="18" charset="0"/>
              </a:rPr>
              <a:t>महिने</a:t>
            </a:r>
            <a:r>
              <a:rPr lang="en-IN" sz="1800" dirty="0">
                <a:effectLst/>
                <a:latin typeface="Calibri" panose="020F0502020204030204" pitchFamily="34" charset="0"/>
                <a:ea typeface="Calibri" panose="020F0502020204030204" pitchFamily="34" charset="0"/>
                <a:cs typeface="Times New Roman" panose="02020603050405020304" pitchFamily="18" charset="0"/>
              </a:rPr>
              <a:t> </a:t>
            </a:r>
            <a:r>
              <a:rPr lang="en-IN" sz="1800" dirty="0" err="1">
                <a:effectLst/>
                <a:latin typeface="Nirmala UI" panose="020B0502040204020203" pitchFamily="34" charset="0"/>
                <a:ea typeface="Calibri" panose="020F0502020204030204" pitchFamily="34" charset="0"/>
                <a:cs typeface="Times New Roman" panose="02020603050405020304" pitchFamily="18" charset="0"/>
              </a:rPr>
              <a:t>आहे</a:t>
            </a:r>
            <a:r>
              <a:rPr lang="en-IN" sz="1800" dirty="0">
                <a:effectLst/>
                <a:latin typeface="Calibri" panose="020F0502020204030204" pitchFamily="34" charset="0"/>
                <a:ea typeface="Calibri" panose="020F0502020204030204" pitchFamily="34" charset="0"/>
                <a:cs typeface="Times New Roman" panose="02020603050405020304" pitchFamily="18" charset="0"/>
              </a:rPr>
              <a:t>.</a:t>
            </a:r>
          </a:p>
          <a:p>
            <a:endParaRPr lang="en-IN" dirty="0"/>
          </a:p>
        </p:txBody>
      </p:sp>
    </p:spTree>
    <p:extLst>
      <p:ext uri="{BB962C8B-B14F-4D97-AF65-F5344CB8AC3E}">
        <p14:creationId xmlns:p14="http://schemas.microsoft.com/office/powerpoint/2010/main" val="3927389829"/>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50C8324-E074-49E7-8344-EC0C5C07DFB7}"/>
              </a:ext>
            </a:extLst>
          </p:cNvPr>
          <p:cNvSpPr>
            <a:spLocks noGrp="1"/>
          </p:cNvSpPr>
          <p:nvPr>
            <p:ph type="title"/>
          </p:nvPr>
        </p:nvSpPr>
        <p:spPr>
          <a:xfrm>
            <a:off x="839788" y="457200"/>
            <a:ext cx="3932237" cy="530225"/>
          </a:xfrm>
        </p:spPr>
        <p:txBody>
          <a:bodyPr>
            <a:normAutofit/>
          </a:bodyPr>
          <a:lstStyle/>
          <a:p>
            <a:pPr algn="ctr">
              <a:lnSpc>
                <a:spcPct val="107000"/>
              </a:lnSpc>
              <a:spcAft>
                <a:spcPts val="800"/>
              </a:spcAft>
            </a:pPr>
            <a:r>
              <a:rPr lang="en-IN" sz="2400" dirty="0" err="1">
                <a:solidFill>
                  <a:srgbClr val="FF0000"/>
                </a:solidFill>
                <a:effectLst/>
                <a:latin typeface="Nirmala UI" panose="020B0502040204020203" pitchFamily="34" charset="0"/>
                <a:ea typeface="Calibri" panose="020F0502020204030204" pitchFamily="34" charset="0"/>
                <a:cs typeface="Times New Roman" panose="02020603050405020304" pitchFamily="18" charset="0"/>
              </a:rPr>
              <a:t>विदेशी</a:t>
            </a:r>
            <a:r>
              <a:rPr lang="en-IN" sz="2400" dirty="0">
                <a:solidFill>
                  <a:srgbClr val="FF0000"/>
                </a:solidFill>
                <a:effectLst/>
                <a:latin typeface="Calibri" panose="020F0502020204030204" pitchFamily="34" charset="0"/>
                <a:ea typeface="Calibri" panose="020F0502020204030204" pitchFamily="34" charset="0"/>
                <a:cs typeface="Times New Roman" panose="02020603050405020304" pitchFamily="18" charset="0"/>
              </a:rPr>
              <a:t> </a:t>
            </a:r>
            <a:r>
              <a:rPr lang="en-IN" sz="2400" dirty="0" err="1">
                <a:solidFill>
                  <a:srgbClr val="FF0000"/>
                </a:solidFill>
                <a:effectLst/>
                <a:latin typeface="Nirmala UI" panose="020B0502040204020203" pitchFamily="34" charset="0"/>
                <a:ea typeface="Calibri" panose="020F0502020204030204" pitchFamily="34" charset="0"/>
                <a:cs typeface="Times New Roman" panose="02020603050405020304" pitchFamily="18" charset="0"/>
              </a:rPr>
              <a:t>शेळीच्या</a:t>
            </a:r>
            <a:r>
              <a:rPr lang="en-IN" sz="2400" dirty="0">
                <a:solidFill>
                  <a:srgbClr val="FF0000"/>
                </a:solidFill>
                <a:effectLst/>
                <a:latin typeface="Calibri" panose="020F0502020204030204" pitchFamily="34" charset="0"/>
                <a:ea typeface="Calibri" panose="020F0502020204030204" pitchFamily="34" charset="0"/>
                <a:cs typeface="Times New Roman" panose="02020603050405020304" pitchFamily="18" charset="0"/>
              </a:rPr>
              <a:t> </a:t>
            </a:r>
            <a:r>
              <a:rPr lang="en-IN" sz="2400" dirty="0" err="1">
                <a:solidFill>
                  <a:srgbClr val="FF0000"/>
                </a:solidFill>
                <a:effectLst/>
                <a:latin typeface="Nirmala UI" panose="020B0502040204020203" pitchFamily="34" charset="0"/>
                <a:ea typeface="Calibri" panose="020F0502020204030204" pitchFamily="34" charset="0"/>
                <a:cs typeface="Times New Roman" panose="02020603050405020304" pitchFamily="18" charset="0"/>
              </a:rPr>
              <a:t>जाती</a:t>
            </a:r>
            <a:r>
              <a:rPr lang="en-IN" sz="2400" dirty="0">
                <a:solidFill>
                  <a:srgbClr val="FF0000"/>
                </a:solidFill>
                <a:effectLst/>
                <a:latin typeface="Nirmala UI" panose="020B0502040204020203" pitchFamily="34" charset="0"/>
                <a:ea typeface="Calibri" panose="020F0502020204030204" pitchFamily="34" charset="0"/>
                <a:cs typeface="Times New Roman" panose="02020603050405020304" pitchFamily="18" charset="0"/>
              </a:rPr>
              <a:t> - </a:t>
            </a:r>
            <a:r>
              <a:rPr lang="en-IN" sz="2400" dirty="0" err="1">
                <a:solidFill>
                  <a:srgbClr val="FF0000"/>
                </a:solidFill>
                <a:effectLst/>
                <a:latin typeface="Nirmala UI" panose="020B0502040204020203" pitchFamily="34" charset="0"/>
                <a:ea typeface="Calibri" panose="020F0502020204030204" pitchFamily="34" charset="0"/>
                <a:cs typeface="Times New Roman" panose="02020603050405020304" pitchFamily="18" charset="0"/>
              </a:rPr>
              <a:t>बोअर</a:t>
            </a:r>
            <a:endParaRPr lang="en-IN" dirty="0">
              <a:solidFill>
                <a:srgbClr val="FF0000"/>
              </a:solidFill>
            </a:endParaRPr>
          </a:p>
        </p:txBody>
      </p:sp>
      <p:pic>
        <p:nvPicPr>
          <p:cNvPr id="8" name="Content Placeholder 7">
            <a:extLst>
              <a:ext uri="{FF2B5EF4-FFF2-40B4-BE49-F238E27FC236}">
                <a16:creationId xmlns:a16="http://schemas.microsoft.com/office/drawing/2014/main" id="{5B3ED969-8814-47EE-AC2C-4D002253A758}"/>
              </a:ext>
            </a:extLst>
          </p:cNvPr>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5183188" y="1688306"/>
            <a:ext cx="6172200" cy="3471862"/>
          </a:xfrm>
        </p:spPr>
      </p:pic>
      <p:sp>
        <p:nvSpPr>
          <p:cNvPr id="4" name="Text Placeholder 3">
            <a:extLst>
              <a:ext uri="{FF2B5EF4-FFF2-40B4-BE49-F238E27FC236}">
                <a16:creationId xmlns:a16="http://schemas.microsoft.com/office/drawing/2014/main" id="{542FF7DD-8BC1-4BAB-BC38-8FF8CEAA1D01}"/>
              </a:ext>
            </a:extLst>
          </p:cNvPr>
          <p:cNvSpPr>
            <a:spLocks noGrp="1"/>
          </p:cNvSpPr>
          <p:nvPr>
            <p:ph type="body" sz="half" idx="2"/>
          </p:nvPr>
        </p:nvSpPr>
        <p:spPr>
          <a:xfrm>
            <a:off x="839788" y="987425"/>
            <a:ext cx="3932237" cy="4881563"/>
          </a:xfrm>
        </p:spPr>
        <p:txBody>
          <a:bodyPr/>
          <a:lstStyle/>
          <a:p>
            <a:pPr marL="285750" indent="-285750">
              <a:lnSpc>
                <a:spcPct val="107000"/>
              </a:lnSpc>
              <a:spcAft>
                <a:spcPts val="800"/>
              </a:spcAft>
              <a:buFont typeface="Arial" panose="020B0604020202020204" pitchFamily="34" charset="0"/>
              <a:buChar char="•"/>
            </a:pPr>
            <a:r>
              <a:rPr lang="en-IN" sz="1800" dirty="0" err="1">
                <a:effectLst/>
                <a:latin typeface="Nirmala UI" panose="020B0502040204020203" pitchFamily="34" charset="0"/>
                <a:ea typeface="Calibri" panose="020F0502020204030204" pitchFamily="34" charset="0"/>
                <a:cs typeface="Times New Roman" panose="02020603050405020304" pitchFamily="18" charset="0"/>
              </a:rPr>
              <a:t>बोअर</a:t>
            </a:r>
            <a:r>
              <a:rPr lang="en-IN" sz="1800" dirty="0">
                <a:effectLst/>
                <a:latin typeface="Calibri" panose="020F0502020204030204" pitchFamily="34" charset="0"/>
                <a:ea typeface="Calibri" panose="020F0502020204030204" pitchFamily="34" charset="0"/>
                <a:cs typeface="Times New Roman" panose="02020603050405020304" pitchFamily="18" charset="0"/>
              </a:rPr>
              <a:t> </a:t>
            </a:r>
            <a:r>
              <a:rPr lang="en-IN" sz="1800" dirty="0" err="1">
                <a:effectLst/>
                <a:latin typeface="Nirmala UI" panose="020B0502040204020203" pitchFamily="34" charset="0"/>
                <a:ea typeface="Calibri" panose="020F0502020204030204" pitchFamily="34" charset="0"/>
                <a:cs typeface="Times New Roman" panose="02020603050405020304" pitchFamily="18" charset="0"/>
              </a:rPr>
              <a:t>शेळीची</a:t>
            </a:r>
            <a:r>
              <a:rPr lang="en-IN" sz="1800" dirty="0">
                <a:effectLst/>
                <a:latin typeface="Calibri" panose="020F0502020204030204" pitchFamily="34" charset="0"/>
                <a:ea typeface="Calibri" panose="020F0502020204030204" pitchFamily="34" charset="0"/>
                <a:cs typeface="Times New Roman" panose="02020603050405020304" pitchFamily="18" charset="0"/>
              </a:rPr>
              <a:t> </a:t>
            </a:r>
            <a:r>
              <a:rPr lang="en-IN" sz="1800" dirty="0" err="1">
                <a:effectLst/>
                <a:latin typeface="Nirmala UI" panose="020B0502040204020203" pitchFamily="34" charset="0"/>
                <a:ea typeface="Calibri" panose="020F0502020204030204" pitchFamily="34" charset="0"/>
                <a:cs typeface="Times New Roman" panose="02020603050405020304" pitchFamily="18" charset="0"/>
              </a:rPr>
              <a:t>जात</a:t>
            </a:r>
            <a:r>
              <a:rPr lang="en-IN" sz="1800" dirty="0">
                <a:effectLst/>
                <a:latin typeface="Calibri" panose="020F0502020204030204" pitchFamily="34" charset="0"/>
                <a:ea typeface="Calibri" panose="020F0502020204030204" pitchFamily="34" charset="0"/>
                <a:cs typeface="Times New Roman" panose="02020603050405020304" pitchFamily="18" charset="0"/>
              </a:rPr>
              <a:t> </a:t>
            </a:r>
            <a:r>
              <a:rPr lang="en-IN" sz="1800" dirty="0">
                <a:effectLst/>
                <a:latin typeface="Nirmala UI" panose="020B0502040204020203" pitchFamily="34" charset="0"/>
                <a:ea typeface="Calibri" panose="020F0502020204030204" pitchFamily="34" charset="0"/>
                <a:cs typeface="Times New Roman" panose="02020603050405020304" pitchFamily="18" charset="0"/>
              </a:rPr>
              <a:t>ही</a:t>
            </a:r>
            <a:r>
              <a:rPr lang="en-IN" sz="1800" dirty="0">
                <a:effectLst/>
                <a:latin typeface="Calibri" panose="020F0502020204030204" pitchFamily="34" charset="0"/>
                <a:ea typeface="Calibri" panose="020F0502020204030204" pitchFamily="34" charset="0"/>
                <a:cs typeface="Times New Roman" panose="02020603050405020304" pitchFamily="18" charset="0"/>
              </a:rPr>
              <a:t> </a:t>
            </a:r>
            <a:r>
              <a:rPr lang="en-IN" sz="1800" dirty="0" err="1">
                <a:effectLst/>
                <a:latin typeface="Nirmala UI" panose="020B0502040204020203" pitchFamily="34" charset="0"/>
                <a:ea typeface="Calibri" panose="020F0502020204030204" pitchFamily="34" charset="0"/>
                <a:cs typeface="Times New Roman" panose="02020603050405020304" pitchFamily="18" charset="0"/>
              </a:rPr>
              <a:t>सर्वोत्तम</a:t>
            </a:r>
            <a:r>
              <a:rPr lang="en-IN" sz="1800" dirty="0">
                <a:effectLst/>
                <a:latin typeface="Calibri" panose="020F0502020204030204" pitchFamily="34" charset="0"/>
                <a:ea typeface="Calibri" panose="020F0502020204030204" pitchFamily="34" charset="0"/>
                <a:cs typeface="Times New Roman" panose="02020603050405020304" pitchFamily="18" charset="0"/>
              </a:rPr>
              <a:t> </a:t>
            </a:r>
            <a:r>
              <a:rPr lang="en-IN" sz="1800" dirty="0" err="1">
                <a:effectLst/>
                <a:latin typeface="Nirmala UI" panose="020B0502040204020203" pitchFamily="34" charset="0"/>
                <a:ea typeface="Calibri" panose="020F0502020204030204" pitchFamily="34" charset="0"/>
                <a:cs typeface="Times New Roman" panose="02020603050405020304" pitchFamily="18" charset="0"/>
              </a:rPr>
              <a:t>दूध</a:t>
            </a:r>
            <a:r>
              <a:rPr lang="en-IN" sz="1800" dirty="0">
                <a:effectLst/>
                <a:latin typeface="Calibri" panose="020F0502020204030204" pitchFamily="34" charset="0"/>
                <a:ea typeface="Calibri" panose="020F0502020204030204" pitchFamily="34" charset="0"/>
                <a:cs typeface="Times New Roman" panose="02020603050405020304" pitchFamily="18" charset="0"/>
              </a:rPr>
              <a:t> </a:t>
            </a:r>
            <a:r>
              <a:rPr lang="en-IN" sz="1800" dirty="0">
                <a:effectLst/>
                <a:latin typeface="Nirmala UI" panose="020B0502040204020203" pitchFamily="34" charset="0"/>
                <a:ea typeface="Calibri" panose="020F0502020204030204" pitchFamily="34" charset="0"/>
                <a:cs typeface="Times New Roman" panose="02020603050405020304" pitchFamily="18" charset="0"/>
              </a:rPr>
              <a:t>उत्पादक</a:t>
            </a:r>
            <a:r>
              <a:rPr lang="en-IN" sz="1800" dirty="0">
                <a:effectLst/>
                <a:latin typeface="Calibri" panose="020F0502020204030204" pitchFamily="34" charset="0"/>
                <a:ea typeface="Calibri" panose="020F0502020204030204" pitchFamily="34" charset="0"/>
                <a:cs typeface="Times New Roman" panose="02020603050405020304" pitchFamily="18" charset="0"/>
              </a:rPr>
              <a:t> </a:t>
            </a:r>
            <a:r>
              <a:rPr lang="en-IN" sz="1800" dirty="0" err="1">
                <a:effectLst/>
                <a:latin typeface="Nirmala UI" panose="020B0502040204020203" pitchFamily="34" charset="0"/>
                <a:ea typeface="Calibri" panose="020F0502020204030204" pitchFamily="34" charset="0"/>
                <a:cs typeface="Times New Roman" panose="02020603050405020304" pitchFamily="18" charset="0"/>
              </a:rPr>
              <a:t>जात</a:t>
            </a:r>
            <a:r>
              <a:rPr lang="en-IN" sz="1800" dirty="0">
                <a:effectLst/>
                <a:latin typeface="Calibri" panose="020F0502020204030204" pitchFamily="34" charset="0"/>
                <a:ea typeface="Calibri" panose="020F0502020204030204" pitchFamily="34" charset="0"/>
                <a:cs typeface="Times New Roman" panose="02020603050405020304" pitchFamily="18" charset="0"/>
              </a:rPr>
              <a:t> </a:t>
            </a:r>
            <a:r>
              <a:rPr lang="en-IN" sz="1800" dirty="0">
                <a:effectLst/>
                <a:latin typeface="Nirmala UI" panose="020B0502040204020203" pitchFamily="34" charset="0"/>
                <a:ea typeface="Calibri" panose="020F0502020204030204" pitchFamily="34" charset="0"/>
                <a:cs typeface="Times New Roman" panose="02020603050405020304" pitchFamily="18" charset="0"/>
              </a:rPr>
              <a:t>असून</a:t>
            </a:r>
            <a:r>
              <a:rPr lang="en-IN" sz="1800" dirty="0">
                <a:effectLst/>
                <a:latin typeface="Calibri" panose="020F0502020204030204" pitchFamily="34" charset="0"/>
                <a:ea typeface="Calibri" panose="020F0502020204030204" pitchFamily="34" charset="0"/>
                <a:cs typeface="Times New Roman" panose="02020603050405020304" pitchFamily="18" charset="0"/>
              </a:rPr>
              <a:t> </a:t>
            </a:r>
            <a:r>
              <a:rPr lang="en-IN" sz="1800" dirty="0" err="1">
                <a:effectLst/>
                <a:latin typeface="Nirmala UI" panose="020B0502040204020203" pitchFamily="34" charset="0"/>
                <a:ea typeface="Calibri" panose="020F0502020204030204" pitchFamily="34" charset="0"/>
                <a:cs typeface="Times New Roman" panose="02020603050405020304" pitchFamily="18" charset="0"/>
              </a:rPr>
              <a:t>ती</a:t>
            </a:r>
            <a:r>
              <a:rPr lang="en-IN" sz="1800" dirty="0">
                <a:effectLst/>
                <a:latin typeface="Calibri" panose="020F0502020204030204" pitchFamily="34" charset="0"/>
                <a:ea typeface="Calibri" panose="020F0502020204030204" pitchFamily="34" charset="0"/>
                <a:cs typeface="Times New Roman" panose="02020603050405020304" pitchFamily="18" charset="0"/>
              </a:rPr>
              <a:t> </a:t>
            </a:r>
            <a:r>
              <a:rPr lang="en-IN" sz="1800" dirty="0" err="1">
                <a:effectLst/>
                <a:latin typeface="Nirmala UI" panose="020B0502040204020203" pitchFamily="34" charset="0"/>
                <a:ea typeface="Calibri" panose="020F0502020204030204" pitchFamily="34" charset="0"/>
                <a:cs typeface="Times New Roman" panose="02020603050405020304" pitchFamily="18" charset="0"/>
              </a:rPr>
              <a:t>मूळची</a:t>
            </a:r>
            <a:r>
              <a:rPr lang="en-IN" sz="1800" dirty="0">
                <a:effectLst/>
                <a:latin typeface="Calibri" panose="020F0502020204030204" pitchFamily="34" charset="0"/>
                <a:ea typeface="Calibri" panose="020F0502020204030204" pitchFamily="34" charset="0"/>
                <a:cs typeface="Times New Roman" panose="02020603050405020304" pitchFamily="18" charset="0"/>
              </a:rPr>
              <a:t> </a:t>
            </a:r>
            <a:r>
              <a:rPr lang="en-IN" sz="1800" dirty="0" err="1">
                <a:effectLst/>
                <a:latin typeface="Nirmala UI" panose="020B0502040204020203" pitchFamily="34" charset="0"/>
                <a:ea typeface="Calibri" panose="020F0502020204030204" pitchFamily="34" charset="0"/>
                <a:cs typeface="Times New Roman" panose="02020603050405020304" pitchFamily="18" charset="0"/>
              </a:rPr>
              <a:t>दक्षिण</a:t>
            </a:r>
            <a:r>
              <a:rPr lang="en-IN" sz="1800" dirty="0">
                <a:effectLst/>
                <a:latin typeface="Calibri" panose="020F0502020204030204" pitchFamily="34" charset="0"/>
                <a:ea typeface="Calibri" panose="020F0502020204030204" pitchFamily="34" charset="0"/>
                <a:cs typeface="Times New Roman" panose="02020603050405020304" pitchFamily="18" charset="0"/>
              </a:rPr>
              <a:t> </a:t>
            </a:r>
            <a:r>
              <a:rPr lang="en-IN" sz="1800" dirty="0" err="1">
                <a:effectLst/>
                <a:latin typeface="Nirmala UI" panose="020B0502040204020203" pitchFamily="34" charset="0"/>
                <a:ea typeface="Calibri" panose="020F0502020204030204" pitchFamily="34" charset="0"/>
                <a:cs typeface="Times New Roman" panose="02020603050405020304" pitchFamily="18" charset="0"/>
              </a:rPr>
              <a:t>आफ्रिकेतील</a:t>
            </a:r>
            <a:r>
              <a:rPr lang="en-IN" sz="1800" dirty="0">
                <a:effectLst/>
                <a:latin typeface="Calibri" panose="020F0502020204030204" pitchFamily="34" charset="0"/>
                <a:ea typeface="Calibri" panose="020F0502020204030204" pitchFamily="34" charset="0"/>
                <a:cs typeface="Times New Roman" panose="02020603050405020304" pitchFamily="18" charset="0"/>
              </a:rPr>
              <a:t> </a:t>
            </a:r>
            <a:r>
              <a:rPr lang="en-IN" sz="1800" dirty="0" err="1">
                <a:effectLst/>
                <a:latin typeface="Nirmala UI" panose="020B0502040204020203" pitchFamily="34" charset="0"/>
                <a:ea typeface="Calibri" panose="020F0502020204030204" pitchFamily="34" charset="0"/>
                <a:cs typeface="Times New Roman" panose="02020603050405020304" pitchFamily="18" charset="0"/>
              </a:rPr>
              <a:t>आहे</a:t>
            </a:r>
            <a:r>
              <a:rPr lang="en-IN" sz="1800" dirty="0">
                <a:effectLst/>
                <a:latin typeface="Calibri" panose="020F0502020204030204" pitchFamily="34" charset="0"/>
                <a:ea typeface="Calibri" panose="020F0502020204030204" pitchFamily="34" charset="0"/>
                <a:cs typeface="Times New Roman" panose="02020603050405020304" pitchFamily="18" charset="0"/>
              </a:rPr>
              <a:t>. </a:t>
            </a:r>
            <a:r>
              <a:rPr lang="en-IN" sz="1800" dirty="0" err="1">
                <a:effectLst/>
                <a:latin typeface="Nirmala UI" panose="020B0502040204020203" pitchFamily="34" charset="0"/>
                <a:ea typeface="Calibri" panose="020F0502020204030204" pitchFamily="34" charset="0"/>
                <a:cs typeface="Times New Roman" panose="02020603050405020304" pitchFamily="18" charset="0"/>
              </a:rPr>
              <a:t>कान</a:t>
            </a:r>
            <a:r>
              <a:rPr lang="en-IN" sz="1800" dirty="0">
                <a:effectLst/>
                <a:latin typeface="Calibri" panose="020F0502020204030204" pitchFamily="34" charset="0"/>
                <a:ea typeface="Calibri" panose="020F0502020204030204" pitchFamily="34" charset="0"/>
                <a:cs typeface="Times New Roman" panose="02020603050405020304" pitchFamily="18" charset="0"/>
              </a:rPr>
              <a:t> </a:t>
            </a:r>
            <a:r>
              <a:rPr lang="en-IN" sz="1800" dirty="0" err="1">
                <a:effectLst/>
                <a:latin typeface="Nirmala UI" panose="020B0502040204020203" pitchFamily="34" charset="0"/>
                <a:ea typeface="Calibri" panose="020F0502020204030204" pitchFamily="34" charset="0"/>
                <a:cs typeface="Times New Roman" panose="02020603050405020304" pitchFamily="18" charset="0"/>
              </a:rPr>
              <a:t>लांब</a:t>
            </a:r>
            <a:r>
              <a:rPr lang="en-IN" sz="1800" dirty="0">
                <a:effectLst/>
                <a:latin typeface="Calibri" panose="020F0502020204030204" pitchFamily="34" charset="0"/>
                <a:ea typeface="Calibri" panose="020F0502020204030204" pitchFamily="34" charset="0"/>
                <a:cs typeface="Times New Roman" panose="02020603050405020304" pitchFamily="18" charset="0"/>
              </a:rPr>
              <a:t> </a:t>
            </a:r>
            <a:r>
              <a:rPr lang="en-IN" sz="1800" dirty="0">
                <a:effectLst/>
                <a:latin typeface="Nirmala UI" panose="020B0502040204020203" pitchFamily="34" charset="0"/>
                <a:ea typeface="Calibri" panose="020F0502020204030204" pitchFamily="34" charset="0"/>
                <a:cs typeface="Times New Roman" panose="02020603050405020304" pitchFamily="18" charset="0"/>
              </a:rPr>
              <a:t>व</a:t>
            </a:r>
            <a:r>
              <a:rPr lang="en-IN" sz="1800" dirty="0">
                <a:effectLst/>
                <a:latin typeface="Calibri" panose="020F0502020204030204" pitchFamily="34" charset="0"/>
                <a:ea typeface="Calibri" panose="020F0502020204030204" pitchFamily="34" charset="0"/>
                <a:cs typeface="Times New Roman" panose="02020603050405020304" pitchFamily="18" charset="0"/>
              </a:rPr>
              <a:t> </a:t>
            </a:r>
            <a:r>
              <a:rPr lang="en-IN" sz="1800" dirty="0" err="1">
                <a:effectLst/>
                <a:latin typeface="Nirmala UI" panose="020B0502040204020203" pitchFamily="34" charset="0"/>
                <a:ea typeface="Calibri" panose="020F0502020204030204" pitchFamily="34" charset="0"/>
                <a:cs typeface="Times New Roman" panose="02020603050405020304" pitchFamily="18" charset="0"/>
              </a:rPr>
              <a:t>लोंबकळलेले</a:t>
            </a:r>
            <a:r>
              <a:rPr lang="en-IN" sz="1800" dirty="0">
                <a:effectLst/>
                <a:latin typeface="Calibri" panose="020F0502020204030204" pitchFamily="34" charset="0"/>
                <a:ea typeface="Calibri" panose="020F0502020204030204" pitchFamily="34" charset="0"/>
                <a:cs typeface="Times New Roman" panose="02020603050405020304" pitchFamily="18" charset="0"/>
              </a:rPr>
              <a:t> </a:t>
            </a:r>
            <a:r>
              <a:rPr lang="en-IN" sz="1800" dirty="0">
                <a:effectLst/>
                <a:latin typeface="Nirmala UI" panose="020B0502040204020203" pitchFamily="34" charset="0"/>
                <a:ea typeface="Calibri" panose="020F0502020204030204" pitchFamily="34" charset="0"/>
                <a:cs typeface="Times New Roman" panose="02020603050405020304" pitchFamily="18" charset="0"/>
              </a:rPr>
              <a:t>असतात</a:t>
            </a:r>
            <a:r>
              <a:rPr lang="en-IN" sz="1800" dirty="0">
                <a:effectLst/>
                <a:latin typeface="Calibri" panose="020F0502020204030204" pitchFamily="34" charset="0"/>
                <a:ea typeface="Calibri" panose="020F0502020204030204" pitchFamily="34" charset="0"/>
                <a:cs typeface="Times New Roman" panose="02020603050405020304" pitchFamily="18" charset="0"/>
              </a:rPr>
              <a:t>. </a:t>
            </a:r>
            <a:r>
              <a:rPr lang="en-IN" sz="1800" dirty="0">
                <a:effectLst/>
                <a:latin typeface="Nirmala UI" panose="020B0502040204020203" pitchFamily="34" charset="0"/>
                <a:ea typeface="Calibri" panose="020F0502020204030204" pitchFamily="34" charset="0"/>
                <a:cs typeface="Times New Roman" panose="02020603050405020304" pitchFamily="18" charset="0"/>
              </a:rPr>
              <a:t>त्यांचे</a:t>
            </a:r>
            <a:r>
              <a:rPr lang="en-IN" sz="1800" dirty="0">
                <a:effectLst/>
                <a:latin typeface="Calibri" panose="020F0502020204030204" pitchFamily="34" charset="0"/>
                <a:ea typeface="Calibri" panose="020F0502020204030204" pitchFamily="34" charset="0"/>
                <a:cs typeface="Times New Roman" panose="02020603050405020304" pitchFamily="18" charset="0"/>
              </a:rPr>
              <a:t> </a:t>
            </a:r>
            <a:r>
              <a:rPr lang="en-IN" sz="1800" dirty="0" err="1">
                <a:effectLst/>
                <a:latin typeface="Nirmala UI" panose="020B0502040204020203" pitchFamily="34" charset="0"/>
                <a:ea typeface="Calibri" panose="020F0502020204030204" pitchFamily="34" charset="0"/>
                <a:cs typeface="Times New Roman" panose="02020603050405020304" pitchFamily="18" charset="0"/>
              </a:rPr>
              <a:t>सर्वात</a:t>
            </a:r>
            <a:r>
              <a:rPr lang="en-IN" sz="1800" dirty="0">
                <a:effectLst/>
                <a:latin typeface="Calibri" panose="020F0502020204030204" pitchFamily="34" charset="0"/>
                <a:ea typeface="Calibri" panose="020F0502020204030204" pitchFamily="34" charset="0"/>
                <a:cs typeface="Times New Roman" panose="02020603050405020304" pitchFamily="18" charset="0"/>
              </a:rPr>
              <a:t> </a:t>
            </a:r>
            <a:r>
              <a:rPr lang="en-IN" sz="1800" dirty="0" err="1">
                <a:effectLst/>
                <a:latin typeface="Nirmala UI" panose="020B0502040204020203" pitchFamily="34" charset="0"/>
                <a:ea typeface="Calibri" panose="020F0502020204030204" pitchFamily="34" charset="0"/>
                <a:cs typeface="Times New Roman" panose="02020603050405020304" pitchFamily="18" charset="0"/>
              </a:rPr>
              <a:t>आवडते</a:t>
            </a:r>
            <a:r>
              <a:rPr lang="en-IN" sz="1800" dirty="0">
                <a:effectLst/>
                <a:latin typeface="Calibri" panose="020F0502020204030204" pitchFamily="34" charset="0"/>
                <a:ea typeface="Calibri" panose="020F0502020204030204" pitchFamily="34" charset="0"/>
                <a:cs typeface="Times New Roman" panose="02020603050405020304" pitchFamily="18" charset="0"/>
              </a:rPr>
              <a:t> </a:t>
            </a:r>
            <a:r>
              <a:rPr lang="en-IN" sz="1800" dirty="0" err="1">
                <a:effectLst/>
                <a:latin typeface="Nirmala UI" panose="020B0502040204020203" pitchFamily="34" charset="0"/>
                <a:ea typeface="Calibri" panose="020F0502020204030204" pitchFamily="34" charset="0"/>
                <a:cs typeface="Times New Roman" panose="02020603050405020304" pitchFamily="18" charset="0"/>
              </a:rPr>
              <a:t>वैशिष्ट्य</a:t>
            </a:r>
            <a:r>
              <a:rPr lang="en-IN" sz="1800" dirty="0">
                <a:effectLst/>
                <a:latin typeface="Calibri" panose="020F0502020204030204" pitchFamily="34" charset="0"/>
                <a:ea typeface="Calibri" panose="020F0502020204030204" pitchFamily="34" charset="0"/>
                <a:cs typeface="Times New Roman" panose="02020603050405020304" pitchFamily="18" charset="0"/>
              </a:rPr>
              <a:t> </a:t>
            </a:r>
            <a:r>
              <a:rPr lang="en-IN" sz="1800" dirty="0" err="1">
                <a:effectLst/>
                <a:latin typeface="Nirmala UI" panose="020B0502040204020203" pitchFamily="34" charset="0"/>
                <a:ea typeface="Calibri" panose="020F0502020204030204" pitchFamily="34" charset="0"/>
                <a:cs typeface="Times New Roman" panose="02020603050405020304" pitchFamily="18" charset="0"/>
              </a:rPr>
              <a:t>म्हणजे</a:t>
            </a:r>
            <a:r>
              <a:rPr lang="en-IN" sz="1800" dirty="0">
                <a:effectLst/>
                <a:latin typeface="Calibri" panose="020F0502020204030204" pitchFamily="34" charset="0"/>
                <a:ea typeface="Calibri" panose="020F0502020204030204" pitchFamily="34" charset="0"/>
                <a:cs typeface="Times New Roman" panose="02020603050405020304" pitchFamily="18" charset="0"/>
              </a:rPr>
              <a:t> </a:t>
            </a:r>
            <a:r>
              <a:rPr lang="en-IN" sz="1800" dirty="0" err="1">
                <a:effectLst/>
                <a:latin typeface="Nirmala UI" panose="020B0502040204020203" pitchFamily="34" charset="0"/>
                <a:ea typeface="Calibri" panose="020F0502020204030204" pitchFamily="34" charset="0"/>
                <a:cs typeface="Times New Roman" panose="02020603050405020304" pitchFamily="18" charset="0"/>
              </a:rPr>
              <a:t>उच्च</a:t>
            </a:r>
            <a:r>
              <a:rPr lang="en-IN" sz="1800" dirty="0">
                <a:effectLst/>
                <a:latin typeface="Calibri" panose="020F0502020204030204" pitchFamily="34" charset="0"/>
                <a:ea typeface="Calibri" panose="020F0502020204030204" pitchFamily="34" charset="0"/>
                <a:cs typeface="Times New Roman" panose="02020603050405020304" pitchFamily="18" charset="0"/>
              </a:rPr>
              <a:t> </a:t>
            </a:r>
            <a:r>
              <a:rPr lang="en-IN" sz="1800" dirty="0" err="1">
                <a:effectLst/>
                <a:latin typeface="Nirmala UI" panose="020B0502040204020203" pitchFamily="34" charset="0"/>
                <a:ea typeface="Calibri" panose="020F0502020204030204" pitchFamily="34" charset="0"/>
                <a:cs typeface="Times New Roman" panose="02020603050405020304" pitchFamily="18" charset="0"/>
              </a:rPr>
              <a:t>वाढ</a:t>
            </a:r>
            <a:r>
              <a:rPr lang="en-IN" sz="1800" dirty="0">
                <a:effectLst/>
                <a:latin typeface="Calibri" panose="020F0502020204030204" pitchFamily="34" charset="0"/>
                <a:ea typeface="Calibri" panose="020F0502020204030204" pitchFamily="34" charset="0"/>
                <a:cs typeface="Times New Roman" panose="02020603050405020304" pitchFamily="18" charset="0"/>
              </a:rPr>
              <a:t> </a:t>
            </a:r>
            <a:r>
              <a:rPr lang="en-IN" sz="1800" dirty="0">
                <a:effectLst/>
                <a:latin typeface="Nirmala UI" panose="020B0502040204020203" pitchFamily="34" charset="0"/>
                <a:ea typeface="Calibri" panose="020F0502020204030204" pitchFamily="34" charset="0"/>
                <a:cs typeface="Times New Roman" panose="02020603050405020304" pitchFamily="18" charset="0"/>
              </a:rPr>
              <a:t>दर</a:t>
            </a:r>
            <a:r>
              <a:rPr lang="en-IN" sz="1800" dirty="0">
                <a:effectLst/>
                <a:latin typeface="Calibri" panose="020F0502020204030204" pitchFamily="34" charset="0"/>
                <a:ea typeface="Calibri" panose="020F0502020204030204" pitchFamily="34" charset="0"/>
                <a:cs typeface="Times New Roman" panose="02020603050405020304" pitchFamily="18" charset="0"/>
              </a:rPr>
              <a:t> </a:t>
            </a:r>
            <a:r>
              <a:rPr lang="en-IN" sz="1800" dirty="0" err="1">
                <a:effectLst/>
                <a:latin typeface="Nirmala UI" panose="020B0502040204020203" pitchFamily="34" charset="0"/>
                <a:ea typeface="Calibri" panose="020F0502020204030204" pitchFamily="34" charset="0"/>
                <a:cs typeface="Times New Roman" panose="02020603050405020304" pitchFamily="18" charset="0"/>
              </a:rPr>
              <a:t>जे</a:t>
            </a:r>
            <a:r>
              <a:rPr lang="en-IN" sz="1800" dirty="0">
                <a:effectLst/>
                <a:latin typeface="Calibri" panose="020F0502020204030204" pitchFamily="34" charset="0"/>
                <a:ea typeface="Calibri" panose="020F0502020204030204" pitchFamily="34" charset="0"/>
                <a:cs typeface="Times New Roman" panose="02020603050405020304" pitchFamily="18" charset="0"/>
              </a:rPr>
              <a:t> </a:t>
            </a:r>
            <a:r>
              <a:rPr lang="en-IN" sz="1800" dirty="0">
                <a:effectLst/>
                <a:latin typeface="Nirmala UI" panose="020B0502040204020203" pitchFamily="34" charset="0"/>
                <a:ea typeface="Calibri" panose="020F0502020204030204" pitchFamily="34" charset="0"/>
                <a:cs typeface="Times New Roman" panose="02020603050405020304" pitchFamily="18" charset="0"/>
              </a:rPr>
              <a:t>त्यांना</a:t>
            </a:r>
            <a:r>
              <a:rPr lang="en-IN" sz="1800" dirty="0">
                <a:effectLst/>
                <a:latin typeface="Calibri" panose="020F0502020204030204" pitchFamily="34" charset="0"/>
                <a:ea typeface="Calibri" panose="020F0502020204030204" pitchFamily="34" charset="0"/>
                <a:cs typeface="Times New Roman" panose="02020603050405020304" pitchFamily="18" charset="0"/>
              </a:rPr>
              <a:t> </a:t>
            </a:r>
            <a:r>
              <a:rPr lang="en-IN" sz="1800" dirty="0" err="1">
                <a:effectLst/>
                <a:latin typeface="Nirmala UI" panose="020B0502040204020203" pitchFamily="34" charset="0"/>
                <a:ea typeface="Calibri" panose="020F0502020204030204" pitchFamily="34" charset="0"/>
                <a:cs typeface="Times New Roman" panose="02020603050405020304" pitchFamily="18" charset="0"/>
              </a:rPr>
              <a:t>मांस</a:t>
            </a:r>
            <a:r>
              <a:rPr lang="en-IN" sz="1800" dirty="0">
                <a:effectLst/>
                <a:latin typeface="Calibri" panose="020F0502020204030204" pitchFamily="34" charset="0"/>
                <a:ea typeface="Calibri" panose="020F0502020204030204" pitchFamily="34" charset="0"/>
                <a:cs typeface="Times New Roman" panose="02020603050405020304" pitchFamily="18" charset="0"/>
              </a:rPr>
              <a:t> </a:t>
            </a:r>
            <a:r>
              <a:rPr lang="en-IN" sz="1800" dirty="0" err="1">
                <a:effectLst/>
                <a:latin typeface="Nirmala UI" panose="020B0502040204020203" pitchFamily="34" charset="0"/>
                <a:ea typeface="Calibri" panose="020F0502020204030204" pitchFamily="34" charset="0"/>
                <a:cs typeface="Times New Roman" panose="02020603050405020304" pitchFamily="18" charset="0"/>
              </a:rPr>
              <a:t>उत्पादनासाठी</a:t>
            </a:r>
            <a:r>
              <a:rPr lang="en-IN" sz="1800" dirty="0">
                <a:effectLst/>
                <a:latin typeface="Calibri" panose="020F0502020204030204" pitchFamily="34" charset="0"/>
                <a:ea typeface="Calibri" panose="020F0502020204030204" pitchFamily="34" charset="0"/>
                <a:cs typeface="Times New Roman" panose="02020603050405020304" pitchFamily="18" charset="0"/>
              </a:rPr>
              <a:t> </a:t>
            </a:r>
            <a:r>
              <a:rPr lang="en-IN" sz="1800" dirty="0">
                <a:effectLst/>
                <a:latin typeface="Nirmala UI" panose="020B0502040204020203" pitchFamily="34" charset="0"/>
                <a:ea typeface="Calibri" panose="020F0502020204030204" pitchFamily="34" charset="0"/>
                <a:cs typeface="Times New Roman" panose="02020603050405020304" pitchFamily="18" charset="0"/>
              </a:rPr>
              <a:t>योग्य</a:t>
            </a:r>
            <a:r>
              <a:rPr lang="en-IN" sz="1800" dirty="0">
                <a:effectLst/>
                <a:latin typeface="Calibri" panose="020F0502020204030204" pitchFamily="34" charset="0"/>
                <a:ea typeface="Calibri" panose="020F0502020204030204" pitchFamily="34" charset="0"/>
                <a:cs typeface="Times New Roman" panose="02020603050405020304" pitchFamily="18" charset="0"/>
              </a:rPr>
              <a:t> </a:t>
            </a:r>
            <a:r>
              <a:rPr lang="en-IN" sz="1800" dirty="0" err="1">
                <a:effectLst/>
                <a:latin typeface="Nirmala UI" panose="020B0502040204020203" pitchFamily="34" charset="0"/>
                <a:ea typeface="Calibri" panose="020F0502020204030204" pitchFamily="34" charset="0"/>
                <a:cs typeface="Times New Roman" panose="02020603050405020304" pitchFamily="18" charset="0"/>
              </a:rPr>
              <a:t>बनवते</a:t>
            </a:r>
            <a:r>
              <a:rPr lang="en-IN" sz="1800" dirty="0">
                <a:effectLst/>
                <a:latin typeface="Calibri" panose="020F0502020204030204" pitchFamily="34" charset="0"/>
                <a:ea typeface="Calibri" panose="020F0502020204030204" pitchFamily="34" charset="0"/>
                <a:cs typeface="Times New Roman" panose="02020603050405020304" pitchFamily="18" charset="0"/>
              </a:rPr>
              <a:t>. </a:t>
            </a:r>
          </a:p>
          <a:p>
            <a:pPr marL="285750" indent="-285750">
              <a:lnSpc>
                <a:spcPct val="107000"/>
              </a:lnSpc>
              <a:spcAft>
                <a:spcPts val="800"/>
              </a:spcAft>
              <a:buFont typeface="Arial" panose="020B0604020202020204" pitchFamily="34" charset="0"/>
              <a:buChar char="•"/>
            </a:pPr>
            <a:r>
              <a:rPr lang="en-IN" sz="1800" dirty="0" err="1">
                <a:effectLst/>
                <a:latin typeface="Nirmala UI" panose="020B0502040204020203" pitchFamily="34" charset="0"/>
                <a:ea typeface="Calibri" panose="020F0502020204030204" pitchFamily="34" charset="0"/>
                <a:cs typeface="Times New Roman" panose="02020603050405020304" pitchFamily="18" charset="0"/>
              </a:rPr>
              <a:t>नरांचे</a:t>
            </a:r>
            <a:r>
              <a:rPr lang="en-IN" sz="1800" dirty="0">
                <a:effectLst/>
                <a:latin typeface="Calibri" panose="020F0502020204030204" pitchFamily="34" charset="0"/>
                <a:ea typeface="Calibri" panose="020F0502020204030204" pitchFamily="34" charset="0"/>
                <a:cs typeface="Times New Roman" panose="02020603050405020304" pitchFamily="18" charset="0"/>
              </a:rPr>
              <a:t> </a:t>
            </a:r>
            <a:r>
              <a:rPr lang="en-IN" sz="1800" dirty="0">
                <a:effectLst/>
                <a:latin typeface="Nirmala UI" panose="020B0502040204020203" pitchFamily="34" charset="0"/>
                <a:ea typeface="Calibri" panose="020F0502020204030204" pitchFamily="34" charset="0"/>
                <a:cs typeface="Times New Roman" panose="02020603050405020304" pitchFamily="18" charset="0"/>
              </a:rPr>
              <a:t>वजन</a:t>
            </a:r>
            <a:r>
              <a:rPr lang="en-IN" sz="1800" dirty="0">
                <a:effectLst/>
                <a:latin typeface="Calibri" panose="020F0502020204030204" pitchFamily="34" charset="0"/>
                <a:ea typeface="Calibri" panose="020F0502020204030204" pitchFamily="34" charset="0"/>
                <a:cs typeface="Times New Roman" panose="02020603050405020304" pitchFamily="18" charset="0"/>
              </a:rPr>
              <a:t> 110 </a:t>
            </a:r>
            <a:r>
              <a:rPr lang="en-IN" sz="1800" dirty="0">
                <a:effectLst/>
                <a:latin typeface="Nirmala UI" panose="020B0502040204020203" pitchFamily="34" charset="0"/>
                <a:ea typeface="Calibri" panose="020F0502020204030204" pitchFamily="34" charset="0"/>
                <a:cs typeface="Times New Roman" panose="02020603050405020304" pitchFamily="18" charset="0"/>
              </a:rPr>
              <a:t>ते</a:t>
            </a:r>
            <a:r>
              <a:rPr lang="en-IN" sz="1800" dirty="0">
                <a:effectLst/>
                <a:latin typeface="Calibri" panose="020F0502020204030204" pitchFamily="34" charset="0"/>
                <a:ea typeface="Calibri" panose="020F0502020204030204" pitchFamily="34" charset="0"/>
                <a:cs typeface="Times New Roman" panose="02020603050405020304" pitchFamily="18" charset="0"/>
              </a:rPr>
              <a:t> 135 </a:t>
            </a:r>
            <a:r>
              <a:rPr lang="en-IN" sz="1800" dirty="0" err="1">
                <a:effectLst/>
                <a:latin typeface="Nirmala UI" panose="020B0502040204020203" pitchFamily="34" charset="0"/>
                <a:ea typeface="Calibri" panose="020F0502020204030204" pitchFamily="34" charset="0"/>
                <a:cs typeface="Times New Roman" panose="02020603050405020304" pitchFamily="18" charset="0"/>
              </a:rPr>
              <a:t>किलो</a:t>
            </a:r>
            <a:r>
              <a:rPr lang="en-IN" sz="1800" dirty="0">
                <a:effectLst/>
                <a:latin typeface="Calibri" panose="020F0502020204030204" pitchFamily="34" charset="0"/>
                <a:ea typeface="Calibri" panose="020F0502020204030204" pitchFamily="34" charset="0"/>
                <a:cs typeface="Times New Roman" panose="02020603050405020304" pitchFamily="18" charset="0"/>
              </a:rPr>
              <a:t> </a:t>
            </a:r>
            <a:r>
              <a:rPr lang="en-IN" sz="1800" dirty="0">
                <a:effectLst/>
                <a:latin typeface="Nirmala UI" panose="020B0502040204020203" pitchFamily="34" charset="0"/>
                <a:ea typeface="Calibri" panose="020F0502020204030204" pitchFamily="34" charset="0"/>
                <a:cs typeface="Times New Roman" panose="02020603050405020304" pitchFamily="18" charset="0"/>
              </a:rPr>
              <a:t>आणि</a:t>
            </a:r>
            <a:r>
              <a:rPr lang="en-IN" sz="1800" dirty="0">
                <a:effectLst/>
                <a:latin typeface="Calibri" panose="020F0502020204030204" pitchFamily="34" charset="0"/>
                <a:ea typeface="Calibri" panose="020F0502020204030204" pitchFamily="34" charset="0"/>
                <a:cs typeface="Times New Roman" panose="02020603050405020304" pitchFamily="18" charset="0"/>
              </a:rPr>
              <a:t> </a:t>
            </a:r>
            <a:r>
              <a:rPr lang="en-IN" sz="1800" dirty="0" err="1">
                <a:effectLst/>
                <a:latin typeface="Nirmala UI" panose="020B0502040204020203" pitchFamily="34" charset="0"/>
                <a:ea typeface="Calibri" panose="020F0502020204030204" pitchFamily="34" charset="0"/>
                <a:cs typeface="Times New Roman" panose="02020603050405020304" pitchFamily="18" charset="0"/>
              </a:rPr>
              <a:t>मादीचे</a:t>
            </a:r>
            <a:r>
              <a:rPr lang="en-IN" sz="1800" dirty="0">
                <a:effectLst/>
                <a:latin typeface="Calibri" panose="020F0502020204030204" pitchFamily="34" charset="0"/>
                <a:ea typeface="Calibri" panose="020F0502020204030204" pitchFamily="34" charset="0"/>
                <a:cs typeface="Times New Roman" panose="02020603050405020304" pitchFamily="18" charset="0"/>
              </a:rPr>
              <a:t> </a:t>
            </a:r>
            <a:r>
              <a:rPr lang="en-IN" sz="1800" dirty="0">
                <a:effectLst/>
                <a:latin typeface="Nirmala UI" panose="020B0502040204020203" pitchFamily="34" charset="0"/>
                <a:ea typeface="Calibri" panose="020F0502020204030204" pitchFamily="34" charset="0"/>
                <a:cs typeface="Times New Roman" panose="02020603050405020304" pitchFamily="18" charset="0"/>
              </a:rPr>
              <a:t>वजन</a:t>
            </a:r>
            <a:r>
              <a:rPr lang="en-IN" sz="1800" dirty="0">
                <a:effectLst/>
                <a:latin typeface="Calibri" panose="020F0502020204030204" pitchFamily="34" charset="0"/>
                <a:ea typeface="Calibri" panose="020F0502020204030204" pitchFamily="34" charset="0"/>
                <a:cs typeface="Times New Roman" panose="02020603050405020304" pitchFamily="18" charset="0"/>
              </a:rPr>
              <a:t> 90 </a:t>
            </a:r>
            <a:r>
              <a:rPr lang="en-IN" sz="1800" dirty="0">
                <a:effectLst/>
                <a:latin typeface="Nirmala UI" panose="020B0502040204020203" pitchFamily="34" charset="0"/>
                <a:ea typeface="Calibri" panose="020F0502020204030204" pitchFamily="34" charset="0"/>
                <a:cs typeface="Times New Roman" panose="02020603050405020304" pitchFamily="18" charset="0"/>
              </a:rPr>
              <a:t>ते</a:t>
            </a:r>
            <a:r>
              <a:rPr lang="en-IN" sz="1800" dirty="0">
                <a:effectLst/>
                <a:latin typeface="Calibri" panose="020F0502020204030204" pitchFamily="34" charset="0"/>
                <a:ea typeface="Calibri" panose="020F0502020204030204" pitchFamily="34" charset="0"/>
                <a:cs typeface="Times New Roman" panose="02020603050405020304" pitchFamily="18" charset="0"/>
              </a:rPr>
              <a:t> 110 </a:t>
            </a:r>
            <a:r>
              <a:rPr lang="en-IN" sz="1800" dirty="0" err="1">
                <a:effectLst/>
                <a:latin typeface="Nirmala UI" panose="020B0502040204020203" pitchFamily="34" charset="0"/>
                <a:ea typeface="Calibri" panose="020F0502020204030204" pitchFamily="34" charset="0"/>
                <a:cs typeface="Times New Roman" panose="02020603050405020304" pitchFamily="18" charset="0"/>
              </a:rPr>
              <a:t>किलो</a:t>
            </a:r>
            <a:r>
              <a:rPr lang="en-IN" sz="1800" dirty="0">
                <a:effectLst/>
                <a:latin typeface="Calibri" panose="020F0502020204030204" pitchFamily="34" charset="0"/>
                <a:ea typeface="Calibri" panose="020F0502020204030204" pitchFamily="34" charset="0"/>
                <a:cs typeface="Times New Roman" panose="02020603050405020304" pitchFamily="18" charset="0"/>
              </a:rPr>
              <a:t> </a:t>
            </a:r>
            <a:r>
              <a:rPr lang="en-IN" sz="1800" dirty="0" err="1">
                <a:effectLst/>
                <a:latin typeface="Nirmala UI" panose="020B0502040204020203" pitchFamily="34" charset="0"/>
                <a:ea typeface="Calibri" panose="020F0502020204030204" pitchFamily="34" charset="0"/>
                <a:cs typeface="Times New Roman" panose="02020603050405020304" pitchFamily="18" charset="0"/>
              </a:rPr>
              <a:t>असते</a:t>
            </a:r>
            <a:r>
              <a:rPr lang="en-IN" sz="1800" dirty="0">
                <a:effectLst/>
                <a:latin typeface="Calibri" panose="020F0502020204030204" pitchFamily="34" charset="0"/>
                <a:ea typeface="Calibri" panose="020F0502020204030204" pitchFamily="34" charset="0"/>
                <a:cs typeface="Times New Roman" panose="02020603050405020304" pitchFamily="18" charset="0"/>
              </a:rPr>
              <a:t>. </a:t>
            </a:r>
            <a:r>
              <a:rPr lang="en-IN" sz="1800" dirty="0" err="1">
                <a:effectLst/>
                <a:latin typeface="Nirmala UI" panose="020B0502040204020203" pitchFamily="34" charset="0"/>
                <a:ea typeface="Calibri" panose="020F0502020204030204" pitchFamily="34" charset="0"/>
                <a:cs typeface="Times New Roman" panose="02020603050405020304" pitchFamily="18" charset="0"/>
              </a:rPr>
              <a:t>गर्भधारणेचा</a:t>
            </a:r>
            <a:r>
              <a:rPr lang="en-IN" sz="1800" dirty="0">
                <a:effectLst/>
                <a:latin typeface="Calibri" panose="020F0502020204030204" pitchFamily="34" charset="0"/>
                <a:ea typeface="Calibri" panose="020F0502020204030204" pitchFamily="34" charset="0"/>
                <a:cs typeface="Times New Roman" panose="02020603050405020304" pitchFamily="18" charset="0"/>
              </a:rPr>
              <a:t> </a:t>
            </a:r>
            <a:r>
              <a:rPr lang="en-IN" sz="1800" dirty="0" err="1">
                <a:effectLst/>
                <a:latin typeface="Nirmala UI" panose="020B0502040204020203" pitchFamily="34" charset="0"/>
                <a:ea typeface="Calibri" panose="020F0502020204030204" pitchFamily="34" charset="0"/>
                <a:cs typeface="Times New Roman" panose="02020603050405020304" pitchFamily="18" charset="0"/>
              </a:rPr>
              <a:t>कालावधी</a:t>
            </a:r>
            <a:r>
              <a:rPr lang="en-IN" sz="1800" dirty="0">
                <a:effectLst/>
                <a:latin typeface="Calibri" panose="020F0502020204030204" pitchFamily="34" charset="0"/>
                <a:ea typeface="Calibri" panose="020F0502020204030204" pitchFamily="34" charset="0"/>
                <a:cs typeface="Times New Roman" panose="02020603050405020304" pitchFamily="18" charset="0"/>
              </a:rPr>
              <a:t> 150 </a:t>
            </a:r>
            <a:r>
              <a:rPr lang="en-IN" sz="1800" dirty="0" err="1">
                <a:effectLst/>
                <a:latin typeface="Nirmala UI" panose="020B0502040204020203" pitchFamily="34" charset="0"/>
                <a:ea typeface="Calibri" panose="020F0502020204030204" pitchFamily="34" charset="0"/>
                <a:cs typeface="Times New Roman" panose="02020603050405020304" pitchFamily="18" charset="0"/>
              </a:rPr>
              <a:t>दिवसांचा</a:t>
            </a:r>
            <a:r>
              <a:rPr lang="en-IN" sz="1800" dirty="0">
                <a:effectLst/>
                <a:latin typeface="Calibri" panose="020F0502020204030204" pitchFamily="34" charset="0"/>
                <a:ea typeface="Calibri" panose="020F0502020204030204" pitchFamily="34" charset="0"/>
                <a:cs typeface="Times New Roman" panose="02020603050405020304" pitchFamily="18" charset="0"/>
              </a:rPr>
              <a:t> </a:t>
            </a:r>
            <a:r>
              <a:rPr lang="en-IN" sz="1800" dirty="0">
                <a:effectLst/>
                <a:latin typeface="Nirmala UI" panose="020B0502040204020203" pitchFamily="34" charset="0"/>
                <a:ea typeface="Calibri" panose="020F0502020204030204" pitchFamily="34" charset="0"/>
                <a:cs typeface="Times New Roman" panose="02020603050405020304" pitchFamily="18" charset="0"/>
              </a:rPr>
              <a:t>असतो</a:t>
            </a:r>
            <a:r>
              <a:rPr lang="en-IN" sz="1800" dirty="0">
                <a:effectLst/>
                <a:latin typeface="Calibri" panose="020F0502020204030204" pitchFamily="34" charset="0"/>
                <a:ea typeface="Calibri" panose="020F0502020204030204" pitchFamily="34" charset="0"/>
                <a:cs typeface="Times New Roman" panose="02020603050405020304" pitchFamily="18" charset="0"/>
              </a:rPr>
              <a:t>. </a:t>
            </a:r>
            <a:r>
              <a:rPr lang="en-IN" sz="1800" dirty="0" err="1">
                <a:effectLst/>
                <a:latin typeface="Nirmala UI" panose="020B0502040204020203" pitchFamily="34" charset="0"/>
                <a:ea typeface="Calibri" panose="020F0502020204030204" pitchFamily="34" charset="0"/>
                <a:cs typeface="Times New Roman" panose="02020603050405020304" pitchFamily="18" charset="0"/>
              </a:rPr>
              <a:t>बोअर</a:t>
            </a:r>
            <a:r>
              <a:rPr lang="en-IN" sz="1800" dirty="0">
                <a:effectLst/>
                <a:latin typeface="Calibri" panose="020F0502020204030204" pitchFamily="34" charset="0"/>
                <a:ea typeface="Calibri" panose="020F0502020204030204" pitchFamily="34" charset="0"/>
                <a:cs typeface="Times New Roman" panose="02020603050405020304" pitchFamily="18" charset="0"/>
              </a:rPr>
              <a:t> </a:t>
            </a:r>
            <a:r>
              <a:rPr lang="en-IN" sz="1800" dirty="0">
                <a:effectLst/>
                <a:latin typeface="Nirmala UI" panose="020B0502040204020203" pitchFamily="34" charset="0"/>
                <a:ea typeface="Calibri" panose="020F0502020204030204" pitchFamily="34" charset="0"/>
                <a:cs typeface="Times New Roman" panose="02020603050405020304" pitchFamily="18" charset="0"/>
              </a:rPr>
              <a:t>ही</a:t>
            </a:r>
            <a:r>
              <a:rPr lang="en-IN" sz="1800" dirty="0">
                <a:effectLst/>
                <a:latin typeface="Calibri" panose="020F0502020204030204" pitchFamily="34" charset="0"/>
                <a:ea typeface="Calibri" panose="020F0502020204030204" pitchFamily="34" charset="0"/>
                <a:cs typeface="Times New Roman" panose="02020603050405020304" pitchFamily="18" charset="0"/>
              </a:rPr>
              <a:t> </a:t>
            </a:r>
            <a:r>
              <a:rPr lang="en-IN" sz="1800" dirty="0" err="1">
                <a:effectLst/>
                <a:latin typeface="Nirmala UI" panose="020B0502040204020203" pitchFamily="34" charset="0"/>
                <a:ea typeface="Calibri" panose="020F0502020204030204" pitchFamily="34" charset="0"/>
                <a:cs typeface="Times New Roman" panose="02020603050405020304" pitchFamily="18" charset="0"/>
              </a:rPr>
              <a:t>भारतातील</a:t>
            </a:r>
            <a:r>
              <a:rPr lang="en-IN" sz="1800" dirty="0">
                <a:effectLst/>
                <a:latin typeface="Calibri" panose="020F0502020204030204" pitchFamily="34" charset="0"/>
                <a:ea typeface="Calibri" panose="020F0502020204030204" pitchFamily="34" charset="0"/>
                <a:cs typeface="Times New Roman" panose="02020603050405020304" pitchFamily="18" charset="0"/>
              </a:rPr>
              <a:t> </a:t>
            </a:r>
            <a:r>
              <a:rPr lang="en-IN" sz="1800" dirty="0" err="1">
                <a:effectLst/>
                <a:latin typeface="Nirmala UI" panose="020B0502040204020203" pitchFamily="34" charset="0"/>
                <a:ea typeface="Calibri" panose="020F0502020204030204" pitchFamily="34" charset="0"/>
                <a:cs typeface="Times New Roman" panose="02020603050405020304" pitchFamily="18" charset="0"/>
              </a:rPr>
              <a:t>मांसासाठी</a:t>
            </a:r>
            <a:r>
              <a:rPr lang="en-IN" sz="1800" dirty="0">
                <a:effectLst/>
                <a:latin typeface="Calibri" panose="020F0502020204030204" pitchFamily="34" charset="0"/>
                <a:ea typeface="Calibri" panose="020F0502020204030204" pitchFamily="34" charset="0"/>
                <a:cs typeface="Times New Roman" panose="02020603050405020304" pitchFamily="18" charset="0"/>
              </a:rPr>
              <a:t> </a:t>
            </a:r>
            <a:r>
              <a:rPr lang="en-IN" sz="1800" dirty="0" err="1">
                <a:effectLst/>
                <a:latin typeface="Nirmala UI" panose="020B0502040204020203" pitchFamily="34" charset="0"/>
                <a:ea typeface="Calibri" panose="020F0502020204030204" pitchFamily="34" charset="0"/>
                <a:cs typeface="Times New Roman" panose="02020603050405020304" pitchFamily="18" charset="0"/>
              </a:rPr>
              <a:t>सर्वोत्तम</a:t>
            </a:r>
            <a:r>
              <a:rPr lang="en-IN" sz="1800" dirty="0">
                <a:effectLst/>
                <a:latin typeface="Calibri" panose="020F0502020204030204" pitchFamily="34" charset="0"/>
                <a:ea typeface="Calibri" panose="020F0502020204030204" pitchFamily="34" charset="0"/>
                <a:cs typeface="Times New Roman" panose="02020603050405020304" pitchFamily="18" charset="0"/>
              </a:rPr>
              <a:t> </a:t>
            </a:r>
            <a:r>
              <a:rPr lang="en-IN" sz="1800" dirty="0" err="1">
                <a:effectLst/>
                <a:latin typeface="Nirmala UI" panose="020B0502040204020203" pitchFamily="34" charset="0"/>
                <a:ea typeface="Calibri" panose="020F0502020204030204" pitchFamily="34" charset="0"/>
                <a:cs typeface="Times New Roman" panose="02020603050405020304" pitchFamily="18" charset="0"/>
              </a:rPr>
              <a:t>शेळीची</a:t>
            </a:r>
            <a:r>
              <a:rPr lang="en-IN" sz="1800" dirty="0">
                <a:effectLst/>
                <a:latin typeface="Calibri" panose="020F0502020204030204" pitchFamily="34" charset="0"/>
                <a:ea typeface="Calibri" panose="020F0502020204030204" pitchFamily="34" charset="0"/>
                <a:cs typeface="Times New Roman" panose="02020603050405020304" pitchFamily="18" charset="0"/>
              </a:rPr>
              <a:t> </a:t>
            </a:r>
            <a:r>
              <a:rPr lang="en-IN" sz="1800" dirty="0" err="1">
                <a:effectLst/>
                <a:latin typeface="Nirmala UI" panose="020B0502040204020203" pitchFamily="34" charset="0"/>
                <a:ea typeface="Calibri" panose="020F0502020204030204" pitchFamily="34" charset="0"/>
                <a:cs typeface="Times New Roman" panose="02020603050405020304" pitchFamily="18" charset="0"/>
              </a:rPr>
              <a:t>जात</a:t>
            </a:r>
            <a:r>
              <a:rPr lang="en-IN" sz="1800" dirty="0">
                <a:effectLst/>
                <a:latin typeface="Calibri" panose="020F0502020204030204" pitchFamily="34" charset="0"/>
                <a:ea typeface="Calibri" panose="020F0502020204030204" pitchFamily="34" charset="0"/>
                <a:cs typeface="Times New Roman" panose="02020603050405020304" pitchFamily="18" charset="0"/>
              </a:rPr>
              <a:t> </a:t>
            </a:r>
            <a:r>
              <a:rPr lang="en-IN" sz="1800" dirty="0" err="1">
                <a:effectLst/>
                <a:latin typeface="Nirmala UI" panose="020B0502040204020203" pitchFamily="34" charset="0"/>
                <a:ea typeface="Calibri" panose="020F0502020204030204" pitchFamily="34" charset="0"/>
                <a:cs typeface="Times New Roman" panose="02020603050405020304" pitchFamily="18" charset="0"/>
              </a:rPr>
              <a:t>आहे</a:t>
            </a:r>
            <a:r>
              <a:rPr lang="en-IN" sz="1800" dirty="0">
                <a:effectLst/>
                <a:latin typeface="Calibri" panose="020F0502020204030204" pitchFamily="34" charset="0"/>
                <a:ea typeface="Calibri" panose="020F0502020204030204" pitchFamily="34" charset="0"/>
                <a:cs typeface="Times New Roman" panose="02020603050405020304" pitchFamily="18" charset="0"/>
              </a:rPr>
              <a:t>.</a:t>
            </a:r>
          </a:p>
          <a:p>
            <a:pPr marL="285750" indent="-285750">
              <a:lnSpc>
                <a:spcPct val="107000"/>
              </a:lnSpc>
              <a:spcAft>
                <a:spcPts val="800"/>
              </a:spcAft>
              <a:buFont typeface="Arial" panose="020B0604020202020204" pitchFamily="34" charset="0"/>
              <a:buChar char="•"/>
            </a:pPr>
            <a:r>
              <a:rPr lang="en-IN" sz="1800" dirty="0" err="1">
                <a:effectLst/>
                <a:latin typeface="Nirmala UI" panose="020B0502040204020203" pitchFamily="34" charset="0"/>
                <a:ea typeface="Calibri" panose="020F0502020204030204" pitchFamily="34" charset="0"/>
                <a:cs typeface="Times New Roman" panose="02020603050405020304" pitchFamily="18" charset="0"/>
              </a:rPr>
              <a:t>बोअर</a:t>
            </a:r>
            <a:r>
              <a:rPr lang="en-IN" sz="1800" dirty="0">
                <a:effectLst/>
                <a:latin typeface="Calibri" panose="020F0502020204030204" pitchFamily="34" charset="0"/>
                <a:ea typeface="Calibri" panose="020F0502020204030204" pitchFamily="34" charset="0"/>
                <a:cs typeface="Times New Roman" panose="02020603050405020304" pitchFamily="18" charset="0"/>
              </a:rPr>
              <a:t> </a:t>
            </a:r>
            <a:r>
              <a:rPr lang="en-IN" sz="1800" dirty="0">
                <a:effectLst/>
                <a:latin typeface="Nirmala UI" panose="020B0502040204020203" pitchFamily="34" charset="0"/>
                <a:ea typeface="Calibri" panose="020F0502020204030204" pitchFamily="34" charset="0"/>
                <a:cs typeface="Times New Roman" panose="02020603050405020304" pitchFamily="18" charset="0"/>
              </a:rPr>
              <a:t>ही</a:t>
            </a:r>
            <a:r>
              <a:rPr lang="en-IN" sz="1800" dirty="0">
                <a:effectLst/>
                <a:latin typeface="Calibri" panose="020F0502020204030204" pitchFamily="34" charset="0"/>
                <a:ea typeface="Calibri" panose="020F0502020204030204" pitchFamily="34" charset="0"/>
                <a:cs typeface="Times New Roman" panose="02020603050405020304" pitchFamily="18" charset="0"/>
              </a:rPr>
              <a:t> </a:t>
            </a:r>
            <a:r>
              <a:rPr lang="en-IN" sz="1800" dirty="0" err="1">
                <a:effectLst/>
                <a:latin typeface="Nirmala UI" panose="020B0502040204020203" pitchFamily="34" charset="0"/>
                <a:ea typeface="Calibri" panose="020F0502020204030204" pitchFamily="34" charset="0"/>
                <a:cs typeface="Times New Roman" panose="02020603050405020304" pitchFamily="18" charset="0"/>
              </a:rPr>
              <a:t>भारतातील</a:t>
            </a:r>
            <a:r>
              <a:rPr lang="en-IN" sz="1800" dirty="0">
                <a:effectLst/>
                <a:latin typeface="Calibri" panose="020F0502020204030204" pitchFamily="34" charset="0"/>
                <a:ea typeface="Calibri" panose="020F0502020204030204" pitchFamily="34" charset="0"/>
                <a:cs typeface="Times New Roman" panose="02020603050405020304" pitchFamily="18" charset="0"/>
              </a:rPr>
              <a:t> </a:t>
            </a:r>
            <a:r>
              <a:rPr lang="en-IN" sz="1800" dirty="0" err="1">
                <a:effectLst/>
                <a:latin typeface="Nirmala UI" panose="020B0502040204020203" pitchFamily="34" charset="0"/>
                <a:ea typeface="Calibri" panose="020F0502020204030204" pitchFamily="34" charset="0"/>
                <a:cs typeface="Times New Roman" panose="02020603050405020304" pitchFamily="18" charset="0"/>
              </a:rPr>
              <a:t>सर्वात</a:t>
            </a:r>
            <a:r>
              <a:rPr lang="en-IN" sz="1800" dirty="0">
                <a:effectLst/>
                <a:latin typeface="Calibri" panose="020F0502020204030204" pitchFamily="34" charset="0"/>
                <a:ea typeface="Calibri" panose="020F0502020204030204" pitchFamily="34" charset="0"/>
                <a:cs typeface="Times New Roman" panose="02020603050405020304" pitchFamily="18" charset="0"/>
              </a:rPr>
              <a:t> </a:t>
            </a:r>
            <a:r>
              <a:rPr lang="en-IN" sz="1800" dirty="0" err="1">
                <a:effectLst/>
                <a:latin typeface="Nirmala UI" panose="020B0502040204020203" pitchFamily="34" charset="0"/>
                <a:ea typeface="Calibri" panose="020F0502020204030204" pitchFamily="34" charset="0"/>
                <a:cs typeface="Times New Roman" panose="02020603050405020304" pitchFamily="18" charset="0"/>
              </a:rPr>
              <a:t>महाग</a:t>
            </a:r>
            <a:r>
              <a:rPr lang="en-IN" sz="1800" dirty="0">
                <a:effectLst/>
                <a:latin typeface="Calibri" panose="020F0502020204030204" pitchFamily="34" charset="0"/>
                <a:ea typeface="Calibri" panose="020F0502020204030204" pitchFamily="34" charset="0"/>
                <a:cs typeface="Times New Roman" panose="02020603050405020304" pitchFamily="18" charset="0"/>
              </a:rPr>
              <a:t> </a:t>
            </a:r>
            <a:r>
              <a:rPr lang="en-IN" sz="1800" dirty="0" err="1">
                <a:effectLst/>
                <a:latin typeface="Nirmala UI" panose="020B0502040204020203" pitchFamily="34" charset="0"/>
                <a:ea typeface="Calibri" panose="020F0502020204030204" pitchFamily="34" charset="0"/>
                <a:cs typeface="Times New Roman" panose="02020603050405020304" pitchFamily="18" charset="0"/>
              </a:rPr>
              <a:t>शेळीची</a:t>
            </a:r>
            <a:r>
              <a:rPr lang="en-IN" sz="1800" dirty="0">
                <a:effectLst/>
                <a:latin typeface="Calibri" panose="020F0502020204030204" pitchFamily="34" charset="0"/>
                <a:ea typeface="Calibri" panose="020F0502020204030204" pitchFamily="34" charset="0"/>
                <a:cs typeface="Times New Roman" panose="02020603050405020304" pitchFamily="18" charset="0"/>
              </a:rPr>
              <a:t> </a:t>
            </a:r>
            <a:r>
              <a:rPr lang="en-IN" sz="1800" dirty="0" err="1">
                <a:effectLst/>
                <a:latin typeface="Nirmala UI" panose="020B0502040204020203" pitchFamily="34" charset="0"/>
                <a:ea typeface="Calibri" panose="020F0502020204030204" pitchFamily="34" charset="0"/>
                <a:cs typeface="Times New Roman" panose="02020603050405020304" pitchFamily="18" charset="0"/>
              </a:rPr>
              <a:t>जात</a:t>
            </a:r>
            <a:r>
              <a:rPr lang="en-IN" sz="1800" dirty="0">
                <a:effectLst/>
                <a:latin typeface="Calibri" panose="020F0502020204030204" pitchFamily="34" charset="0"/>
                <a:ea typeface="Calibri" panose="020F0502020204030204" pitchFamily="34" charset="0"/>
                <a:cs typeface="Times New Roman" panose="02020603050405020304" pitchFamily="18" charset="0"/>
              </a:rPr>
              <a:t> </a:t>
            </a:r>
            <a:r>
              <a:rPr lang="en-IN" sz="1800" dirty="0" err="1">
                <a:effectLst/>
                <a:latin typeface="Nirmala UI" panose="020B0502040204020203" pitchFamily="34" charset="0"/>
                <a:ea typeface="Calibri" panose="020F0502020204030204" pitchFamily="34" charset="0"/>
                <a:cs typeface="Times New Roman" panose="02020603050405020304" pitchFamily="18" charset="0"/>
              </a:rPr>
              <a:t>आहे</a:t>
            </a:r>
            <a:r>
              <a:rPr lang="en-IN" sz="1800" dirty="0">
                <a:effectLst/>
                <a:latin typeface="Calibri" panose="020F0502020204030204" pitchFamily="34" charset="0"/>
                <a:ea typeface="Calibri" panose="020F0502020204030204" pitchFamily="34" charset="0"/>
                <a:cs typeface="Times New Roman" panose="02020603050405020304" pitchFamily="18" charset="0"/>
              </a:rPr>
              <a:t>.</a:t>
            </a:r>
          </a:p>
          <a:p>
            <a:endParaRPr lang="en-IN" dirty="0"/>
          </a:p>
        </p:txBody>
      </p:sp>
    </p:spTree>
    <p:extLst>
      <p:ext uri="{BB962C8B-B14F-4D97-AF65-F5344CB8AC3E}">
        <p14:creationId xmlns:p14="http://schemas.microsoft.com/office/powerpoint/2010/main" val="396314347"/>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11E5141-B700-482B-856A-A4CBA226D564}"/>
              </a:ext>
            </a:extLst>
          </p:cNvPr>
          <p:cNvSpPr>
            <a:spLocks noGrp="1"/>
          </p:cNvSpPr>
          <p:nvPr>
            <p:ph type="title"/>
          </p:nvPr>
        </p:nvSpPr>
        <p:spPr>
          <a:xfrm>
            <a:off x="839788" y="457200"/>
            <a:ext cx="3932237" cy="530225"/>
          </a:xfrm>
        </p:spPr>
        <p:txBody>
          <a:bodyPr>
            <a:normAutofit/>
          </a:bodyPr>
          <a:lstStyle/>
          <a:p>
            <a:pPr algn="ctr"/>
            <a:r>
              <a:rPr lang="en-IN" sz="2800" dirty="0" err="1">
                <a:solidFill>
                  <a:srgbClr val="FF0000"/>
                </a:solidFill>
                <a:effectLst/>
                <a:latin typeface="Nirmala UI" panose="020B0502040204020203" pitchFamily="34" charset="0"/>
                <a:ea typeface="Calibri" panose="020F0502020204030204" pitchFamily="34" charset="0"/>
              </a:rPr>
              <a:t>अल्पाइन</a:t>
            </a:r>
            <a:endParaRPr lang="en-IN" dirty="0">
              <a:solidFill>
                <a:srgbClr val="FF0000"/>
              </a:solidFill>
            </a:endParaRPr>
          </a:p>
        </p:txBody>
      </p:sp>
      <p:pic>
        <p:nvPicPr>
          <p:cNvPr id="6" name="Content Placeholder 5">
            <a:extLst>
              <a:ext uri="{FF2B5EF4-FFF2-40B4-BE49-F238E27FC236}">
                <a16:creationId xmlns:a16="http://schemas.microsoft.com/office/drawing/2014/main" id="{5854B598-2E30-4D8C-B88C-A14B8E8EA1ED}"/>
              </a:ext>
            </a:extLst>
          </p:cNvPr>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5183188" y="1688306"/>
            <a:ext cx="6172200" cy="3471862"/>
          </a:xfrm>
        </p:spPr>
      </p:pic>
      <p:sp>
        <p:nvSpPr>
          <p:cNvPr id="4" name="Text Placeholder 3">
            <a:extLst>
              <a:ext uri="{FF2B5EF4-FFF2-40B4-BE49-F238E27FC236}">
                <a16:creationId xmlns:a16="http://schemas.microsoft.com/office/drawing/2014/main" id="{7FAD15F8-A54E-4FE4-A5A7-00A20AD9F4E4}"/>
              </a:ext>
            </a:extLst>
          </p:cNvPr>
          <p:cNvSpPr>
            <a:spLocks noGrp="1"/>
          </p:cNvSpPr>
          <p:nvPr>
            <p:ph type="body" sz="half" idx="2"/>
          </p:nvPr>
        </p:nvSpPr>
        <p:spPr>
          <a:xfrm>
            <a:off x="839788" y="1097280"/>
            <a:ext cx="3932237" cy="4771708"/>
          </a:xfrm>
        </p:spPr>
        <p:txBody>
          <a:bodyPr>
            <a:normAutofit fontScale="92500" lnSpcReduction="10000"/>
          </a:bodyPr>
          <a:lstStyle/>
          <a:p>
            <a:pPr marL="285750" indent="-285750">
              <a:lnSpc>
                <a:spcPct val="107000"/>
              </a:lnSpc>
              <a:spcAft>
                <a:spcPts val="800"/>
              </a:spcAft>
              <a:buFont typeface="Arial" panose="020B0604020202020204" pitchFamily="34" charset="0"/>
              <a:buChar char="•"/>
            </a:pPr>
            <a:r>
              <a:rPr lang="en-IN" sz="1800" dirty="0" err="1">
                <a:effectLst/>
                <a:latin typeface="Nirmala UI" panose="020B0502040204020203" pitchFamily="34" charset="0"/>
                <a:ea typeface="Calibri" panose="020F0502020204030204" pitchFamily="34" charset="0"/>
                <a:cs typeface="Times New Roman" panose="02020603050405020304" pitchFamily="18" charset="0"/>
              </a:rPr>
              <a:t>नावावरून</a:t>
            </a:r>
            <a:r>
              <a:rPr lang="en-IN" sz="1800" dirty="0">
                <a:effectLst/>
                <a:latin typeface="Calibri" panose="020F0502020204030204" pitchFamily="34" charset="0"/>
                <a:ea typeface="Calibri" panose="020F0502020204030204" pitchFamily="34" charset="0"/>
                <a:cs typeface="Times New Roman" panose="02020603050405020304" pitchFamily="18" charset="0"/>
              </a:rPr>
              <a:t> </a:t>
            </a:r>
            <a:r>
              <a:rPr lang="en-IN" sz="1800" dirty="0" err="1">
                <a:effectLst/>
                <a:latin typeface="Nirmala UI" panose="020B0502040204020203" pitchFamily="34" charset="0"/>
                <a:ea typeface="Calibri" panose="020F0502020204030204" pitchFamily="34" charset="0"/>
                <a:cs typeface="Times New Roman" panose="02020603050405020304" pitchFamily="18" charset="0"/>
              </a:rPr>
              <a:t>स्पष्ट</a:t>
            </a:r>
            <a:r>
              <a:rPr lang="en-IN" sz="1800" dirty="0">
                <a:effectLst/>
                <a:latin typeface="Calibri" panose="020F0502020204030204" pitchFamily="34" charset="0"/>
                <a:ea typeface="Calibri" panose="020F0502020204030204" pitchFamily="34" charset="0"/>
                <a:cs typeface="Times New Roman" panose="02020603050405020304" pitchFamily="18" charset="0"/>
              </a:rPr>
              <a:t> </a:t>
            </a:r>
            <a:r>
              <a:rPr lang="en-IN" sz="1800" dirty="0" err="1">
                <a:effectLst/>
                <a:latin typeface="Nirmala UI" panose="020B0502040204020203" pitchFamily="34" charset="0"/>
                <a:ea typeface="Calibri" panose="020F0502020204030204" pitchFamily="34" charset="0"/>
                <a:cs typeface="Times New Roman" panose="02020603050405020304" pitchFamily="18" charset="0"/>
              </a:rPr>
              <a:t>आहे</a:t>
            </a:r>
            <a:r>
              <a:rPr lang="en-IN" sz="1800" dirty="0">
                <a:effectLst/>
                <a:latin typeface="Calibri" panose="020F0502020204030204" pitchFamily="34" charset="0"/>
                <a:ea typeface="Calibri" panose="020F0502020204030204" pitchFamily="34" charset="0"/>
                <a:cs typeface="Times New Roman" panose="02020603050405020304" pitchFamily="18" charset="0"/>
              </a:rPr>
              <a:t>, </a:t>
            </a:r>
            <a:r>
              <a:rPr lang="en-IN" sz="1800" dirty="0" err="1">
                <a:effectLst/>
                <a:latin typeface="Nirmala UI" panose="020B0502040204020203" pitchFamily="34" charset="0"/>
                <a:ea typeface="Calibri" panose="020F0502020204030204" pitchFamily="34" charset="0"/>
                <a:cs typeface="Times New Roman" panose="02020603050405020304" pitchFamily="18" charset="0"/>
              </a:rPr>
              <a:t>अल्पाइन</a:t>
            </a:r>
            <a:r>
              <a:rPr lang="en-IN" sz="1800" dirty="0">
                <a:effectLst/>
                <a:latin typeface="Calibri" panose="020F0502020204030204" pitchFamily="34" charset="0"/>
                <a:ea typeface="Calibri" panose="020F0502020204030204" pitchFamily="34" charset="0"/>
                <a:cs typeface="Times New Roman" panose="02020603050405020304" pitchFamily="18" charset="0"/>
              </a:rPr>
              <a:t> </a:t>
            </a:r>
            <a:r>
              <a:rPr lang="en-IN" sz="1800" dirty="0" err="1">
                <a:effectLst/>
                <a:latin typeface="Nirmala UI" panose="020B0502040204020203" pitchFamily="34" charset="0"/>
                <a:ea typeface="Calibri" panose="020F0502020204030204" pitchFamily="34" charset="0"/>
                <a:cs typeface="Times New Roman" panose="02020603050405020304" pitchFamily="18" charset="0"/>
              </a:rPr>
              <a:t>जातीचा</a:t>
            </a:r>
            <a:r>
              <a:rPr lang="en-IN" sz="1800" dirty="0">
                <a:effectLst/>
                <a:latin typeface="Calibri" panose="020F0502020204030204" pitchFamily="34" charset="0"/>
                <a:ea typeface="Calibri" panose="020F0502020204030204" pitchFamily="34" charset="0"/>
                <a:cs typeface="Times New Roman" panose="02020603050405020304" pitchFamily="18" charset="0"/>
              </a:rPr>
              <a:t> </a:t>
            </a:r>
            <a:r>
              <a:rPr lang="en-IN" sz="1800" dirty="0" err="1">
                <a:effectLst/>
                <a:latin typeface="Nirmala UI" panose="020B0502040204020203" pitchFamily="34" charset="0"/>
                <a:ea typeface="Calibri" panose="020F0502020204030204" pitchFamily="34" charset="0"/>
                <a:cs typeface="Times New Roman" panose="02020603050405020304" pitchFamily="18" charset="0"/>
              </a:rPr>
              <a:t>उगम</a:t>
            </a:r>
            <a:r>
              <a:rPr lang="en-IN" sz="1800" dirty="0">
                <a:effectLst/>
                <a:latin typeface="Calibri" panose="020F0502020204030204" pitchFamily="34" charset="0"/>
                <a:ea typeface="Calibri" panose="020F0502020204030204" pitchFamily="34" charset="0"/>
                <a:cs typeface="Times New Roman" panose="02020603050405020304" pitchFamily="18" charset="0"/>
              </a:rPr>
              <a:t> </a:t>
            </a:r>
            <a:r>
              <a:rPr lang="en-IN" sz="1800" dirty="0" err="1">
                <a:effectLst/>
                <a:latin typeface="Nirmala UI" panose="020B0502040204020203" pitchFamily="34" charset="0"/>
                <a:ea typeface="Calibri" panose="020F0502020204030204" pitchFamily="34" charset="0"/>
                <a:cs typeface="Times New Roman" panose="02020603050405020304" pitchFamily="18" charset="0"/>
              </a:rPr>
              <a:t>फ्रेंच</a:t>
            </a:r>
            <a:r>
              <a:rPr lang="en-IN" sz="1800" dirty="0">
                <a:effectLst/>
                <a:latin typeface="Calibri" panose="020F0502020204030204" pitchFamily="34" charset="0"/>
                <a:ea typeface="Calibri" panose="020F0502020204030204" pitchFamily="34" charset="0"/>
                <a:cs typeface="Times New Roman" panose="02020603050405020304" pitchFamily="18" charset="0"/>
              </a:rPr>
              <a:t> </a:t>
            </a:r>
            <a:r>
              <a:rPr lang="en-IN" sz="1800" dirty="0" err="1">
                <a:effectLst/>
                <a:latin typeface="Nirmala UI" panose="020B0502040204020203" pitchFamily="34" charset="0"/>
                <a:ea typeface="Calibri" panose="020F0502020204030204" pitchFamily="34" charset="0"/>
                <a:cs typeface="Times New Roman" panose="02020603050405020304" pitchFamily="18" charset="0"/>
              </a:rPr>
              <a:t>आल्प्समध्ये</a:t>
            </a:r>
            <a:r>
              <a:rPr lang="en-IN" sz="1800" dirty="0">
                <a:effectLst/>
                <a:latin typeface="Calibri" panose="020F0502020204030204" pitchFamily="34" charset="0"/>
                <a:ea typeface="Calibri" panose="020F0502020204030204" pitchFamily="34" charset="0"/>
                <a:cs typeface="Times New Roman" panose="02020603050405020304" pitchFamily="18" charset="0"/>
              </a:rPr>
              <a:t> </a:t>
            </a:r>
            <a:r>
              <a:rPr lang="en-IN" sz="1800" dirty="0">
                <a:effectLst/>
                <a:latin typeface="Nirmala UI" panose="020B0502040204020203" pitchFamily="34" charset="0"/>
                <a:ea typeface="Calibri" panose="020F0502020204030204" pitchFamily="34" charset="0"/>
                <a:cs typeface="Times New Roman" panose="02020603050405020304" pitchFamily="18" charset="0"/>
              </a:rPr>
              <a:t>झाला</a:t>
            </a:r>
            <a:r>
              <a:rPr lang="en-IN" sz="1800" dirty="0">
                <a:effectLst/>
                <a:latin typeface="Calibri" panose="020F0502020204030204" pitchFamily="34" charset="0"/>
                <a:ea typeface="Calibri" panose="020F0502020204030204" pitchFamily="34" charset="0"/>
                <a:cs typeface="Times New Roman" panose="02020603050405020304" pitchFamily="18" charset="0"/>
              </a:rPr>
              <a:t>. </a:t>
            </a:r>
            <a:r>
              <a:rPr lang="en-IN" sz="1800" dirty="0">
                <a:effectLst/>
                <a:latin typeface="Nirmala UI" panose="020B0502040204020203" pitchFamily="34" charset="0"/>
                <a:ea typeface="Calibri" panose="020F0502020204030204" pitchFamily="34" charset="0"/>
                <a:cs typeface="Times New Roman" panose="02020603050405020304" pitchFamily="18" charset="0"/>
              </a:rPr>
              <a:t>ही</a:t>
            </a:r>
            <a:r>
              <a:rPr lang="en-IN" sz="1800" dirty="0">
                <a:effectLst/>
                <a:latin typeface="Calibri" panose="020F0502020204030204" pitchFamily="34" charset="0"/>
                <a:ea typeface="Calibri" panose="020F0502020204030204" pitchFamily="34" charset="0"/>
                <a:cs typeface="Times New Roman" panose="02020603050405020304" pitchFamily="18" charset="0"/>
              </a:rPr>
              <a:t> </a:t>
            </a:r>
            <a:r>
              <a:rPr lang="en-IN" sz="1800" dirty="0" err="1">
                <a:effectLst/>
                <a:latin typeface="Nirmala UI" panose="020B0502040204020203" pitchFamily="34" charset="0"/>
                <a:ea typeface="Calibri" panose="020F0502020204030204" pitchFamily="34" charset="0"/>
                <a:cs typeface="Times New Roman" panose="02020603050405020304" pitchFamily="18" charset="0"/>
              </a:rPr>
              <a:t>जात</a:t>
            </a:r>
            <a:r>
              <a:rPr lang="en-IN" sz="1800" dirty="0">
                <a:effectLst/>
                <a:latin typeface="Calibri" panose="020F0502020204030204" pitchFamily="34" charset="0"/>
                <a:ea typeface="Calibri" panose="020F0502020204030204" pitchFamily="34" charset="0"/>
                <a:cs typeface="Times New Roman" panose="02020603050405020304" pitchFamily="18" charset="0"/>
              </a:rPr>
              <a:t> </a:t>
            </a:r>
            <a:r>
              <a:rPr lang="en-IN" sz="1800" dirty="0" err="1">
                <a:effectLst/>
                <a:latin typeface="Nirmala UI" panose="020B0502040204020203" pitchFamily="34" charset="0"/>
                <a:ea typeface="Calibri" panose="020F0502020204030204" pitchFamily="34" charset="0"/>
                <a:cs typeface="Times New Roman" panose="02020603050405020304" pitchFamily="18" charset="0"/>
              </a:rPr>
              <a:t>तिच्या</a:t>
            </a:r>
            <a:r>
              <a:rPr lang="en-IN" sz="1800" dirty="0">
                <a:effectLst/>
                <a:latin typeface="Calibri" panose="020F0502020204030204" pitchFamily="34" charset="0"/>
                <a:ea typeface="Calibri" panose="020F0502020204030204" pitchFamily="34" charset="0"/>
                <a:cs typeface="Times New Roman" panose="02020603050405020304" pitchFamily="18" charset="0"/>
              </a:rPr>
              <a:t> </a:t>
            </a:r>
            <a:r>
              <a:rPr lang="en-IN" sz="1800" dirty="0">
                <a:effectLst/>
                <a:latin typeface="Nirmala UI" panose="020B0502040204020203" pitchFamily="34" charset="0"/>
                <a:ea typeface="Calibri" panose="020F0502020204030204" pitchFamily="34" charset="0"/>
                <a:cs typeface="Times New Roman" panose="02020603050405020304" pitchFamily="18" charset="0"/>
              </a:rPr>
              <a:t>उत्कृष्ट</a:t>
            </a:r>
            <a:r>
              <a:rPr lang="en-IN" sz="1800" dirty="0">
                <a:effectLst/>
                <a:latin typeface="Calibri" panose="020F0502020204030204" pitchFamily="34" charset="0"/>
                <a:ea typeface="Calibri" panose="020F0502020204030204" pitchFamily="34" charset="0"/>
                <a:cs typeface="Times New Roman" panose="02020603050405020304" pitchFamily="18" charset="0"/>
              </a:rPr>
              <a:t> </a:t>
            </a:r>
            <a:r>
              <a:rPr lang="en-IN" sz="1800" dirty="0" err="1">
                <a:effectLst/>
                <a:latin typeface="Nirmala UI" panose="020B0502040204020203" pitchFamily="34" charset="0"/>
                <a:ea typeface="Calibri" panose="020F0502020204030204" pitchFamily="34" charset="0"/>
                <a:cs typeface="Times New Roman" panose="02020603050405020304" pitchFamily="18" charset="0"/>
              </a:rPr>
              <a:t>दुग्धशक्तीसाठी</a:t>
            </a:r>
            <a:r>
              <a:rPr lang="en-IN" sz="1800" dirty="0">
                <a:effectLst/>
                <a:latin typeface="Calibri" panose="020F0502020204030204" pitchFamily="34" charset="0"/>
                <a:ea typeface="Calibri" panose="020F0502020204030204" pitchFamily="34" charset="0"/>
                <a:cs typeface="Times New Roman" panose="02020603050405020304" pitchFamily="18" charset="0"/>
              </a:rPr>
              <a:t> </a:t>
            </a:r>
            <a:r>
              <a:rPr lang="en-IN" sz="1800" dirty="0" err="1">
                <a:effectLst/>
                <a:latin typeface="Nirmala UI" panose="020B0502040204020203" pitchFamily="34" charset="0"/>
                <a:ea typeface="Calibri" panose="020F0502020204030204" pitchFamily="34" charset="0"/>
                <a:cs typeface="Times New Roman" panose="02020603050405020304" pitchFamily="18" charset="0"/>
              </a:rPr>
              <a:t>ओळखली</a:t>
            </a:r>
            <a:r>
              <a:rPr lang="en-IN" sz="1800" dirty="0">
                <a:effectLst/>
                <a:latin typeface="Calibri" panose="020F0502020204030204" pitchFamily="34" charset="0"/>
                <a:ea typeface="Calibri" panose="020F0502020204030204" pitchFamily="34" charset="0"/>
                <a:cs typeface="Times New Roman" panose="02020603050405020304" pitchFamily="18" charset="0"/>
              </a:rPr>
              <a:t> </a:t>
            </a:r>
            <a:r>
              <a:rPr lang="en-IN" sz="1800" dirty="0">
                <a:effectLst/>
                <a:latin typeface="Nirmala UI" panose="020B0502040204020203" pitchFamily="34" charset="0"/>
                <a:ea typeface="Calibri" panose="020F0502020204030204" pitchFamily="34" charset="0"/>
                <a:cs typeface="Times New Roman" panose="02020603050405020304" pitchFamily="18" charset="0"/>
              </a:rPr>
              <a:t>जाते</a:t>
            </a:r>
            <a:r>
              <a:rPr lang="en-IN" sz="1800" dirty="0">
                <a:effectLst/>
                <a:latin typeface="Calibri" panose="020F0502020204030204" pitchFamily="34" charset="0"/>
                <a:ea typeface="Calibri" panose="020F0502020204030204" pitchFamily="34" charset="0"/>
                <a:cs typeface="Times New Roman" panose="02020603050405020304" pitchFamily="18" charset="0"/>
              </a:rPr>
              <a:t>. </a:t>
            </a:r>
            <a:r>
              <a:rPr lang="en-IN" sz="1800" dirty="0" err="1">
                <a:effectLst/>
                <a:latin typeface="Nirmala UI" panose="020B0502040204020203" pitchFamily="34" charset="0"/>
                <a:ea typeface="Calibri" panose="020F0502020204030204" pitchFamily="34" charset="0"/>
                <a:cs typeface="Times New Roman" panose="02020603050405020304" pitchFamily="18" charset="0"/>
              </a:rPr>
              <a:t>त्यांची</a:t>
            </a:r>
            <a:r>
              <a:rPr lang="en-IN" sz="1800" dirty="0">
                <a:effectLst/>
                <a:latin typeface="Calibri" panose="020F0502020204030204" pitchFamily="34" charset="0"/>
                <a:ea typeface="Calibri" panose="020F0502020204030204" pitchFamily="34" charset="0"/>
                <a:cs typeface="Times New Roman" panose="02020603050405020304" pitchFamily="18" charset="0"/>
              </a:rPr>
              <a:t> </a:t>
            </a:r>
            <a:r>
              <a:rPr lang="en-IN" sz="1800" dirty="0" err="1">
                <a:effectLst/>
                <a:latin typeface="Nirmala UI" panose="020B0502040204020203" pitchFamily="34" charset="0"/>
                <a:ea typeface="Calibri" panose="020F0502020204030204" pitchFamily="34" charset="0"/>
                <a:cs typeface="Times New Roman" panose="02020603050405020304" pitchFamily="18" charset="0"/>
              </a:rPr>
              <a:t>लांब</a:t>
            </a:r>
            <a:r>
              <a:rPr lang="en-IN" sz="1800" dirty="0">
                <a:effectLst/>
                <a:latin typeface="Calibri" panose="020F0502020204030204" pitchFamily="34" charset="0"/>
                <a:ea typeface="Calibri" panose="020F0502020204030204" pitchFamily="34" charset="0"/>
                <a:cs typeface="Times New Roman" panose="02020603050405020304" pitchFamily="18" charset="0"/>
              </a:rPr>
              <a:t> </a:t>
            </a:r>
            <a:r>
              <a:rPr lang="en-IN" sz="1800" dirty="0" err="1">
                <a:effectLst/>
                <a:latin typeface="Nirmala UI" panose="020B0502040204020203" pitchFamily="34" charset="0"/>
                <a:ea typeface="Calibri" panose="020F0502020204030204" pitchFamily="34" charset="0"/>
                <a:cs typeface="Times New Roman" panose="02020603050405020304" pitchFamily="18" charset="0"/>
              </a:rPr>
              <a:t>शिंगे</a:t>
            </a:r>
            <a:r>
              <a:rPr lang="en-IN" sz="1800" dirty="0">
                <a:effectLst/>
                <a:latin typeface="Calibri" panose="020F0502020204030204" pitchFamily="34" charset="0"/>
                <a:ea typeface="Calibri" panose="020F0502020204030204" pitchFamily="34" charset="0"/>
                <a:cs typeface="Times New Roman" panose="02020603050405020304" pitchFamily="18" charset="0"/>
              </a:rPr>
              <a:t> </a:t>
            </a:r>
            <a:r>
              <a:rPr lang="en-IN" sz="1800" dirty="0" err="1">
                <a:effectLst/>
                <a:latin typeface="Nirmala UI" panose="020B0502040204020203" pitchFamily="34" charset="0"/>
                <a:ea typeface="Calibri" panose="020F0502020204030204" pitchFamily="34" charset="0"/>
                <a:cs typeface="Times New Roman" panose="02020603050405020304" pitchFamily="18" charset="0"/>
              </a:rPr>
              <a:t>मागे</a:t>
            </a:r>
            <a:r>
              <a:rPr lang="en-IN" sz="1800" dirty="0">
                <a:effectLst/>
                <a:latin typeface="Calibri" panose="020F0502020204030204" pitchFamily="34" charset="0"/>
                <a:ea typeface="Calibri" panose="020F0502020204030204" pitchFamily="34" charset="0"/>
                <a:cs typeface="Times New Roman" panose="02020603050405020304" pitchFamily="18" charset="0"/>
              </a:rPr>
              <a:t> </a:t>
            </a:r>
            <a:r>
              <a:rPr lang="en-IN" sz="1800" dirty="0" err="1">
                <a:effectLst/>
                <a:latin typeface="Nirmala UI" panose="020B0502040204020203" pitchFamily="34" charset="0"/>
                <a:ea typeface="Calibri" panose="020F0502020204030204" pitchFamily="34" charset="0"/>
                <a:cs typeface="Times New Roman" panose="02020603050405020304" pitchFamily="18" charset="0"/>
              </a:rPr>
              <a:t>वळलेली</a:t>
            </a:r>
            <a:r>
              <a:rPr lang="en-IN" sz="1800" dirty="0">
                <a:effectLst/>
                <a:latin typeface="Calibri" panose="020F0502020204030204" pitchFamily="34" charset="0"/>
                <a:ea typeface="Calibri" panose="020F0502020204030204" pitchFamily="34" charset="0"/>
                <a:cs typeface="Times New Roman" panose="02020603050405020304" pitchFamily="18" charset="0"/>
              </a:rPr>
              <a:t> </a:t>
            </a:r>
            <a:r>
              <a:rPr lang="en-IN" sz="1800" dirty="0">
                <a:effectLst/>
                <a:latin typeface="Nirmala UI" panose="020B0502040204020203" pitchFamily="34" charset="0"/>
                <a:ea typeface="Calibri" panose="020F0502020204030204" pitchFamily="34" charset="0"/>
                <a:cs typeface="Times New Roman" panose="02020603050405020304" pitchFamily="18" charset="0"/>
              </a:rPr>
              <a:t>असतात</a:t>
            </a:r>
            <a:r>
              <a:rPr lang="en-IN" sz="1800" dirty="0">
                <a:effectLst/>
                <a:latin typeface="Calibri" panose="020F0502020204030204" pitchFamily="34" charset="0"/>
                <a:ea typeface="Calibri" panose="020F0502020204030204" pitchFamily="34" charset="0"/>
                <a:cs typeface="Times New Roman" panose="02020603050405020304" pitchFamily="18" charset="0"/>
              </a:rPr>
              <a:t> </a:t>
            </a:r>
            <a:r>
              <a:rPr lang="en-IN" sz="1800" dirty="0">
                <a:effectLst/>
                <a:latin typeface="Nirmala UI" panose="020B0502040204020203" pitchFamily="34" charset="0"/>
                <a:ea typeface="Calibri" panose="020F0502020204030204" pitchFamily="34" charset="0"/>
                <a:cs typeface="Times New Roman" panose="02020603050405020304" pitchFamily="18" charset="0"/>
              </a:rPr>
              <a:t>आणि</a:t>
            </a:r>
            <a:r>
              <a:rPr lang="en-IN" sz="1800" dirty="0">
                <a:effectLst/>
                <a:latin typeface="Calibri" panose="020F0502020204030204" pitchFamily="34" charset="0"/>
                <a:ea typeface="Calibri" panose="020F0502020204030204" pitchFamily="34" charset="0"/>
                <a:cs typeface="Times New Roman" panose="02020603050405020304" pitchFamily="18" charset="0"/>
              </a:rPr>
              <a:t> </a:t>
            </a:r>
            <a:r>
              <a:rPr lang="en-IN" sz="1800" dirty="0" err="1">
                <a:effectLst/>
                <a:latin typeface="Nirmala UI" panose="020B0502040204020203" pitchFamily="34" charset="0"/>
                <a:ea typeface="Calibri" panose="020F0502020204030204" pitchFamily="34" charset="0"/>
                <a:cs typeface="Times New Roman" panose="02020603050405020304" pitchFamily="18" charset="0"/>
              </a:rPr>
              <a:t>कान</a:t>
            </a:r>
            <a:r>
              <a:rPr lang="en-IN" sz="1800" dirty="0">
                <a:effectLst/>
                <a:latin typeface="Calibri" panose="020F0502020204030204" pitchFamily="34" charset="0"/>
                <a:ea typeface="Calibri" panose="020F0502020204030204" pitchFamily="34" charset="0"/>
                <a:cs typeface="Times New Roman" panose="02020603050405020304" pitchFamily="18" charset="0"/>
              </a:rPr>
              <a:t> </a:t>
            </a:r>
            <a:r>
              <a:rPr lang="en-IN" sz="1800" dirty="0" err="1">
                <a:effectLst/>
                <a:latin typeface="Nirmala UI" panose="020B0502040204020203" pitchFamily="34" charset="0"/>
                <a:ea typeface="Calibri" panose="020F0502020204030204" pitchFamily="34" charset="0"/>
                <a:cs typeface="Times New Roman" panose="02020603050405020304" pitchFamily="18" charset="0"/>
              </a:rPr>
              <a:t>ताठ</a:t>
            </a:r>
            <a:r>
              <a:rPr lang="en-IN" sz="1800" dirty="0">
                <a:effectLst/>
                <a:latin typeface="Calibri" panose="020F0502020204030204" pitchFamily="34" charset="0"/>
                <a:ea typeface="Calibri" panose="020F0502020204030204" pitchFamily="34" charset="0"/>
                <a:cs typeface="Times New Roman" panose="02020603050405020304" pitchFamily="18" charset="0"/>
              </a:rPr>
              <a:t> </a:t>
            </a:r>
            <a:r>
              <a:rPr lang="en-IN" sz="1800" dirty="0">
                <a:effectLst/>
                <a:latin typeface="Nirmala UI" panose="020B0502040204020203" pitchFamily="34" charset="0"/>
                <a:ea typeface="Calibri" panose="020F0502020204030204" pitchFamily="34" charset="0"/>
                <a:cs typeface="Times New Roman" panose="02020603050405020304" pitchFamily="18" charset="0"/>
              </a:rPr>
              <a:t>असतात</a:t>
            </a:r>
            <a:r>
              <a:rPr lang="en-IN" sz="1800" dirty="0">
                <a:effectLst/>
                <a:latin typeface="Calibri" panose="020F0502020204030204" pitchFamily="34" charset="0"/>
                <a:ea typeface="Calibri" panose="020F0502020204030204" pitchFamily="34" charset="0"/>
                <a:cs typeface="Times New Roman" panose="02020603050405020304" pitchFamily="18" charset="0"/>
              </a:rPr>
              <a:t>. </a:t>
            </a:r>
          </a:p>
          <a:p>
            <a:pPr marL="285750" indent="-285750">
              <a:lnSpc>
                <a:spcPct val="107000"/>
              </a:lnSpc>
              <a:spcAft>
                <a:spcPts val="800"/>
              </a:spcAft>
              <a:buFont typeface="Arial" panose="020B0604020202020204" pitchFamily="34" charset="0"/>
              <a:buChar char="•"/>
            </a:pPr>
            <a:r>
              <a:rPr lang="hi-IN" sz="1800" dirty="0">
                <a:effectLst/>
                <a:latin typeface="Nirmala UI" panose="020B0502040204020203" pitchFamily="34" charset="0"/>
                <a:ea typeface="Calibri" panose="020F0502020204030204" pitchFamily="34" charset="0"/>
                <a:cs typeface="Times New Roman" panose="02020603050405020304" pitchFamily="18" charset="0"/>
              </a:rPr>
              <a:t>मादीचे </a:t>
            </a:r>
            <a:r>
              <a:rPr lang="en-IN" sz="1800" dirty="0">
                <a:effectLst/>
                <a:latin typeface="Nirmala UI" panose="020B0502040204020203" pitchFamily="34" charset="0"/>
                <a:ea typeface="Calibri" panose="020F0502020204030204" pitchFamily="34" charset="0"/>
                <a:cs typeface="Times New Roman" panose="02020603050405020304" pitchFamily="18" charset="0"/>
              </a:rPr>
              <a:t>वजन</a:t>
            </a:r>
            <a:r>
              <a:rPr lang="en-IN" sz="1800" dirty="0">
                <a:effectLst/>
                <a:latin typeface="Calibri" panose="020F0502020204030204" pitchFamily="34" charset="0"/>
                <a:ea typeface="Calibri" panose="020F0502020204030204" pitchFamily="34" charset="0"/>
                <a:cs typeface="Times New Roman" panose="02020603050405020304" pitchFamily="18" charset="0"/>
              </a:rPr>
              <a:t> 61 </a:t>
            </a:r>
            <a:r>
              <a:rPr lang="en-IN" sz="1800" dirty="0" err="1">
                <a:effectLst/>
                <a:latin typeface="Nirmala UI" panose="020B0502040204020203" pitchFamily="34" charset="0"/>
                <a:ea typeface="Calibri" panose="020F0502020204030204" pitchFamily="34" charset="0"/>
                <a:cs typeface="Times New Roman" panose="02020603050405020304" pitchFamily="18" charset="0"/>
              </a:rPr>
              <a:t>किलो</a:t>
            </a:r>
            <a:r>
              <a:rPr lang="en-IN" sz="1800" dirty="0">
                <a:effectLst/>
                <a:latin typeface="Calibri" panose="020F0502020204030204" pitchFamily="34" charset="0"/>
                <a:ea typeface="Calibri" panose="020F0502020204030204" pitchFamily="34" charset="0"/>
                <a:cs typeface="Times New Roman" panose="02020603050405020304" pitchFamily="18" charset="0"/>
              </a:rPr>
              <a:t> </a:t>
            </a:r>
            <a:r>
              <a:rPr lang="en-IN" sz="1800" dirty="0">
                <a:effectLst/>
                <a:latin typeface="Nirmala UI" panose="020B0502040204020203" pitchFamily="34" charset="0"/>
                <a:ea typeface="Calibri" panose="020F0502020204030204" pitchFamily="34" charset="0"/>
                <a:cs typeface="Times New Roman" panose="02020603050405020304" pitchFamily="18" charset="0"/>
              </a:rPr>
              <a:t>आणि</a:t>
            </a:r>
            <a:r>
              <a:rPr lang="en-IN" sz="1800" dirty="0">
                <a:effectLst/>
                <a:latin typeface="Calibri" panose="020F0502020204030204" pitchFamily="34" charset="0"/>
                <a:ea typeface="Calibri" panose="020F0502020204030204" pitchFamily="34" charset="0"/>
                <a:cs typeface="Times New Roman" panose="02020603050405020304" pitchFamily="18" charset="0"/>
              </a:rPr>
              <a:t> </a:t>
            </a:r>
            <a:r>
              <a:rPr lang="en-IN" sz="1800" dirty="0" err="1">
                <a:effectLst/>
                <a:latin typeface="Nirmala UI" panose="020B0502040204020203" pitchFamily="34" charset="0"/>
                <a:ea typeface="Calibri" panose="020F0502020204030204" pitchFamily="34" charset="0"/>
                <a:cs typeface="Times New Roman" panose="02020603050405020304" pitchFamily="18" charset="0"/>
              </a:rPr>
              <a:t>बोकडाचे</a:t>
            </a:r>
            <a:r>
              <a:rPr lang="en-IN" sz="1800" dirty="0">
                <a:effectLst/>
                <a:latin typeface="Calibri" panose="020F0502020204030204" pitchFamily="34" charset="0"/>
                <a:ea typeface="Calibri" panose="020F0502020204030204" pitchFamily="34" charset="0"/>
                <a:cs typeface="Times New Roman" panose="02020603050405020304" pitchFamily="18" charset="0"/>
              </a:rPr>
              <a:t> </a:t>
            </a:r>
            <a:r>
              <a:rPr lang="en-IN" sz="1800" dirty="0">
                <a:effectLst/>
                <a:latin typeface="Nirmala UI" panose="020B0502040204020203" pitchFamily="34" charset="0"/>
                <a:ea typeface="Calibri" panose="020F0502020204030204" pitchFamily="34" charset="0"/>
                <a:cs typeface="Times New Roman" panose="02020603050405020304" pitchFamily="18" charset="0"/>
              </a:rPr>
              <a:t>वजन</a:t>
            </a:r>
            <a:r>
              <a:rPr lang="en-IN" sz="1800" dirty="0">
                <a:effectLst/>
                <a:latin typeface="Calibri" panose="020F0502020204030204" pitchFamily="34" charset="0"/>
                <a:ea typeface="Calibri" panose="020F0502020204030204" pitchFamily="34" charset="0"/>
                <a:cs typeface="Times New Roman" panose="02020603050405020304" pitchFamily="18" charset="0"/>
              </a:rPr>
              <a:t> 77 </a:t>
            </a:r>
            <a:r>
              <a:rPr lang="en-IN" sz="1800" dirty="0" err="1">
                <a:effectLst/>
                <a:latin typeface="Nirmala UI" panose="020B0502040204020203" pitchFamily="34" charset="0"/>
                <a:ea typeface="Calibri" panose="020F0502020204030204" pitchFamily="34" charset="0"/>
                <a:cs typeface="Times New Roman" panose="02020603050405020304" pitchFamily="18" charset="0"/>
              </a:rPr>
              <a:t>किलो</a:t>
            </a:r>
            <a:r>
              <a:rPr lang="en-IN" sz="1800" dirty="0">
                <a:effectLst/>
                <a:latin typeface="Calibri" panose="020F0502020204030204" pitchFamily="34" charset="0"/>
                <a:ea typeface="Calibri" panose="020F0502020204030204" pitchFamily="34" charset="0"/>
                <a:cs typeface="Times New Roman" panose="02020603050405020304" pitchFamily="18" charset="0"/>
              </a:rPr>
              <a:t> </a:t>
            </a:r>
            <a:r>
              <a:rPr lang="en-IN" sz="1800" dirty="0" err="1">
                <a:effectLst/>
                <a:latin typeface="Nirmala UI" panose="020B0502040204020203" pitchFamily="34" charset="0"/>
                <a:ea typeface="Calibri" panose="020F0502020204030204" pitchFamily="34" charset="0"/>
                <a:cs typeface="Times New Roman" panose="02020603050405020304" pitchFamily="18" charset="0"/>
              </a:rPr>
              <a:t>असते</a:t>
            </a:r>
            <a:r>
              <a:rPr lang="en-IN" sz="1800" dirty="0">
                <a:effectLst/>
                <a:latin typeface="Calibri" panose="020F0502020204030204" pitchFamily="34" charset="0"/>
                <a:ea typeface="Calibri" panose="020F0502020204030204" pitchFamily="34" charset="0"/>
                <a:cs typeface="Times New Roman" panose="02020603050405020304" pitchFamily="18" charset="0"/>
              </a:rPr>
              <a:t>. </a:t>
            </a:r>
          </a:p>
          <a:p>
            <a:pPr marL="285750" indent="-285750">
              <a:lnSpc>
                <a:spcPct val="107000"/>
              </a:lnSpc>
              <a:spcAft>
                <a:spcPts val="800"/>
              </a:spcAft>
              <a:buFont typeface="Arial" panose="020B0604020202020204" pitchFamily="34" charset="0"/>
              <a:buChar char="•"/>
            </a:pPr>
            <a:r>
              <a:rPr lang="en-IN" sz="1800" dirty="0" err="1">
                <a:effectLst/>
                <a:latin typeface="Nirmala UI" panose="020B0502040204020203" pitchFamily="34" charset="0"/>
                <a:ea typeface="Calibri" panose="020F0502020204030204" pitchFamily="34" charset="0"/>
                <a:cs typeface="Times New Roman" panose="02020603050405020304" pitchFamily="18" charset="0"/>
              </a:rPr>
              <a:t>कोटचा</a:t>
            </a:r>
            <a:r>
              <a:rPr lang="en-IN" sz="1800" dirty="0">
                <a:effectLst/>
                <a:latin typeface="Calibri" panose="020F0502020204030204" pitchFamily="34" charset="0"/>
                <a:ea typeface="Calibri" panose="020F0502020204030204" pitchFamily="34" charset="0"/>
                <a:cs typeface="Times New Roman" panose="02020603050405020304" pitchFamily="18" charset="0"/>
              </a:rPr>
              <a:t> </a:t>
            </a:r>
            <a:r>
              <a:rPr lang="en-IN" sz="1800" dirty="0" err="1">
                <a:effectLst/>
                <a:latin typeface="Nirmala UI" panose="020B0502040204020203" pitchFamily="34" charset="0"/>
                <a:ea typeface="Calibri" panose="020F0502020204030204" pitchFamily="34" charset="0"/>
                <a:cs typeface="Times New Roman" panose="02020603050405020304" pitchFamily="18" charset="0"/>
              </a:rPr>
              <a:t>रंग</a:t>
            </a:r>
            <a:r>
              <a:rPr lang="en-IN" sz="1800" dirty="0">
                <a:effectLst/>
                <a:latin typeface="Calibri" panose="020F0502020204030204" pitchFamily="34" charset="0"/>
                <a:ea typeface="Calibri" panose="020F0502020204030204" pitchFamily="34" charset="0"/>
                <a:cs typeface="Times New Roman" panose="02020603050405020304" pitchFamily="18" charset="0"/>
              </a:rPr>
              <a:t> </a:t>
            </a:r>
            <a:r>
              <a:rPr lang="en-IN" sz="1800" dirty="0" err="1">
                <a:effectLst/>
                <a:latin typeface="Nirmala UI" panose="020B0502040204020203" pitchFamily="34" charset="0"/>
                <a:ea typeface="Calibri" panose="020F0502020204030204" pitchFamily="34" charset="0"/>
                <a:cs typeface="Times New Roman" panose="02020603050405020304" pitchFamily="18" charset="0"/>
              </a:rPr>
              <a:t>प्रामुख्याने</a:t>
            </a:r>
            <a:r>
              <a:rPr lang="en-IN" sz="1800" dirty="0">
                <a:effectLst/>
                <a:latin typeface="Calibri" panose="020F0502020204030204" pitchFamily="34" charset="0"/>
                <a:ea typeface="Calibri" panose="020F0502020204030204" pitchFamily="34" charset="0"/>
                <a:cs typeface="Times New Roman" panose="02020603050405020304" pitchFamily="18" charset="0"/>
              </a:rPr>
              <a:t> </a:t>
            </a:r>
            <a:r>
              <a:rPr lang="en-IN" sz="1800" dirty="0" err="1">
                <a:effectLst/>
                <a:latin typeface="Nirmala UI" panose="020B0502040204020203" pitchFamily="34" charset="0"/>
                <a:ea typeface="Calibri" panose="020F0502020204030204" pitchFamily="34" charset="0"/>
                <a:cs typeface="Times New Roman" panose="02020603050405020304" pitchFamily="18" charset="0"/>
              </a:rPr>
              <a:t>तपकिरी</a:t>
            </a:r>
            <a:r>
              <a:rPr lang="en-IN" sz="1800" dirty="0">
                <a:effectLst/>
                <a:latin typeface="Calibri" panose="020F0502020204030204" pitchFamily="34" charset="0"/>
                <a:ea typeface="Calibri" panose="020F0502020204030204" pitchFamily="34" charset="0"/>
                <a:cs typeface="Times New Roman" panose="02020603050405020304" pitchFamily="18" charset="0"/>
              </a:rPr>
              <a:t> </a:t>
            </a:r>
            <a:r>
              <a:rPr lang="en-IN" sz="1800" dirty="0">
                <a:effectLst/>
                <a:latin typeface="Nirmala UI" panose="020B0502040204020203" pitchFamily="34" charset="0"/>
                <a:ea typeface="Calibri" panose="020F0502020204030204" pitchFamily="34" charset="0"/>
                <a:cs typeface="Times New Roman" panose="02020603050405020304" pitchFamily="18" charset="0"/>
              </a:rPr>
              <a:t>असतो</a:t>
            </a:r>
            <a:r>
              <a:rPr lang="en-IN" sz="1800" dirty="0">
                <a:effectLst/>
                <a:latin typeface="Calibri" panose="020F0502020204030204" pitchFamily="34" charset="0"/>
                <a:ea typeface="Calibri" panose="020F0502020204030204" pitchFamily="34" charset="0"/>
                <a:cs typeface="Times New Roman" panose="02020603050405020304" pitchFamily="18" charset="0"/>
              </a:rPr>
              <a:t> </a:t>
            </a:r>
            <a:r>
              <a:rPr lang="en-IN" sz="1800" dirty="0">
                <a:effectLst/>
                <a:latin typeface="Nirmala UI" panose="020B0502040204020203" pitchFamily="34" charset="0"/>
                <a:ea typeface="Calibri" panose="020F0502020204030204" pitchFamily="34" charset="0"/>
                <a:cs typeface="Times New Roman" panose="02020603050405020304" pitchFamily="18" charset="0"/>
              </a:rPr>
              <a:t>परंतु</a:t>
            </a:r>
            <a:r>
              <a:rPr lang="en-IN" sz="1800" dirty="0">
                <a:effectLst/>
                <a:latin typeface="Calibri" panose="020F0502020204030204" pitchFamily="34" charset="0"/>
                <a:ea typeface="Calibri" panose="020F0502020204030204" pitchFamily="34" charset="0"/>
                <a:cs typeface="Times New Roman" panose="02020603050405020304" pitchFamily="18" charset="0"/>
              </a:rPr>
              <a:t> </a:t>
            </a:r>
            <a:r>
              <a:rPr lang="en-IN" sz="1800" dirty="0" err="1">
                <a:effectLst/>
                <a:latin typeface="Nirmala UI" panose="020B0502040204020203" pitchFamily="34" charset="0"/>
                <a:ea typeface="Calibri" panose="020F0502020204030204" pitchFamily="34" charset="0"/>
                <a:cs typeface="Times New Roman" panose="02020603050405020304" pitchFamily="18" charset="0"/>
              </a:rPr>
              <a:t>फरक</a:t>
            </a:r>
            <a:r>
              <a:rPr lang="en-IN" sz="1800" dirty="0">
                <a:effectLst/>
                <a:latin typeface="Calibri" panose="020F0502020204030204" pitchFamily="34" charset="0"/>
                <a:ea typeface="Calibri" panose="020F0502020204030204" pitchFamily="34" charset="0"/>
                <a:cs typeface="Times New Roman" panose="02020603050405020304" pitchFamily="18" charset="0"/>
              </a:rPr>
              <a:t> </a:t>
            </a:r>
            <a:r>
              <a:rPr lang="en-IN" sz="1800" dirty="0" err="1">
                <a:effectLst/>
                <a:latin typeface="Nirmala UI" panose="020B0502040204020203" pitchFamily="34" charset="0"/>
                <a:ea typeface="Calibri" panose="020F0502020204030204" pitchFamily="34" charset="0"/>
                <a:cs typeface="Times New Roman" panose="02020603050405020304" pitchFamily="18" charset="0"/>
              </a:rPr>
              <a:t>दिसून</a:t>
            </a:r>
            <a:r>
              <a:rPr lang="en-IN" sz="1800" dirty="0">
                <a:effectLst/>
                <a:latin typeface="Calibri" panose="020F0502020204030204" pitchFamily="34" charset="0"/>
                <a:ea typeface="Calibri" panose="020F0502020204030204" pitchFamily="34" charset="0"/>
                <a:cs typeface="Times New Roman" panose="02020603050405020304" pitchFamily="18" charset="0"/>
              </a:rPr>
              <a:t> </a:t>
            </a:r>
            <a:r>
              <a:rPr lang="en-IN" sz="1800" dirty="0" err="1">
                <a:effectLst/>
                <a:latin typeface="Nirmala UI" panose="020B0502040204020203" pitchFamily="34" charset="0"/>
                <a:ea typeface="Calibri" panose="020F0502020204030204" pitchFamily="34" charset="0"/>
                <a:cs typeface="Times New Roman" panose="02020603050405020304" pitchFamily="18" charset="0"/>
              </a:rPr>
              <a:t>येतो</a:t>
            </a:r>
            <a:r>
              <a:rPr lang="en-IN" sz="1800" dirty="0">
                <a:effectLst/>
                <a:latin typeface="Calibri" panose="020F0502020204030204" pitchFamily="34" charset="0"/>
                <a:ea typeface="Calibri" panose="020F0502020204030204" pitchFamily="34" charset="0"/>
                <a:cs typeface="Times New Roman" panose="02020603050405020304" pitchFamily="18" charset="0"/>
              </a:rPr>
              <a:t>. </a:t>
            </a:r>
          </a:p>
          <a:p>
            <a:pPr marL="285750" indent="-285750">
              <a:lnSpc>
                <a:spcPct val="107000"/>
              </a:lnSpc>
              <a:spcAft>
                <a:spcPts val="800"/>
              </a:spcAft>
              <a:buFont typeface="Arial" panose="020B0604020202020204" pitchFamily="34" charset="0"/>
              <a:buChar char="•"/>
            </a:pPr>
            <a:r>
              <a:rPr lang="en-IN" sz="1800" dirty="0" err="1">
                <a:effectLst/>
                <a:latin typeface="Nirmala UI" panose="020B0502040204020203" pitchFamily="34" charset="0"/>
                <a:ea typeface="Calibri" panose="020F0502020204030204" pitchFamily="34" charset="0"/>
                <a:cs typeface="Times New Roman" panose="02020603050405020304" pitchFamily="18" charset="0"/>
              </a:rPr>
              <a:t>सरासरी</a:t>
            </a:r>
            <a:r>
              <a:rPr lang="en-IN" sz="1800" dirty="0">
                <a:effectLst/>
                <a:latin typeface="Calibri" panose="020F0502020204030204" pitchFamily="34" charset="0"/>
                <a:ea typeface="Calibri" panose="020F0502020204030204" pitchFamily="34" charset="0"/>
                <a:cs typeface="Times New Roman" panose="02020603050405020304" pitchFamily="18" charset="0"/>
              </a:rPr>
              <a:t> </a:t>
            </a:r>
            <a:r>
              <a:rPr lang="hi-IN" sz="1800" dirty="0">
                <a:effectLst/>
                <a:latin typeface="Nirmala UI" panose="020B0502040204020203" pitchFamily="34" charset="0"/>
                <a:ea typeface="Calibri" panose="020F0502020204030204" pitchFamily="34" charset="0"/>
                <a:cs typeface="Times New Roman" panose="02020603050405020304" pitchFamily="18" charset="0"/>
              </a:rPr>
              <a:t>दुधाचा </a:t>
            </a:r>
            <a:r>
              <a:rPr lang="en-IN" sz="1800" dirty="0">
                <a:effectLst/>
                <a:latin typeface="Calibri" panose="020F0502020204030204" pitchFamily="34" charset="0"/>
                <a:ea typeface="Calibri" panose="020F0502020204030204" pitchFamily="34" charset="0"/>
                <a:cs typeface="Times New Roman" panose="02020603050405020304" pitchFamily="18" charset="0"/>
              </a:rPr>
              <a:t> </a:t>
            </a:r>
            <a:r>
              <a:rPr lang="en-IN" sz="1800" dirty="0" err="1">
                <a:effectLst/>
                <a:latin typeface="Nirmala UI" panose="020B0502040204020203" pitchFamily="34" charset="0"/>
                <a:ea typeface="Calibri" panose="020F0502020204030204" pitchFamily="34" charset="0"/>
                <a:cs typeface="Times New Roman" panose="02020603050405020304" pitchFamily="18" charset="0"/>
              </a:rPr>
              <a:t>कालावधी</a:t>
            </a:r>
            <a:r>
              <a:rPr lang="en-IN" sz="1800" dirty="0">
                <a:effectLst/>
                <a:latin typeface="Calibri" panose="020F0502020204030204" pitchFamily="34" charset="0"/>
                <a:ea typeface="Calibri" panose="020F0502020204030204" pitchFamily="34" charset="0"/>
                <a:cs typeface="Times New Roman" panose="02020603050405020304" pitchFamily="18" charset="0"/>
              </a:rPr>
              <a:t> 150 </a:t>
            </a:r>
            <a:r>
              <a:rPr lang="en-IN" sz="1800" dirty="0" err="1">
                <a:effectLst/>
                <a:latin typeface="Nirmala UI" panose="020B0502040204020203" pitchFamily="34" charset="0"/>
                <a:ea typeface="Calibri" panose="020F0502020204030204" pitchFamily="34" charset="0"/>
                <a:cs typeface="Times New Roman" panose="02020603050405020304" pitchFamily="18" charset="0"/>
              </a:rPr>
              <a:t>दिवस</a:t>
            </a:r>
            <a:r>
              <a:rPr lang="en-IN" sz="1800" dirty="0">
                <a:effectLst/>
                <a:latin typeface="Calibri" panose="020F0502020204030204" pitchFamily="34" charset="0"/>
                <a:ea typeface="Calibri" panose="020F0502020204030204" pitchFamily="34" charset="0"/>
                <a:cs typeface="Times New Roman" panose="02020603050405020304" pitchFamily="18" charset="0"/>
              </a:rPr>
              <a:t> </a:t>
            </a:r>
            <a:r>
              <a:rPr lang="en-IN" sz="1800" dirty="0" err="1">
                <a:effectLst/>
                <a:latin typeface="Nirmala UI" panose="020B0502040204020203" pitchFamily="34" charset="0"/>
                <a:ea typeface="Calibri" panose="020F0502020204030204" pitchFamily="34" charset="0"/>
                <a:cs typeface="Times New Roman" panose="02020603050405020304" pitchFamily="18" charset="0"/>
              </a:rPr>
              <a:t>आहे</a:t>
            </a:r>
            <a:r>
              <a:rPr lang="en-IN" sz="1800" dirty="0">
                <a:effectLst/>
                <a:latin typeface="Calibri" panose="020F0502020204030204" pitchFamily="34" charset="0"/>
                <a:ea typeface="Calibri" panose="020F0502020204030204" pitchFamily="34" charset="0"/>
                <a:cs typeface="Times New Roman" panose="02020603050405020304" pitchFamily="18" charset="0"/>
              </a:rPr>
              <a:t>. </a:t>
            </a:r>
            <a:r>
              <a:rPr lang="en-IN" sz="1800" dirty="0" err="1">
                <a:effectLst/>
                <a:latin typeface="Nirmala UI" panose="020B0502040204020203" pitchFamily="34" charset="0"/>
                <a:ea typeface="Calibri" panose="020F0502020204030204" pitchFamily="34" charset="0"/>
                <a:cs typeface="Times New Roman" panose="02020603050405020304" pitchFamily="18" charset="0"/>
              </a:rPr>
              <a:t>मादी</a:t>
            </a:r>
            <a:r>
              <a:rPr lang="en-IN" sz="1800" dirty="0">
                <a:effectLst/>
                <a:latin typeface="Calibri" panose="020F0502020204030204" pitchFamily="34" charset="0"/>
                <a:ea typeface="Calibri" panose="020F0502020204030204" pitchFamily="34" charset="0"/>
                <a:cs typeface="Times New Roman" panose="02020603050405020304" pitchFamily="18" charset="0"/>
              </a:rPr>
              <a:t> </a:t>
            </a:r>
            <a:r>
              <a:rPr lang="hi-IN" sz="1800" dirty="0">
                <a:effectLst/>
                <a:latin typeface="Nirmala UI" panose="020B0502040204020203" pitchFamily="34" charset="0"/>
                <a:ea typeface="Calibri" panose="020F0502020204030204" pitchFamily="34" charset="0"/>
                <a:cs typeface="Times New Roman" panose="02020603050405020304" pitchFamily="18" charset="0"/>
              </a:rPr>
              <a:t>दुधा</a:t>
            </a:r>
            <a:r>
              <a:rPr lang="en-IN" sz="1800" dirty="0" err="1">
                <a:effectLst/>
                <a:latin typeface="Nirmala UI" panose="020B0502040204020203" pitchFamily="34" charset="0"/>
                <a:ea typeface="Calibri" panose="020F0502020204030204" pitchFamily="34" charset="0"/>
                <a:cs typeface="Times New Roman" panose="02020603050405020304" pitchFamily="18" charset="0"/>
              </a:rPr>
              <a:t>च्या</a:t>
            </a:r>
            <a:r>
              <a:rPr lang="en-IN" sz="1800" dirty="0">
                <a:effectLst/>
                <a:latin typeface="Calibri" panose="020F0502020204030204" pitchFamily="34" charset="0"/>
                <a:ea typeface="Calibri" panose="020F0502020204030204" pitchFamily="34" charset="0"/>
                <a:cs typeface="Times New Roman" panose="02020603050405020304" pitchFamily="18" charset="0"/>
              </a:rPr>
              <a:t> </a:t>
            </a:r>
            <a:r>
              <a:rPr lang="en-IN" sz="1800" dirty="0" err="1">
                <a:effectLst/>
                <a:latin typeface="Nirmala UI" panose="020B0502040204020203" pitchFamily="34" charset="0"/>
                <a:ea typeface="Calibri" panose="020F0502020204030204" pitchFamily="34" charset="0"/>
                <a:cs typeface="Times New Roman" panose="02020603050405020304" pitchFamily="18" charset="0"/>
              </a:rPr>
              <a:t>कालावधीत</a:t>
            </a:r>
            <a:r>
              <a:rPr lang="en-IN" sz="1800" dirty="0">
                <a:effectLst/>
                <a:latin typeface="Calibri" panose="020F0502020204030204" pitchFamily="34" charset="0"/>
                <a:ea typeface="Calibri" panose="020F0502020204030204" pitchFamily="34" charset="0"/>
                <a:cs typeface="Times New Roman" panose="02020603050405020304" pitchFamily="18" charset="0"/>
              </a:rPr>
              <a:t> 950 </a:t>
            </a:r>
            <a:r>
              <a:rPr lang="en-IN" sz="1800" dirty="0" err="1">
                <a:effectLst/>
                <a:latin typeface="Nirmala UI" panose="020B0502040204020203" pitchFamily="34" charset="0"/>
                <a:ea typeface="Calibri" panose="020F0502020204030204" pitchFamily="34" charset="0"/>
                <a:cs typeface="Times New Roman" panose="02020603050405020304" pitchFamily="18" charset="0"/>
              </a:rPr>
              <a:t>किलो</a:t>
            </a:r>
            <a:r>
              <a:rPr lang="en-IN" sz="1800" dirty="0">
                <a:effectLst/>
                <a:latin typeface="Calibri" panose="020F0502020204030204" pitchFamily="34" charset="0"/>
                <a:ea typeface="Calibri" panose="020F0502020204030204" pitchFamily="34" charset="0"/>
                <a:cs typeface="Times New Roman" panose="02020603050405020304" pitchFamily="18" charset="0"/>
              </a:rPr>
              <a:t> </a:t>
            </a:r>
            <a:r>
              <a:rPr lang="en-IN" sz="1800" dirty="0" err="1">
                <a:effectLst/>
                <a:latin typeface="Nirmala UI" panose="020B0502040204020203" pitchFamily="34" charset="0"/>
                <a:ea typeface="Calibri" panose="020F0502020204030204" pitchFamily="34" charset="0"/>
                <a:cs typeface="Times New Roman" panose="02020603050405020304" pitchFamily="18" charset="0"/>
              </a:rPr>
              <a:t>दूध</a:t>
            </a:r>
            <a:r>
              <a:rPr lang="en-IN" sz="1800" dirty="0">
                <a:effectLst/>
                <a:latin typeface="Calibri" panose="020F0502020204030204" pitchFamily="34" charset="0"/>
                <a:ea typeface="Calibri" panose="020F0502020204030204" pitchFamily="34" charset="0"/>
                <a:cs typeface="Times New Roman" panose="02020603050405020304" pitchFamily="18" charset="0"/>
              </a:rPr>
              <a:t> </a:t>
            </a:r>
            <a:r>
              <a:rPr lang="en-IN" sz="1800" dirty="0">
                <a:effectLst/>
                <a:latin typeface="Nirmala UI" panose="020B0502040204020203" pitchFamily="34" charset="0"/>
                <a:ea typeface="Calibri" panose="020F0502020204030204" pitchFamily="34" charset="0"/>
                <a:cs typeface="Times New Roman" panose="02020603050405020304" pitchFamily="18" charset="0"/>
              </a:rPr>
              <a:t>तयार</a:t>
            </a:r>
            <a:r>
              <a:rPr lang="en-IN" sz="1800" dirty="0">
                <a:effectLst/>
                <a:latin typeface="Calibri" panose="020F0502020204030204" pitchFamily="34" charset="0"/>
                <a:ea typeface="Calibri" panose="020F0502020204030204" pitchFamily="34" charset="0"/>
                <a:cs typeface="Times New Roman" panose="02020603050405020304" pitchFamily="18" charset="0"/>
              </a:rPr>
              <a:t> </a:t>
            </a:r>
            <a:r>
              <a:rPr lang="en-IN" sz="1800" dirty="0">
                <a:effectLst/>
                <a:latin typeface="Nirmala UI" panose="020B0502040204020203" pitchFamily="34" charset="0"/>
                <a:ea typeface="Calibri" panose="020F0502020204030204" pitchFamily="34" charset="0"/>
                <a:cs typeface="Times New Roman" panose="02020603050405020304" pitchFamily="18" charset="0"/>
              </a:rPr>
              <a:t>करते</a:t>
            </a:r>
            <a:r>
              <a:rPr lang="en-IN" sz="1800" dirty="0">
                <a:effectLst/>
                <a:latin typeface="Calibri" panose="020F0502020204030204" pitchFamily="34" charset="0"/>
                <a:ea typeface="Calibri" panose="020F0502020204030204" pitchFamily="34" charset="0"/>
                <a:cs typeface="Times New Roman" panose="02020603050405020304" pitchFamily="18" charset="0"/>
              </a:rPr>
              <a:t>. </a:t>
            </a:r>
          </a:p>
          <a:p>
            <a:pPr marL="285750" indent="-285750">
              <a:lnSpc>
                <a:spcPct val="107000"/>
              </a:lnSpc>
              <a:spcAft>
                <a:spcPts val="800"/>
              </a:spcAft>
              <a:buFont typeface="Arial" panose="020B0604020202020204" pitchFamily="34" charset="0"/>
              <a:buChar char="•"/>
            </a:pPr>
            <a:r>
              <a:rPr lang="en-IN" sz="1800" dirty="0" err="1">
                <a:effectLst/>
                <a:latin typeface="Nirmala UI" panose="020B0502040204020203" pitchFamily="34" charset="0"/>
                <a:ea typeface="Calibri" panose="020F0502020204030204" pitchFamily="34" charset="0"/>
                <a:cs typeface="Times New Roman" panose="02020603050405020304" pitchFamily="18" charset="0"/>
              </a:rPr>
              <a:t>दुधात</a:t>
            </a:r>
            <a:r>
              <a:rPr lang="en-IN" sz="1800" dirty="0">
                <a:effectLst/>
                <a:latin typeface="Calibri" panose="020F0502020204030204" pitchFamily="34" charset="0"/>
                <a:ea typeface="Calibri" panose="020F0502020204030204" pitchFamily="34" charset="0"/>
                <a:cs typeface="Times New Roman" panose="02020603050405020304" pitchFamily="18" charset="0"/>
              </a:rPr>
              <a:t> </a:t>
            </a:r>
            <a:r>
              <a:rPr lang="en-IN" sz="1800" dirty="0" err="1">
                <a:effectLst/>
                <a:latin typeface="Nirmala UI" panose="020B0502040204020203" pitchFamily="34" charset="0"/>
                <a:ea typeface="Calibri" panose="020F0502020204030204" pitchFamily="34" charset="0"/>
                <a:cs typeface="Times New Roman" panose="02020603050405020304" pitchFamily="18" charset="0"/>
              </a:rPr>
              <a:t>चरबीचे</a:t>
            </a:r>
            <a:r>
              <a:rPr lang="en-IN" sz="1800" dirty="0">
                <a:effectLst/>
                <a:latin typeface="Calibri" panose="020F0502020204030204" pitchFamily="34" charset="0"/>
                <a:ea typeface="Calibri" panose="020F0502020204030204" pitchFamily="34" charset="0"/>
                <a:cs typeface="Times New Roman" panose="02020603050405020304" pitchFamily="18" charset="0"/>
              </a:rPr>
              <a:t> </a:t>
            </a:r>
            <a:r>
              <a:rPr lang="en-IN" sz="1800" dirty="0">
                <a:effectLst/>
                <a:latin typeface="Nirmala UI" panose="020B0502040204020203" pitchFamily="34" charset="0"/>
                <a:ea typeface="Calibri" panose="020F0502020204030204" pitchFamily="34" charset="0"/>
                <a:cs typeface="Times New Roman" panose="02020603050405020304" pitchFamily="18" charset="0"/>
              </a:rPr>
              <a:t>प्रमाण</a:t>
            </a:r>
            <a:r>
              <a:rPr lang="en-IN" sz="1800" dirty="0">
                <a:effectLst/>
                <a:latin typeface="Calibri" panose="020F0502020204030204" pitchFamily="34" charset="0"/>
                <a:ea typeface="Calibri" panose="020F0502020204030204" pitchFamily="34" charset="0"/>
                <a:cs typeface="Times New Roman" panose="02020603050405020304" pitchFamily="18" charset="0"/>
              </a:rPr>
              <a:t> </a:t>
            </a:r>
            <a:r>
              <a:rPr lang="en-IN" sz="1800" dirty="0" err="1">
                <a:effectLst/>
                <a:latin typeface="Nirmala UI" panose="020B0502040204020203" pitchFamily="34" charset="0"/>
                <a:ea typeface="Calibri" panose="020F0502020204030204" pitchFamily="34" charset="0"/>
                <a:cs typeface="Times New Roman" panose="02020603050405020304" pitchFamily="18" charset="0"/>
              </a:rPr>
              <a:t>केवळ</a:t>
            </a:r>
            <a:r>
              <a:rPr lang="en-IN" sz="1800" dirty="0">
                <a:effectLst/>
                <a:latin typeface="Calibri" panose="020F0502020204030204" pitchFamily="34" charset="0"/>
                <a:ea typeface="Calibri" panose="020F0502020204030204" pitchFamily="34" charset="0"/>
                <a:cs typeface="Times New Roman" panose="02020603050405020304" pitchFamily="18" charset="0"/>
              </a:rPr>
              <a:t> 3.4% </a:t>
            </a:r>
            <a:r>
              <a:rPr lang="en-IN" sz="1800" dirty="0" err="1">
                <a:effectLst/>
                <a:latin typeface="Nirmala UI" panose="020B0502040204020203" pitchFamily="34" charset="0"/>
                <a:ea typeface="Calibri" panose="020F0502020204030204" pitchFamily="34" charset="0"/>
                <a:cs typeface="Times New Roman" panose="02020603050405020304" pitchFamily="18" charset="0"/>
              </a:rPr>
              <a:t>आहे</a:t>
            </a:r>
            <a:r>
              <a:rPr lang="en-IN" sz="1800" dirty="0">
                <a:effectLst/>
                <a:latin typeface="Calibri" panose="020F0502020204030204" pitchFamily="34" charset="0"/>
                <a:ea typeface="Calibri" panose="020F0502020204030204" pitchFamily="34" charset="0"/>
                <a:cs typeface="Times New Roman" panose="02020603050405020304" pitchFamily="18" charset="0"/>
              </a:rPr>
              <a:t>. </a:t>
            </a:r>
            <a:r>
              <a:rPr lang="en-IN" sz="1800" dirty="0" err="1">
                <a:effectLst/>
                <a:latin typeface="Nirmala UI" panose="020B0502040204020203" pitchFamily="34" charset="0"/>
                <a:ea typeface="Calibri" panose="020F0502020204030204" pitchFamily="34" charset="0"/>
                <a:cs typeface="Times New Roman" panose="02020603050405020304" pitchFamily="18" charset="0"/>
              </a:rPr>
              <a:t>अल्पाइन</a:t>
            </a:r>
            <a:r>
              <a:rPr lang="en-IN" sz="1800" dirty="0">
                <a:effectLst/>
                <a:latin typeface="Calibri" panose="020F0502020204030204" pitchFamily="34" charset="0"/>
                <a:ea typeface="Calibri" panose="020F0502020204030204" pitchFamily="34" charset="0"/>
                <a:cs typeface="Times New Roman" panose="02020603050405020304" pitchFamily="18" charset="0"/>
              </a:rPr>
              <a:t> </a:t>
            </a:r>
            <a:r>
              <a:rPr lang="en-IN" sz="1800" dirty="0">
                <a:effectLst/>
                <a:latin typeface="Nirmala UI" panose="020B0502040204020203" pitchFamily="34" charset="0"/>
                <a:ea typeface="Calibri" panose="020F0502020204030204" pitchFamily="34" charset="0"/>
                <a:cs typeface="Times New Roman" panose="02020603050405020304" pitchFamily="18" charset="0"/>
              </a:rPr>
              <a:t>ही</a:t>
            </a:r>
            <a:r>
              <a:rPr lang="en-IN" sz="1800" dirty="0">
                <a:effectLst/>
                <a:latin typeface="Calibri" panose="020F0502020204030204" pitchFamily="34" charset="0"/>
                <a:ea typeface="Calibri" panose="020F0502020204030204" pitchFamily="34" charset="0"/>
                <a:cs typeface="Times New Roman" panose="02020603050405020304" pitchFamily="18" charset="0"/>
              </a:rPr>
              <a:t> </a:t>
            </a:r>
            <a:r>
              <a:rPr lang="en-IN" sz="1800" dirty="0" err="1">
                <a:effectLst/>
                <a:latin typeface="Nirmala UI" panose="020B0502040204020203" pitchFamily="34" charset="0"/>
                <a:ea typeface="Calibri" panose="020F0502020204030204" pitchFamily="34" charset="0"/>
                <a:cs typeface="Times New Roman" panose="02020603050405020304" pitchFamily="18" charset="0"/>
              </a:rPr>
              <a:t>एक</a:t>
            </a:r>
            <a:r>
              <a:rPr lang="en-IN" sz="1800" dirty="0">
                <a:effectLst/>
                <a:latin typeface="Calibri" panose="020F0502020204030204" pitchFamily="34" charset="0"/>
                <a:ea typeface="Calibri" panose="020F0502020204030204" pitchFamily="34" charset="0"/>
                <a:cs typeface="Times New Roman" panose="02020603050405020304" pitchFamily="18" charset="0"/>
              </a:rPr>
              <a:t> </a:t>
            </a:r>
            <a:r>
              <a:rPr lang="en-IN" sz="1800" dirty="0" err="1">
                <a:effectLst/>
                <a:latin typeface="Nirmala UI" panose="020B0502040204020203" pitchFamily="34" charset="0"/>
                <a:ea typeface="Calibri" panose="020F0502020204030204" pitchFamily="34" charset="0"/>
                <a:cs typeface="Times New Roman" panose="02020603050405020304" pitchFamily="18" charset="0"/>
              </a:rPr>
              <a:t>उत्तम</a:t>
            </a:r>
            <a:r>
              <a:rPr lang="en-IN" sz="1800" dirty="0">
                <a:effectLst/>
                <a:latin typeface="Calibri" panose="020F0502020204030204" pitchFamily="34" charset="0"/>
                <a:ea typeface="Calibri" panose="020F0502020204030204" pitchFamily="34" charset="0"/>
                <a:cs typeface="Times New Roman" panose="02020603050405020304" pitchFamily="18" charset="0"/>
              </a:rPr>
              <a:t> </a:t>
            </a:r>
            <a:r>
              <a:rPr lang="en-IN" sz="1800" dirty="0">
                <a:effectLst/>
                <a:latin typeface="Nirmala UI" panose="020B0502040204020203" pitchFamily="34" charset="0"/>
                <a:ea typeface="Calibri" panose="020F0502020204030204" pitchFamily="34" charset="0"/>
                <a:cs typeface="Times New Roman" panose="02020603050405020304" pitchFamily="18" charset="0"/>
              </a:rPr>
              <a:t>शेळी</a:t>
            </a:r>
            <a:r>
              <a:rPr lang="en-IN" sz="1800" dirty="0">
                <a:effectLst/>
                <a:latin typeface="Calibri" panose="020F0502020204030204" pitchFamily="34" charset="0"/>
                <a:ea typeface="Calibri" panose="020F0502020204030204" pitchFamily="34" charset="0"/>
                <a:cs typeface="Times New Roman" panose="02020603050405020304" pitchFamily="18" charset="0"/>
              </a:rPr>
              <a:t> </a:t>
            </a:r>
            <a:r>
              <a:rPr lang="en-IN" sz="1800" dirty="0" err="1">
                <a:effectLst/>
                <a:latin typeface="Nirmala UI" panose="020B0502040204020203" pitchFamily="34" charset="0"/>
                <a:ea typeface="Calibri" panose="020F0502020204030204" pitchFamily="34" charset="0"/>
                <a:cs typeface="Times New Roman" panose="02020603050405020304" pitchFamily="18" charset="0"/>
              </a:rPr>
              <a:t>आहे</a:t>
            </a:r>
            <a:r>
              <a:rPr lang="en-IN" sz="1800" dirty="0">
                <a:effectLst/>
                <a:latin typeface="Nirmala UI" panose="020B0502040204020203" pitchFamily="34" charset="0"/>
                <a:ea typeface="Calibri" panose="020F0502020204030204" pitchFamily="34" charset="0"/>
                <a:cs typeface="Times New Roman" panose="02020603050405020304" pitchFamily="18" charset="0"/>
              </a:rPr>
              <a:t>.</a:t>
            </a:r>
            <a:endParaRPr lang="en-IN" sz="1800" dirty="0">
              <a:effectLst/>
              <a:latin typeface="Calibri" panose="020F0502020204030204" pitchFamily="34" charset="0"/>
              <a:ea typeface="Calibri" panose="020F0502020204030204" pitchFamily="34" charset="0"/>
              <a:cs typeface="Times New Roman" panose="02020603050405020304" pitchFamily="18" charset="0"/>
            </a:endParaRPr>
          </a:p>
          <a:p>
            <a:endParaRPr lang="en-IN" dirty="0"/>
          </a:p>
        </p:txBody>
      </p:sp>
    </p:spTree>
    <p:extLst>
      <p:ext uri="{BB962C8B-B14F-4D97-AF65-F5344CB8AC3E}">
        <p14:creationId xmlns:p14="http://schemas.microsoft.com/office/powerpoint/2010/main" val="861329700"/>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B3682D7-58F7-4077-9249-783BB887F4B9}"/>
              </a:ext>
            </a:extLst>
          </p:cNvPr>
          <p:cNvSpPr>
            <a:spLocks noGrp="1"/>
          </p:cNvSpPr>
          <p:nvPr>
            <p:ph type="title"/>
          </p:nvPr>
        </p:nvSpPr>
        <p:spPr>
          <a:xfrm>
            <a:off x="839788" y="457200"/>
            <a:ext cx="3932237" cy="530225"/>
          </a:xfrm>
        </p:spPr>
        <p:txBody>
          <a:bodyPr>
            <a:normAutofit/>
          </a:bodyPr>
          <a:lstStyle/>
          <a:p>
            <a:pPr algn="ctr"/>
            <a:r>
              <a:rPr lang="en-IN" sz="2800" dirty="0" err="1">
                <a:solidFill>
                  <a:srgbClr val="FF0000"/>
                </a:solidFill>
                <a:effectLst/>
                <a:latin typeface="Nirmala UI" panose="020B0502040204020203" pitchFamily="34" charset="0"/>
                <a:ea typeface="Calibri" panose="020F0502020204030204" pitchFamily="34" charset="0"/>
              </a:rPr>
              <a:t>सानेन</a:t>
            </a:r>
            <a:endParaRPr lang="en-IN" dirty="0">
              <a:solidFill>
                <a:srgbClr val="FF0000"/>
              </a:solidFill>
            </a:endParaRPr>
          </a:p>
        </p:txBody>
      </p:sp>
      <p:pic>
        <p:nvPicPr>
          <p:cNvPr id="6" name="Content Placeholder 5">
            <a:extLst>
              <a:ext uri="{FF2B5EF4-FFF2-40B4-BE49-F238E27FC236}">
                <a16:creationId xmlns:a16="http://schemas.microsoft.com/office/drawing/2014/main" id="{B547D35F-7294-4B9F-AC94-6B86B4698346}"/>
              </a:ext>
            </a:extLst>
          </p:cNvPr>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5183188" y="1688306"/>
            <a:ext cx="6172200" cy="3471862"/>
          </a:xfrm>
        </p:spPr>
      </p:pic>
      <p:sp>
        <p:nvSpPr>
          <p:cNvPr id="4" name="Text Placeholder 3">
            <a:extLst>
              <a:ext uri="{FF2B5EF4-FFF2-40B4-BE49-F238E27FC236}">
                <a16:creationId xmlns:a16="http://schemas.microsoft.com/office/drawing/2014/main" id="{17772105-23A9-4005-AE57-9B6887622143}"/>
              </a:ext>
            </a:extLst>
          </p:cNvPr>
          <p:cNvSpPr>
            <a:spLocks noGrp="1"/>
          </p:cNvSpPr>
          <p:nvPr>
            <p:ph type="body" sz="half" idx="2"/>
          </p:nvPr>
        </p:nvSpPr>
        <p:spPr>
          <a:xfrm>
            <a:off x="839788" y="995363"/>
            <a:ext cx="3932237" cy="4873625"/>
          </a:xfrm>
        </p:spPr>
        <p:txBody>
          <a:bodyPr/>
          <a:lstStyle/>
          <a:p>
            <a:pPr marL="285750" indent="-285750">
              <a:lnSpc>
                <a:spcPct val="107000"/>
              </a:lnSpc>
              <a:spcAft>
                <a:spcPts val="800"/>
              </a:spcAft>
              <a:buFont typeface="Arial" panose="020B0604020202020204" pitchFamily="34" charset="0"/>
              <a:buChar char="•"/>
            </a:pPr>
            <a:r>
              <a:rPr lang="en-IN" sz="1800" dirty="0">
                <a:effectLst/>
                <a:latin typeface="Nirmala UI" panose="020B0502040204020203" pitchFamily="34" charset="0"/>
                <a:ea typeface="Calibri" panose="020F0502020204030204" pitchFamily="34" charset="0"/>
                <a:cs typeface="Times New Roman" panose="02020603050405020304" pitchFamily="18" charset="0"/>
              </a:rPr>
              <a:t>ही</a:t>
            </a:r>
            <a:r>
              <a:rPr lang="en-IN" sz="1800" dirty="0">
                <a:effectLst/>
                <a:latin typeface="Calibri" panose="020F0502020204030204" pitchFamily="34" charset="0"/>
                <a:ea typeface="Calibri" panose="020F0502020204030204" pitchFamily="34" charset="0"/>
                <a:cs typeface="Times New Roman" panose="02020603050405020304" pitchFamily="18" charset="0"/>
              </a:rPr>
              <a:t> </a:t>
            </a:r>
            <a:r>
              <a:rPr lang="en-IN" sz="1800" dirty="0" err="1">
                <a:effectLst/>
                <a:latin typeface="Nirmala UI" panose="020B0502040204020203" pitchFamily="34" charset="0"/>
                <a:ea typeface="Calibri" panose="020F0502020204030204" pitchFamily="34" charset="0"/>
                <a:cs typeface="Times New Roman" panose="02020603050405020304" pitchFamily="18" charset="0"/>
              </a:rPr>
              <a:t>जगातील</a:t>
            </a:r>
            <a:r>
              <a:rPr lang="en-IN" sz="1800" dirty="0">
                <a:effectLst/>
                <a:latin typeface="Calibri" panose="020F0502020204030204" pitchFamily="34" charset="0"/>
                <a:ea typeface="Calibri" panose="020F0502020204030204" pitchFamily="34" charset="0"/>
                <a:cs typeface="Times New Roman" panose="02020603050405020304" pitchFamily="18" charset="0"/>
              </a:rPr>
              <a:t> </a:t>
            </a:r>
            <a:r>
              <a:rPr lang="en-IN" sz="1800" dirty="0" err="1">
                <a:effectLst/>
                <a:latin typeface="Nirmala UI" panose="020B0502040204020203" pitchFamily="34" charset="0"/>
                <a:ea typeface="Calibri" panose="020F0502020204030204" pitchFamily="34" charset="0"/>
                <a:cs typeface="Times New Roman" panose="02020603050405020304" pitchFamily="18" charset="0"/>
              </a:rPr>
              <a:t>सर्वात</a:t>
            </a:r>
            <a:r>
              <a:rPr lang="en-IN" sz="1800" dirty="0">
                <a:effectLst/>
                <a:latin typeface="Calibri" panose="020F0502020204030204" pitchFamily="34" charset="0"/>
                <a:ea typeface="Calibri" panose="020F0502020204030204" pitchFamily="34" charset="0"/>
                <a:cs typeface="Times New Roman" panose="02020603050405020304" pitchFamily="18" charset="0"/>
              </a:rPr>
              <a:t> </a:t>
            </a:r>
            <a:r>
              <a:rPr lang="en-IN" sz="1800" dirty="0" err="1">
                <a:effectLst/>
                <a:latin typeface="Nirmala UI" panose="020B0502040204020203" pitchFamily="34" charset="0"/>
                <a:ea typeface="Calibri" panose="020F0502020204030204" pitchFamily="34" charset="0"/>
                <a:cs typeface="Times New Roman" panose="02020603050405020304" pitchFamily="18" charset="0"/>
              </a:rPr>
              <a:t>मोठी</a:t>
            </a:r>
            <a:r>
              <a:rPr lang="en-IN" sz="1800" dirty="0">
                <a:effectLst/>
                <a:latin typeface="Calibri" panose="020F0502020204030204" pitchFamily="34" charset="0"/>
                <a:ea typeface="Calibri" panose="020F0502020204030204" pitchFamily="34" charset="0"/>
                <a:cs typeface="Times New Roman" panose="02020603050405020304" pitchFamily="18" charset="0"/>
              </a:rPr>
              <a:t> </a:t>
            </a:r>
            <a:r>
              <a:rPr lang="en-IN" sz="1800" dirty="0" err="1">
                <a:effectLst/>
                <a:latin typeface="Nirmala UI" panose="020B0502040204020203" pitchFamily="34" charset="0"/>
                <a:ea typeface="Calibri" panose="020F0502020204030204" pitchFamily="34" charset="0"/>
                <a:cs typeface="Times New Roman" panose="02020603050405020304" pitchFamily="18" charset="0"/>
              </a:rPr>
              <a:t>डेअरी</a:t>
            </a:r>
            <a:r>
              <a:rPr lang="en-IN" sz="1800" dirty="0">
                <a:effectLst/>
                <a:latin typeface="Calibri" panose="020F0502020204030204" pitchFamily="34" charset="0"/>
                <a:ea typeface="Calibri" panose="020F0502020204030204" pitchFamily="34" charset="0"/>
                <a:cs typeface="Times New Roman" panose="02020603050405020304" pitchFamily="18" charset="0"/>
              </a:rPr>
              <a:t> </a:t>
            </a:r>
            <a:r>
              <a:rPr lang="en-IN" sz="1800" dirty="0" err="1">
                <a:effectLst/>
                <a:latin typeface="Nirmala UI" panose="020B0502040204020203" pitchFamily="34" charset="0"/>
                <a:ea typeface="Calibri" panose="020F0502020204030204" pitchFamily="34" charset="0"/>
                <a:cs typeface="Times New Roman" panose="02020603050405020304" pitchFamily="18" charset="0"/>
              </a:rPr>
              <a:t>शेळीची</a:t>
            </a:r>
            <a:r>
              <a:rPr lang="en-IN" sz="1800" dirty="0">
                <a:effectLst/>
                <a:latin typeface="Calibri" panose="020F0502020204030204" pitchFamily="34" charset="0"/>
                <a:ea typeface="Calibri" panose="020F0502020204030204" pitchFamily="34" charset="0"/>
                <a:cs typeface="Times New Roman" panose="02020603050405020304" pitchFamily="18" charset="0"/>
              </a:rPr>
              <a:t> </a:t>
            </a:r>
            <a:r>
              <a:rPr lang="en-IN" sz="1800" dirty="0" err="1">
                <a:effectLst/>
                <a:latin typeface="Nirmala UI" panose="020B0502040204020203" pitchFamily="34" charset="0"/>
                <a:ea typeface="Calibri" panose="020F0502020204030204" pitchFamily="34" charset="0"/>
                <a:cs typeface="Times New Roman" panose="02020603050405020304" pitchFamily="18" charset="0"/>
              </a:rPr>
              <a:t>जात</a:t>
            </a:r>
            <a:r>
              <a:rPr lang="en-IN" sz="1800" dirty="0">
                <a:effectLst/>
                <a:latin typeface="Calibri" panose="020F0502020204030204" pitchFamily="34" charset="0"/>
                <a:ea typeface="Calibri" panose="020F0502020204030204" pitchFamily="34" charset="0"/>
                <a:cs typeface="Times New Roman" panose="02020603050405020304" pitchFamily="18" charset="0"/>
              </a:rPr>
              <a:t> </a:t>
            </a:r>
            <a:r>
              <a:rPr lang="en-IN" sz="1800" dirty="0" err="1">
                <a:effectLst/>
                <a:latin typeface="Nirmala UI" panose="020B0502040204020203" pitchFamily="34" charset="0"/>
                <a:ea typeface="Calibri" panose="020F0502020204030204" pitchFamily="34" charset="0"/>
                <a:cs typeface="Times New Roman" panose="02020603050405020304" pitchFamily="18" charset="0"/>
              </a:rPr>
              <a:t>आहे</a:t>
            </a:r>
            <a:r>
              <a:rPr lang="en-IN" sz="1800" dirty="0">
                <a:effectLst/>
                <a:latin typeface="Calibri" panose="020F0502020204030204" pitchFamily="34" charset="0"/>
                <a:ea typeface="Calibri" panose="020F0502020204030204" pitchFamily="34" charset="0"/>
                <a:cs typeface="Times New Roman" panose="02020603050405020304" pitchFamily="18" charset="0"/>
              </a:rPr>
              <a:t> </a:t>
            </a:r>
            <a:r>
              <a:rPr lang="en-IN" sz="1800" dirty="0" err="1">
                <a:effectLst/>
                <a:latin typeface="Nirmala UI" panose="020B0502040204020203" pitchFamily="34" charset="0"/>
                <a:ea typeface="Calibri" panose="020F0502020204030204" pitchFamily="34" charset="0"/>
                <a:cs typeface="Times New Roman" panose="02020603050405020304" pitchFamily="18" charset="0"/>
              </a:rPr>
              <a:t>जी</a:t>
            </a:r>
            <a:r>
              <a:rPr lang="en-IN" sz="1800" dirty="0">
                <a:effectLst/>
                <a:latin typeface="Calibri" panose="020F0502020204030204" pitchFamily="34" charset="0"/>
                <a:ea typeface="Calibri" panose="020F0502020204030204" pitchFamily="34" charset="0"/>
                <a:cs typeface="Times New Roman" panose="02020603050405020304" pitchFamily="18" charset="0"/>
              </a:rPr>
              <a:t> </a:t>
            </a:r>
            <a:r>
              <a:rPr lang="en-IN" sz="1800" dirty="0" err="1">
                <a:effectLst/>
                <a:latin typeface="Nirmala UI" panose="020B0502040204020203" pitchFamily="34" charset="0"/>
                <a:ea typeface="Calibri" panose="020F0502020204030204" pitchFamily="34" charset="0"/>
                <a:cs typeface="Times New Roman" panose="02020603050405020304" pitchFamily="18" charset="0"/>
              </a:rPr>
              <a:t>स्वित्झर्लंडच्या</a:t>
            </a:r>
            <a:r>
              <a:rPr lang="en-IN" sz="1800" dirty="0">
                <a:effectLst/>
                <a:latin typeface="Calibri" panose="020F0502020204030204" pitchFamily="34" charset="0"/>
                <a:ea typeface="Calibri" panose="020F0502020204030204" pitchFamily="34" charset="0"/>
                <a:cs typeface="Times New Roman" panose="02020603050405020304" pitchFamily="18" charset="0"/>
              </a:rPr>
              <a:t> </a:t>
            </a:r>
            <a:r>
              <a:rPr lang="en-IN" sz="1800" dirty="0" err="1">
                <a:effectLst/>
                <a:latin typeface="Nirmala UI" panose="020B0502040204020203" pitchFamily="34" charset="0"/>
                <a:ea typeface="Calibri" panose="020F0502020204030204" pitchFamily="34" charset="0"/>
                <a:cs typeface="Times New Roman" panose="02020603050405020304" pitchFamily="18" charset="0"/>
              </a:rPr>
              <a:t>सानेन</a:t>
            </a:r>
            <a:r>
              <a:rPr lang="en-IN" sz="1800" dirty="0">
                <a:effectLst/>
                <a:latin typeface="Calibri" panose="020F0502020204030204" pitchFamily="34" charset="0"/>
                <a:ea typeface="Calibri" panose="020F0502020204030204" pitchFamily="34" charset="0"/>
                <a:cs typeface="Times New Roman" panose="02020603050405020304" pitchFamily="18" charset="0"/>
              </a:rPr>
              <a:t> </a:t>
            </a:r>
            <a:r>
              <a:rPr lang="en-IN" sz="1800" dirty="0" err="1">
                <a:effectLst/>
                <a:latin typeface="Nirmala UI" panose="020B0502040204020203" pitchFamily="34" charset="0"/>
                <a:ea typeface="Calibri" panose="020F0502020204030204" pitchFamily="34" charset="0"/>
                <a:cs typeface="Times New Roman" panose="02020603050405020304" pitchFamily="18" charset="0"/>
              </a:rPr>
              <a:t>व्हॅलीमधून</a:t>
            </a:r>
            <a:r>
              <a:rPr lang="en-IN" sz="1800" dirty="0">
                <a:effectLst/>
                <a:latin typeface="Calibri" panose="020F0502020204030204" pitchFamily="34" charset="0"/>
                <a:ea typeface="Calibri" panose="020F0502020204030204" pitchFamily="34" charset="0"/>
                <a:cs typeface="Times New Roman" panose="02020603050405020304" pitchFamily="18" charset="0"/>
              </a:rPr>
              <a:t> </a:t>
            </a:r>
            <a:r>
              <a:rPr lang="en-IN" sz="1800" dirty="0" err="1">
                <a:effectLst/>
                <a:latin typeface="Nirmala UI" panose="020B0502040204020203" pitchFamily="34" charset="0"/>
                <a:ea typeface="Calibri" panose="020F0502020204030204" pitchFamily="34" charset="0"/>
                <a:cs typeface="Times New Roman" panose="02020603050405020304" pitchFamily="18" charset="0"/>
              </a:rPr>
              <a:t>उद्भवली</a:t>
            </a:r>
            <a:r>
              <a:rPr lang="en-IN" sz="1800" dirty="0">
                <a:effectLst/>
                <a:latin typeface="Calibri" panose="020F0502020204030204" pitchFamily="34" charset="0"/>
                <a:ea typeface="Calibri" panose="020F0502020204030204" pitchFamily="34" charset="0"/>
                <a:cs typeface="Times New Roman" panose="02020603050405020304" pitchFamily="18" charset="0"/>
              </a:rPr>
              <a:t> </a:t>
            </a:r>
            <a:r>
              <a:rPr lang="en-IN" sz="1800" dirty="0" err="1">
                <a:effectLst/>
                <a:latin typeface="Nirmala UI" panose="020B0502040204020203" pitchFamily="34" charset="0"/>
                <a:ea typeface="Calibri" panose="020F0502020204030204" pitchFamily="34" charset="0"/>
                <a:cs typeface="Times New Roman" panose="02020603050405020304" pitchFamily="18" charset="0"/>
              </a:rPr>
              <a:t>आहे</a:t>
            </a:r>
            <a:r>
              <a:rPr lang="en-IN" sz="1800" dirty="0">
                <a:effectLst/>
                <a:latin typeface="Calibri" panose="020F0502020204030204" pitchFamily="34" charset="0"/>
                <a:ea typeface="Calibri" panose="020F0502020204030204" pitchFamily="34" charset="0"/>
                <a:cs typeface="Times New Roman" panose="02020603050405020304" pitchFamily="18" charset="0"/>
              </a:rPr>
              <a:t>. </a:t>
            </a:r>
            <a:r>
              <a:rPr lang="en-IN" sz="1800" dirty="0">
                <a:effectLst/>
                <a:latin typeface="Nirmala UI" panose="020B0502040204020203" pitchFamily="34" charset="0"/>
                <a:ea typeface="Calibri" panose="020F0502020204030204" pitchFamily="34" charset="0"/>
                <a:cs typeface="Times New Roman" panose="02020603050405020304" pitchFamily="18" charset="0"/>
              </a:rPr>
              <a:t>ते</a:t>
            </a:r>
            <a:r>
              <a:rPr lang="en-IN" sz="1800" dirty="0">
                <a:effectLst/>
                <a:latin typeface="Calibri" panose="020F0502020204030204" pitchFamily="34" charset="0"/>
                <a:ea typeface="Calibri" panose="020F0502020204030204" pitchFamily="34" charset="0"/>
                <a:cs typeface="Times New Roman" panose="02020603050405020304" pitchFamily="18" charset="0"/>
              </a:rPr>
              <a:t> </a:t>
            </a:r>
            <a:r>
              <a:rPr lang="en-IN" sz="1800" dirty="0">
                <a:effectLst/>
                <a:latin typeface="Nirmala UI" panose="020B0502040204020203" pitchFamily="34" charset="0"/>
                <a:ea typeface="Calibri" panose="020F0502020204030204" pitchFamily="34" charset="0"/>
                <a:cs typeface="Times New Roman" panose="02020603050405020304" pitchFamily="18" charset="0"/>
              </a:rPr>
              <a:t>लहान</a:t>
            </a:r>
            <a:r>
              <a:rPr lang="en-IN" sz="1800" dirty="0">
                <a:effectLst/>
                <a:latin typeface="Calibri" panose="020F0502020204030204" pitchFamily="34" charset="0"/>
                <a:ea typeface="Calibri" panose="020F0502020204030204" pitchFamily="34" charset="0"/>
                <a:cs typeface="Times New Roman" panose="02020603050405020304" pitchFamily="18" charset="0"/>
              </a:rPr>
              <a:t> </a:t>
            </a:r>
            <a:r>
              <a:rPr lang="en-IN" sz="1800" dirty="0" err="1">
                <a:effectLst/>
                <a:latin typeface="Nirmala UI" panose="020B0502040204020203" pitchFamily="34" charset="0"/>
                <a:ea typeface="Calibri" panose="020F0502020204030204" pitchFamily="34" charset="0"/>
                <a:cs typeface="Times New Roman" panose="02020603050405020304" pitchFamily="18" charset="0"/>
              </a:rPr>
              <a:t>कोट</a:t>
            </a:r>
            <a:r>
              <a:rPr lang="en-IN" sz="1800" dirty="0">
                <a:effectLst/>
                <a:latin typeface="Calibri" panose="020F0502020204030204" pitchFamily="34" charset="0"/>
                <a:ea typeface="Calibri" panose="020F0502020204030204" pitchFamily="34" charset="0"/>
                <a:cs typeface="Times New Roman" panose="02020603050405020304" pitchFamily="18" charset="0"/>
              </a:rPr>
              <a:t> </a:t>
            </a:r>
            <a:r>
              <a:rPr lang="en-IN" sz="1800" dirty="0" err="1">
                <a:effectLst/>
                <a:latin typeface="Nirmala UI" panose="020B0502040204020203" pitchFamily="34" charset="0"/>
                <a:ea typeface="Calibri" panose="020F0502020204030204" pitchFamily="34" charset="0"/>
                <a:cs typeface="Times New Roman" panose="02020603050405020304" pitchFamily="18" charset="0"/>
              </a:rPr>
              <a:t>केसांसह</a:t>
            </a:r>
            <a:r>
              <a:rPr lang="en-IN" sz="1800" dirty="0">
                <a:effectLst/>
                <a:latin typeface="Calibri" panose="020F0502020204030204" pitchFamily="34" charset="0"/>
                <a:ea typeface="Calibri" panose="020F0502020204030204" pitchFamily="34" charset="0"/>
                <a:cs typeface="Times New Roman" panose="02020603050405020304" pitchFamily="18" charset="0"/>
              </a:rPr>
              <a:t> </a:t>
            </a:r>
            <a:r>
              <a:rPr lang="en-IN" sz="1800" dirty="0" err="1">
                <a:effectLst/>
                <a:latin typeface="Nirmala UI" panose="020B0502040204020203" pitchFamily="34" charset="0"/>
                <a:ea typeface="Calibri" panose="020F0502020204030204" pitchFamily="34" charset="0"/>
                <a:cs typeface="Times New Roman" panose="02020603050405020304" pitchFamily="18" charset="0"/>
              </a:rPr>
              <a:t>पूर्णपणे</a:t>
            </a:r>
            <a:r>
              <a:rPr lang="en-IN" sz="1800" dirty="0">
                <a:effectLst/>
                <a:latin typeface="Calibri" panose="020F0502020204030204" pitchFamily="34" charset="0"/>
                <a:ea typeface="Calibri" panose="020F0502020204030204" pitchFamily="34" charset="0"/>
                <a:cs typeface="Times New Roman" panose="02020603050405020304" pitchFamily="18" charset="0"/>
              </a:rPr>
              <a:t> </a:t>
            </a:r>
            <a:r>
              <a:rPr lang="en-IN" sz="1800" dirty="0" err="1">
                <a:effectLst/>
                <a:latin typeface="Nirmala UI" panose="020B0502040204020203" pitchFamily="34" charset="0"/>
                <a:ea typeface="Calibri" panose="020F0502020204030204" pitchFamily="34" charset="0"/>
                <a:cs typeface="Times New Roman" panose="02020603050405020304" pitchFamily="18" charset="0"/>
              </a:rPr>
              <a:t>पांढर्या</a:t>
            </a:r>
            <a:r>
              <a:rPr lang="en-IN" sz="1800" dirty="0">
                <a:effectLst/>
                <a:latin typeface="Calibri" panose="020F0502020204030204" pitchFamily="34" charset="0"/>
                <a:ea typeface="Calibri" panose="020F0502020204030204" pitchFamily="34" charset="0"/>
                <a:cs typeface="Times New Roman" panose="02020603050405020304" pitchFamily="18" charset="0"/>
              </a:rPr>
              <a:t> </a:t>
            </a:r>
            <a:r>
              <a:rPr lang="en-IN" sz="1800" dirty="0" err="1">
                <a:effectLst/>
                <a:latin typeface="Nirmala UI" panose="020B0502040204020203" pitchFamily="34" charset="0"/>
                <a:ea typeface="Calibri" panose="020F0502020204030204" pitchFamily="34" charset="0"/>
                <a:cs typeface="Times New Roman" panose="02020603050405020304" pitchFamily="18" charset="0"/>
              </a:rPr>
              <a:t>रंगाच्या</a:t>
            </a:r>
            <a:r>
              <a:rPr lang="en-IN" sz="1800" dirty="0">
                <a:effectLst/>
                <a:latin typeface="Calibri" panose="020F0502020204030204" pitchFamily="34" charset="0"/>
                <a:ea typeface="Calibri" panose="020F0502020204030204" pitchFamily="34" charset="0"/>
                <a:cs typeface="Times New Roman" panose="02020603050405020304" pitchFamily="18" charset="0"/>
              </a:rPr>
              <a:t> </a:t>
            </a:r>
            <a:r>
              <a:rPr lang="en-IN" sz="1800" dirty="0">
                <a:effectLst/>
                <a:latin typeface="Nirmala UI" panose="020B0502040204020203" pitchFamily="34" charset="0"/>
                <a:ea typeface="Calibri" panose="020F0502020204030204" pitchFamily="34" charset="0"/>
                <a:cs typeface="Times New Roman" panose="02020603050405020304" pitchFamily="18" charset="0"/>
              </a:rPr>
              <a:t>शेळ्या</a:t>
            </a:r>
            <a:r>
              <a:rPr lang="en-IN" sz="1800" dirty="0">
                <a:effectLst/>
                <a:latin typeface="Calibri" panose="020F0502020204030204" pitchFamily="34" charset="0"/>
                <a:ea typeface="Calibri" panose="020F0502020204030204" pitchFamily="34" charset="0"/>
                <a:cs typeface="Times New Roman" panose="02020603050405020304" pitchFamily="18" charset="0"/>
              </a:rPr>
              <a:t> </a:t>
            </a:r>
            <a:r>
              <a:rPr lang="en-IN" sz="1800" dirty="0">
                <a:effectLst/>
                <a:latin typeface="Nirmala UI" panose="020B0502040204020203" pitchFamily="34" charset="0"/>
                <a:ea typeface="Calibri" panose="020F0502020204030204" pitchFamily="34" charset="0"/>
                <a:cs typeface="Times New Roman" panose="02020603050405020304" pitchFamily="18" charset="0"/>
              </a:rPr>
              <a:t>आहेत</a:t>
            </a:r>
            <a:r>
              <a:rPr lang="en-IN" sz="1800" dirty="0">
                <a:effectLst/>
                <a:latin typeface="Calibri" panose="020F0502020204030204" pitchFamily="34" charset="0"/>
                <a:ea typeface="Calibri" panose="020F0502020204030204" pitchFamily="34" charset="0"/>
                <a:cs typeface="Times New Roman" panose="02020603050405020304" pitchFamily="18" charset="0"/>
              </a:rPr>
              <a:t>. </a:t>
            </a:r>
            <a:r>
              <a:rPr lang="en-IN" sz="1800" dirty="0" err="1">
                <a:effectLst/>
                <a:latin typeface="Nirmala UI" panose="020B0502040204020203" pitchFamily="34" charset="0"/>
                <a:ea typeface="Calibri" panose="020F0502020204030204" pitchFamily="34" charset="0"/>
                <a:cs typeface="Times New Roman" panose="02020603050405020304" pitchFamily="18" charset="0"/>
              </a:rPr>
              <a:t>कान</a:t>
            </a:r>
            <a:r>
              <a:rPr lang="en-IN" sz="1800" dirty="0">
                <a:effectLst/>
                <a:latin typeface="Calibri" panose="020F0502020204030204" pitchFamily="34" charset="0"/>
                <a:ea typeface="Calibri" panose="020F0502020204030204" pitchFamily="34" charset="0"/>
                <a:cs typeface="Times New Roman" panose="02020603050405020304" pitchFamily="18" charset="0"/>
              </a:rPr>
              <a:t> </a:t>
            </a:r>
            <a:r>
              <a:rPr lang="en-IN" sz="1800" dirty="0" err="1">
                <a:effectLst/>
                <a:latin typeface="Nirmala UI" panose="020B0502040204020203" pitchFamily="34" charset="0"/>
                <a:ea typeface="Calibri" panose="020F0502020204030204" pitchFamily="34" charset="0"/>
                <a:cs typeface="Times New Roman" panose="02020603050405020304" pitchFamily="18" charset="0"/>
              </a:rPr>
              <a:t>ताठ</a:t>
            </a:r>
            <a:r>
              <a:rPr lang="en-IN" sz="1800" dirty="0">
                <a:effectLst/>
                <a:latin typeface="Calibri" panose="020F0502020204030204" pitchFamily="34" charset="0"/>
                <a:ea typeface="Calibri" panose="020F0502020204030204" pitchFamily="34" charset="0"/>
                <a:cs typeface="Times New Roman" panose="02020603050405020304" pitchFamily="18" charset="0"/>
              </a:rPr>
              <a:t> </a:t>
            </a:r>
            <a:r>
              <a:rPr lang="en-IN" sz="1800" dirty="0">
                <a:effectLst/>
                <a:latin typeface="Nirmala UI" panose="020B0502040204020203" pitchFamily="34" charset="0"/>
                <a:ea typeface="Calibri" panose="020F0502020204030204" pitchFamily="34" charset="0"/>
                <a:cs typeface="Times New Roman" panose="02020603050405020304" pitchFamily="18" charset="0"/>
              </a:rPr>
              <a:t>आहेत</a:t>
            </a:r>
            <a:r>
              <a:rPr lang="en-IN" sz="1800" dirty="0">
                <a:effectLst/>
                <a:latin typeface="Calibri" panose="020F0502020204030204" pitchFamily="34" charset="0"/>
                <a:ea typeface="Calibri" panose="020F0502020204030204" pitchFamily="34" charset="0"/>
                <a:cs typeface="Times New Roman" panose="02020603050405020304" pitchFamily="18" charset="0"/>
              </a:rPr>
              <a:t>. </a:t>
            </a:r>
            <a:r>
              <a:rPr lang="en-IN" sz="1800" dirty="0" err="1">
                <a:effectLst/>
                <a:latin typeface="Nirmala UI" panose="020B0502040204020203" pitchFamily="34" charset="0"/>
                <a:ea typeface="Calibri" panose="020F0502020204030204" pitchFamily="34" charset="0"/>
                <a:cs typeface="Times New Roman" panose="02020603050405020304" pitchFamily="18" charset="0"/>
              </a:rPr>
              <a:t>पाय</a:t>
            </a:r>
            <a:r>
              <a:rPr lang="en-IN" sz="1800" dirty="0">
                <a:effectLst/>
                <a:latin typeface="Calibri" panose="020F0502020204030204" pitchFamily="34" charset="0"/>
                <a:ea typeface="Calibri" panose="020F0502020204030204" pitchFamily="34" charset="0"/>
                <a:cs typeface="Times New Roman" panose="02020603050405020304" pitchFamily="18" charset="0"/>
              </a:rPr>
              <a:t> </a:t>
            </a:r>
            <a:r>
              <a:rPr lang="en-IN" sz="1800" dirty="0">
                <a:effectLst/>
                <a:latin typeface="Nirmala UI" panose="020B0502040204020203" pitchFamily="34" charset="0"/>
                <a:ea typeface="Calibri" panose="020F0502020204030204" pitchFamily="34" charset="0"/>
                <a:cs typeface="Times New Roman" panose="02020603050405020304" pitchFamily="18" charset="0"/>
              </a:rPr>
              <a:t>लहान</a:t>
            </a:r>
            <a:r>
              <a:rPr lang="en-IN" sz="1800" dirty="0">
                <a:effectLst/>
                <a:latin typeface="Calibri" panose="020F0502020204030204" pitchFamily="34" charset="0"/>
                <a:ea typeface="Calibri" panose="020F0502020204030204" pitchFamily="34" charset="0"/>
                <a:cs typeface="Times New Roman" panose="02020603050405020304" pitchFamily="18" charset="0"/>
              </a:rPr>
              <a:t> </a:t>
            </a:r>
            <a:r>
              <a:rPr lang="en-IN" sz="1800" dirty="0">
                <a:effectLst/>
                <a:latin typeface="Nirmala UI" panose="020B0502040204020203" pitchFamily="34" charset="0"/>
                <a:ea typeface="Calibri" panose="020F0502020204030204" pitchFamily="34" charset="0"/>
                <a:cs typeface="Times New Roman" panose="02020603050405020304" pitchFamily="18" charset="0"/>
              </a:rPr>
              <a:t>आणि</a:t>
            </a:r>
            <a:r>
              <a:rPr lang="en-IN" sz="1800" dirty="0">
                <a:effectLst/>
                <a:latin typeface="Calibri" panose="020F0502020204030204" pitchFamily="34" charset="0"/>
                <a:ea typeface="Calibri" panose="020F0502020204030204" pitchFamily="34" charset="0"/>
                <a:cs typeface="Times New Roman" panose="02020603050405020304" pitchFamily="18" charset="0"/>
              </a:rPr>
              <a:t> </a:t>
            </a:r>
            <a:r>
              <a:rPr lang="en-IN" sz="1800" dirty="0" err="1">
                <a:effectLst/>
                <a:latin typeface="Nirmala UI" panose="020B0502040204020203" pitchFamily="34" charset="0"/>
                <a:ea typeface="Calibri" panose="020F0502020204030204" pitchFamily="34" charset="0"/>
                <a:cs typeface="Times New Roman" panose="02020603050405020304" pitchFamily="18" charset="0"/>
              </a:rPr>
              <a:t>कासे</a:t>
            </a:r>
            <a:r>
              <a:rPr lang="en-IN" sz="1800" dirty="0">
                <a:effectLst/>
                <a:latin typeface="Calibri" panose="020F0502020204030204" pitchFamily="34" charset="0"/>
                <a:ea typeface="Calibri" panose="020F0502020204030204" pitchFamily="34" charset="0"/>
                <a:cs typeface="Times New Roman" panose="02020603050405020304" pitchFamily="18" charset="0"/>
              </a:rPr>
              <a:t> </a:t>
            </a:r>
            <a:r>
              <a:rPr lang="en-IN" sz="1800" dirty="0" err="1">
                <a:effectLst/>
                <a:latin typeface="Nirmala UI" panose="020B0502040204020203" pitchFamily="34" charset="0"/>
                <a:ea typeface="Calibri" panose="020F0502020204030204" pitchFamily="34" charset="0"/>
                <a:cs typeface="Times New Roman" panose="02020603050405020304" pitchFamily="18" charset="0"/>
              </a:rPr>
              <a:t>मोठी</a:t>
            </a:r>
            <a:r>
              <a:rPr lang="en-IN" sz="1800" dirty="0">
                <a:effectLst/>
                <a:latin typeface="Calibri" panose="020F0502020204030204" pitchFamily="34" charset="0"/>
                <a:ea typeface="Calibri" panose="020F0502020204030204" pitchFamily="34" charset="0"/>
                <a:cs typeface="Times New Roman" panose="02020603050405020304" pitchFamily="18" charset="0"/>
              </a:rPr>
              <a:t> </a:t>
            </a:r>
            <a:r>
              <a:rPr lang="en-IN" sz="1800" dirty="0" err="1">
                <a:effectLst/>
                <a:latin typeface="Nirmala UI" panose="020B0502040204020203" pitchFamily="34" charset="0"/>
                <a:ea typeface="Calibri" panose="020F0502020204030204" pitchFamily="34" charset="0"/>
                <a:cs typeface="Times New Roman" panose="02020603050405020304" pitchFamily="18" charset="0"/>
              </a:rPr>
              <a:t>असते</a:t>
            </a:r>
            <a:r>
              <a:rPr lang="en-IN" sz="1800" dirty="0">
                <a:effectLst/>
                <a:latin typeface="Calibri" panose="020F0502020204030204" pitchFamily="34" charset="0"/>
                <a:ea typeface="Calibri" panose="020F0502020204030204" pitchFamily="34" charset="0"/>
                <a:cs typeface="Times New Roman" panose="02020603050405020304" pitchFamily="18" charset="0"/>
              </a:rPr>
              <a:t>. </a:t>
            </a:r>
          </a:p>
          <a:p>
            <a:pPr marL="285750" indent="-285750">
              <a:lnSpc>
                <a:spcPct val="107000"/>
              </a:lnSpc>
              <a:spcAft>
                <a:spcPts val="800"/>
              </a:spcAft>
              <a:buFont typeface="Arial" panose="020B0604020202020204" pitchFamily="34" charset="0"/>
              <a:buChar char="•"/>
            </a:pPr>
            <a:r>
              <a:rPr lang="en-IN" sz="1800" dirty="0" err="1">
                <a:effectLst/>
                <a:latin typeface="Nirmala UI" panose="020B0502040204020203" pitchFamily="34" charset="0"/>
                <a:ea typeface="Calibri" panose="020F0502020204030204" pitchFamily="34" charset="0"/>
                <a:cs typeface="Times New Roman" panose="02020603050405020304" pitchFamily="18" charset="0"/>
              </a:rPr>
              <a:t>बोकडाचे</a:t>
            </a:r>
            <a:r>
              <a:rPr lang="en-IN" sz="1800" dirty="0">
                <a:effectLst/>
                <a:latin typeface="Calibri" panose="020F0502020204030204" pitchFamily="34" charset="0"/>
                <a:ea typeface="Calibri" panose="020F0502020204030204" pitchFamily="34" charset="0"/>
                <a:cs typeface="Times New Roman" panose="02020603050405020304" pitchFamily="18" charset="0"/>
              </a:rPr>
              <a:t> </a:t>
            </a:r>
            <a:r>
              <a:rPr lang="en-IN" sz="1800" dirty="0">
                <a:effectLst/>
                <a:latin typeface="Nirmala UI" panose="020B0502040204020203" pitchFamily="34" charset="0"/>
                <a:ea typeface="Calibri" panose="020F0502020204030204" pitchFamily="34" charset="0"/>
                <a:cs typeface="Times New Roman" panose="02020603050405020304" pitchFamily="18" charset="0"/>
              </a:rPr>
              <a:t>वजन</a:t>
            </a:r>
            <a:r>
              <a:rPr lang="en-IN" sz="1800" dirty="0">
                <a:effectLst/>
                <a:latin typeface="Calibri" panose="020F0502020204030204" pitchFamily="34" charset="0"/>
                <a:ea typeface="Calibri" panose="020F0502020204030204" pitchFamily="34" charset="0"/>
                <a:cs typeface="Times New Roman" panose="02020603050405020304" pitchFamily="18" charset="0"/>
              </a:rPr>
              <a:t> </a:t>
            </a:r>
            <a:r>
              <a:rPr lang="en-IN" sz="1800" dirty="0" err="1">
                <a:effectLst/>
                <a:latin typeface="Nirmala UI" panose="020B0502040204020203" pitchFamily="34" charset="0"/>
                <a:ea typeface="Calibri" panose="020F0502020204030204" pitchFamily="34" charset="0"/>
                <a:cs typeface="Times New Roman" panose="02020603050405020304" pitchFamily="18" charset="0"/>
              </a:rPr>
              <a:t>सुमारे</a:t>
            </a:r>
            <a:r>
              <a:rPr lang="en-IN" sz="1800" dirty="0">
                <a:effectLst/>
                <a:latin typeface="Calibri" panose="020F0502020204030204" pitchFamily="34" charset="0"/>
                <a:ea typeface="Calibri" panose="020F0502020204030204" pitchFamily="34" charset="0"/>
                <a:cs typeface="Times New Roman" panose="02020603050405020304" pitchFamily="18" charset="0"/>
              </a:rPr>
              <a:t> 70 </a:t>
            </a:r>
            <a:r>
              <a:rPr lang="en-IN" sz="1800" dirty="0">
                <a:effectLst/>
                <a:latin typeface="Nirmala UI" panose="020B0502040204020203" pitchFamily="34" charset="0"/>
                <a:ea typeface="Calibri" panose="020F0502020204030204" pitchFamily="34" charset="0"/>
                <a:cs typeface="Times New Roman" panose="02020603050405020304" pitchFamily="18" charset="0"/>
              </a:rPr>
              <a:t>ते</a:t>
            </a:r>
            <a:r>
              <a:rPr lang="en-IN" sz="1800" dirty="0">
                <a:effectLst/>
                <a:latin typeface="Calibri" panose="020F0502020204030204" pitchFamily="34" charset="0"/>
                <a:ea typeface="Calibri" panose="020F0502020204030204" pitchFamily="34" charset="0"/>
                <a:cs typeface="Times New Roman" panose="02020603050405020304" pitchFamily="18" charset="0"/>
              </a:rPr>
              <a:t> 90 </a:t>
            </a:r>
            <a:r>
              <a:rPr lang="en-IN" sz="1800" dirty="0" err="1">
                <a:effectLst/>
                <a:latin typeface="Nirmala UI" panose="020B0502040204020203" pitchFamily="34" charset="0"/>
                <a:ea typeface="Calibri" panose="020F0502020204030204" pitchFamily="34" charset="0"/>
                <a:cs typeface="Times New Roman" panose="02020603050405020304" pitchFamily="18" charset="0"/>
              </a:rPr>
              <a:t>किलो</a:t>
            </a:r>
            <a:r>
              <a:rPr lang="en-IN" sz="1800" dirty="0">
                <a:effectLst/>
                <a:latin typeface="Calibri" panose="020F0502020204030204" pitchFamily="34" charset="0"/>
                <a:ea typeface="Calibri" panose="020F0502020204030204" pitchFamily="34" charset="0"/>
                <a:cs typeface="Times New Roman" panose="02020603050405020304" pitchFamily="18" charset="0"/>
              </a:rPr>
              <a:t> </a:t>
            </a:r>
            <a:r>
              <a:rPr lang="en-IN" sz="1800" dirty="0" err="1">
                <a:effectLst/>
                <a:latin typeface="Nirmala UI" panose="020B0502040204020203" pitchFamily="34" charset="0"/>
                <a:ea typeface="Calibri" panose="020F0502020204030204" pitchFamily="34" charset="0"/>
                <a:cs typeface="Times New Roman" panose="02020603050405020304" pitchFamily="18" charset="0"/>
              </a:rPr>
              <a:t>असते</a:t>
            </a:r>
            <a:r>
              <a:rPr lang="en-IN" sz="1800" dirty="0">
                <a:effectLst/>
                <a:latin typeface="Calibri" panose="020F0502020204030204" pitchFamily="34" charset="0"/>
                <a:ea typeface="Calibri" panose="020F0502020204030204" pitchFamily="34" charset="0"/>
                <a:cs typeface="Times New Roman" panose="02020603050405020304" pitchFamily="18" charset="0"/>
              </a:rPr>
              <a:t> </a:t>
            </a:r>
            <a:r>
              <a:rPr lang="en-IN" sz="1800" dirty="0">
                <a:effectLst/>
                <a:latin typeface="Nirmala UI" panose="020B0502040204020203" pitchFamily="34" charset="0"/>
                <a:ea typeface="Calibri" panose="020F0502020204030204" pitchFamily="34" charset="0"/>
                <a:cs typeface="Times New Roman" panose="02020603050405020304" pitchFamily="18" charset="0"/>
              </a:rPr>
              <a:t>आणि</a:t>
            </a:r>
            <a:r>
              <a:rPr lang="en-IN" sz="1800" dirty="0">
                <a:effectLst/>
                <a:latin typeface="Calibri" panose="020F0502020204030204" pitchFamily="34" charset="0"/>
                <a:ea typeface="Calibri" panose="020F0502020204030204" pitchFamily="34" charset="0"/>
                <a:cs typeface="Times New Roman" panose="02020603050405020304" pitchFamily="18" charset="0"/>
              </a:rPr>
              <a:t> </a:t>
            </a:r>
            <a:r>
              <a:rPr lang="hi-IN" sz="1800" dirty="0">
                <a:effectLst/>
                <a:latin typeface="Nirmala UI" panose="020B0502040204020203" pitchFamily="34" charset="0"/>
                <a:ea typeface="Calibri" panose="020F0502020204030204" pitchFamily="34" charset="0"/>
                <a:cs typeface="Times New Roman" panose="02020603050405020304" pitchFamily="18" charset="0"/>
              </a:rPr>
              <a:t>मादीचे </a:t>
            </a:r>
            <a:r>
              <a:rPr lang="en-IN" sz="1800" dirty="0">
                <a:effectLst/>
                <a:latin typeface="Nirmala UI" panose="020B0502040204020203" pitchFamily="34" charset="0"/>
                <a:ea typeface="Calibri" panose="020F0502020204030204" pitchFamily="34" charset="0"/>
                <a:cs typeface="Times New Roman" panose="02020603050405020304" pitchFamily="18" charset="0"/>
              </a:rPr>
              <a:t>वजन</a:t>
            </a:r>
            <a:r>
              <a:rPr lang="en-IN" sz="1800" dirty="0">
                <a:effectLst/>
                <a:latin typeface="Calibri" panose="020F0502020204030204" pitchFamily="34" charset="0"/>
                <a:ea typeface="Calibri" panose="020F0502020204030204" pitchFamily="34" charset="0"/>
                <a:cs typeface="Times New Roman" panose="02020603050405020304" pitchFamily="18" charset="0"/>
              </a:rPr>
              <a:t> </a:t>
            </a:r>
            <a:r>
              <a:rPr lang="en-IN" sz="1800" dirty="0" err="1">
                <a:effectLst/>
                <a:latin typeface="Nirmala UI" panose="020B0502040204020203" pitchFamily="34" charset="0"/>
                <a:ea typeface="Calibri" panose="020F0502020204030204" pitchFamily="34" charset="0"/>
                <a:cs typeface="Times New Roman" panose="02020603050405020304" pitchFamily="18" charset="0"/>
              </a:rPr>
              <a:t>सुमारे</a:t>
            </a:r>
            <a:r>
              <a:rPr lang="en-IN" sz="1800" dirty="0">
                <a:effectLst/>
                <a:latin typeface="Calibri" panose="020F0502020204030204" pitchFamily="34" charset="0"/>
                <a:ea typeface="Calibri" panose="020F0502020204030204" pitchFamily="34" charset="0"/>
                <a:cs typeface="Times New Roman" panose="02020603050405020304" pitchFamily="18" charset="0"/>
              </a:rPr>
              <a:t> 60 </a:t>
            </a:r>
            <a:r>
              <a:rPr lang="en-IN" sz="1800" dirty="0">
                <a:effectLst/>
                <a:latin typeface="Nirmala UI" panose="020B0502040204020203" pitchFamily="34" charset="0"/>
                <a:ea typeface="Calibri" panose="020F0502020204030204" pitchFamily="34" charset="0"/>
                <a:cs typeface="Times New Roman" panose="02020603050405020304" pitchFamily="18" charset="0"/>
              </a:rPr>
              <a:t>ते</a:t>
            </a:r>
            <a:r>
              <a:rPr lang="en-IN" sz="1800" dirty="0">
                <a:effectLst/>
                <a:latin typeface="Calibri" panose="020F0502020204030204" pitchFamily="34" charset="0"/>
                <a:ea typeface="Calibri" panose="020F0502020204030204" pitchFamily="34" charset="0"/>
                <a:cs typeface="Times New Roman" panose="02020603050405020304" pitchFamily="18" charset="0"/>
              </a:rPr>
              <a:t> 70 </a:t>
            </a:r>
            <a:r>
              <a:rPr lang="en-IN" sz="1800" dirty="0" err="1">
                <a:effectLst/>
                <a:latin typeface="Nirmala UI" panose="020B0502040204020203" pitchFamily="34" charset="0"/>
                <a:ea typeface="Calibri" panose="020F0502020204030204" pitchFamily="34" charset="0"/>
                <a:cs typeface="Times New Roman" panose="02020603050405020304" pitchFamily="18" charset="0"/>
              </a:rPr>
              <a:t>किलो</a:t>
            </a:r>
            <a:r>
              <a:rPr lang="en-IN" sz="1800" dirty="0">
                <a:effectLst/>
                <a:latin typeface="Calibri" panose="020F0502020204030204" pitchFamily="34" charset="0"/>
                <a:ea typeface="Calibri" panose="020F0502020204030204" pitchFamily="34" charset="0"/>
                <a:cs typeface="Times New Roman" panose="02020603050405020304" pitchFamily="18" charset="0"/>
              </a:rPr>
              <a:t> </a:t>
            </a:r>
            <a:r>
              <a:rPr lang="en-IN" sz="1800" dirty="0" err="1">
                <a:effectLst/>
                <a:latin typeface="Nirmala UI" panose="020B0502040204020203" pitchFamily="34" charset="0"/>
                <a:ea typeface="Calibri" panose="020F0502020204030204" pitchFamily="34" charset="0"/>
                <a:cs typeface="Times New Roman" panose="02020603050405020304" pitchFamily="18" charset="0"/>
              </a:rPr>
              <a:t>असते</a:t>
            </a:r>
            <a:r>
              <a:rPr lang="en-IN" sz="1800" dirty="0">
                <a:effectLst/>
                <a:latin typeface="Calibri" panose="020F0502020204030204" pitchFamily="34" charset="0"/>
                <a:ea typeface="Calibri" panose="020F0502020204030204" pitchFamily="34" charset="0"/>
                <a:cs typeface="Times New Roman" panose="02020603050405020304" pitchFamily="18" charset="0"/>
              </a:rPr>
              <a:t>. </a:t>
            </a:r>
          </a:p>
          <a:p>
            <a:pPr marL="285750" indent="-285750">
              <a:buFont typeface="Arial" panose="020B0604020202020204" pitchFamily="34" charset="0"/>
              <a:buChar char="•"/>
            </a:pPr>
            <a:r>
              <a:rPr lang="en-IN" sz="1800" dirty="0" err="1">
                <a:effectLst/>
                <a:latin typeface="Nirmala UI" panose="020B0502040204020203" pitchFamily="34" charset="0"/>
                <a:ea typeface="Calibri" panose="020F0502020204030204" pitchFamily="34" charset="0"/>
              </a:rPr>
              <a:t>सानेन</a:t>
            </a:r>
            <a:r>
              <a:rPr lang="en-IN" sz="1800" dirty="0">
                <a:effectLst/>
                <a:latin typeface="Calibri" panose="020F0502020204030204" pitchFamily="34" charset="0"/>
                <a:ea typeface="Calibri" panose="020F0502020204030204" pitchFamily="34" charset="0"/>
                <a:cs typeface="Times New Roman" panose="02020603050405020304" pitchFamily="18" charset="0"/>
              </a:rPr>
              <a:t> </a:t>
            </a:r>
            <a:r>
              <a:rPr lang="en-IN" sz="1800" dirty="0">
                <a:effectLst/>
                <a:latin typeface="Nirmala UI" panose="020B0502040204020203" pitchFamily="34" charset="0"/>
                <a:ea typeface="Calibri" panose="020F0502020204030204" pitchFamily="34" charset="0"/>
              </a:rPr>
              <a:t>ही</a:t>
            </a:r>
            <a:r>
              <a:rPr lang="en-IN" sz="1800" dirty="0">
                <a:effectLst/>
                <a:latin typeface="Calibri" panose="020F0502020204030204" pitchFamily="34" charset="0"/>
                <a:ea typeface="Calibri" panose="020F0502020204030204" pitchFamily="34" charset="0"/>
                <a:cs typeface="Times New Roman" panose="02020603050405020304" pitchFamily="18" charset="0"/>
              </a:rPr>
              <a:t> </a:t>
            </a:r>
            <a:r>
              <a:rPr lang="en-IN" sz="1800" dirty="0" err="1">
                <a:effectLst/>
                <a:latin typeface="Nirmala UI" panose="020B0502040204020203" pitchFamily="34" charset="0"/>
                <a:ea typeface="Calibri" panose="020F0502020204030204" pitchFamily="34" charset="0"/>
              </a:rPr>
              <a:t>भारतातील</a:t>
            </a:r>
            <a:r>
              <a:rPr lang="en-IN" sz="1800" dirty="0">
                <a:effectLst/>
                <a:latin typeface="Calibri" panose="020F0502020204030204" pitchFamily="34" charset="0"/>
                <a:ea typeface="Calibri" panose="020F0502020204030204" pitchFamily="34" charset="0"/>
                <a:cs typeface="Times New Roman" panose="02020603050405020304" pitchFamily="18" charset="0"/>
              </a:rPr>
              <a:t> </a:t>
            </a:r>
            <a:r>
              <a:rPr lang="en-IN" sz="1800" dirty="0" err="1">
                <a:effectLst/>
                <a:latin typeface="Nirmala UI" panose="020B0502040204020203" pitchFamily="34" charset="0"/>
                <a:ea typeface="Calibri" panose="020F0502020204030204" pitchFamily="34" charset="0"/>
              </a:rPr>
              <a:t>दुधासाठी</a:t>
            </a:r>
            <a:r>
              <a:rPr lang="en-IN" sz="1800" dirty="0">
                <a:effectLst/>
                <a:latin typeface="Calibri" panose="020F0502020204030204" pitchFamily="34" charset="0"/>
                <a:ea typeface="Calibri" panose="020F0502020204030204" pitchFamily="34" charset="0"/>
                <a:cs typeface="Times New Roman" panose="02020603050405020304" pitchFamily="18" charset="0"/>
              </a:rPr>
              <a:t> </a:t>
            </a:r>
            <a:r>
              <a:rPr lang="en-IN" sz="1800" dirty="0" err="1">
                <a:effectLst/>
                <a:latin typeface="Nirmala UI" panose="020B0502040204020203" pitchFamily="34" charset="0"/>
                <a:ea typeface="Calibri" panose="020F0502020204030204" pitchFamily="34" charset="0"/>
              </a:rPr>
              <a:t>सर्वोत्तम</a:t>
            </a:r>
            <a:r>
              <a:rPr lang="en-IN" sz="1800" dirty="0">
                <a:effectLst/>
                <a:latin typeface="Calibri" panose="020F0502020204030204" pitchFamily="34" charset="0"/>
                <a:ea typeface="Calibri" panose="020F0502020204030204" pitchFamily="34" charset="0"/>
                <a:cs typeface="Times New Roman" panose="02020603050405020304" pitchFamily="18" charset="0"/>
              </a:rPr>
              <a:t> </a:t>
            </a:r>
            <a:r>
              <a:rPr lang="en-IN" sz="1800" dirty="0" err="1">
                <a:effectLst/>
                <a:latin typeface="Nirmala UI" panose="020B0502040204020203" pitchFamily="34" charset="0"/>
                <a:ea typeface="Calibri" panose="020F0502020204030204" pitchFamily="34" charset="0"/>
              </a:rPr>
              <a:t>शेळीची</a:t>
            </a:r>
            <a:r>
              <a:rPr lang="en-IN" sz="1800" dirty="0">
                <a:effectLst/>
                <a:latin typeface="Calibri" panose="020F0502020204030204" pitchFamily="34" charset="0"/>
                <a:ea typeface="Calibri" panose="020F0502020204030204" pitchFamily="34" charset="0"/>
                <a:cs typeface="Times New Roman" panose="02020603050405020304" pitchFamily="18" charset="0"/>
              </a:rPr>
              <a:t> </a:t>
            </a:r>
            <a:r>
              <a:rPr lang="en-IN" sz="1800" dirty="0" err="1">
                <a:effectLst/>
                <a:latin typeface="Nirmala UI" panose="020B0502040204020203" pitchFamily="34" charset="0"/>
                <a:ea typeface="Calibri" panose="020F0502020204030204" pitchFamily="34" charset="0"/>
              </a:rPr>
              <a:t>जात</a:t>
            </a:r>
            <a:r>
              <a:rPr lang="en-IN" sz="1800" dirty="0">
                <a:effectLst/>
                <a:latin typeface="Calibri" panose="020F0502020204030204" pitchFamily="34" charset="0"/>
                <a:ea typeface="Calibri" panose="020F0502020204030204" pitchFamily="34" charset="0"/>
                <a:cs typeface="Times New Roman" panose="02020603050405020304" pitchFamily="18" charset="0"/>
              </a:rPr>
              <a:t> </a:t>
            </a:r>
            <a:r>
              <a:rPr lang="en-IN" sz="1800" dirty="0" err="1">
                <a:effectLst/>
                <a:latin typeface="Nirmala UI" panose="020B0502040204020203" pitchFamily="34" charset="0"/>
                <a:ea typeface="Calibri" panose="020F0502020204030204" pitchFamily="34" charset="0"/>
              </a:rPr>
              <a:t>आहे</a:t>
            </a:r>
            <a:r>
              <a:rPr lang="en-IN" sz="1800" dirty="0">
                <a:effectLst/>
                <a:latin typeface="Calibri" panose="020F0502020204030204" pitchFamily="34" charset="0"/>
                <a:ea typeface="Calibri" panose="020F0502020204030204" pitchFamily="34" charset="0"/>
                <a:cs typeface="Times New Roman" panose="02020603050405020304" pitchFamily="18" charset="0"/>
              </a:rPr>
              <a:t>. </a:t>
            </a:r>
            <a:r>
              <a:rPr lang="en-IN" sz="1800" dirty="0">
                <a:effectLst/>
                <a:latin typeface="Nirmala UI" panose="020B0502040204020203" pitchFamily="34" charset="0"/>
                <a:ea typeface="Calibri" panose="020F0502020204030204" pitchFamily="34" charset="0"/>
              </a:rPr>
              <a:t>ते</a:t>
            </a:r>
            <a:r>
              <a:rPr lang="en-IN" sz="1800" dirty="0">
                <a:effectLst/>
                <a:latin typeface="Calibri" panose="020F0502020204030204" pitchFamily="34" charset="0"/>
                <a:ea typeface="Calibri" panose="020F0502020204030204" pitchFamily="34" charset="0"/>
                <a:cs typeface="Times New Roman" panose="02020603050405020304" pitchFamily="18" charset="0"/>
              </a:rPr>
              <a:t> </a:t>
            </a:r>
            <a:r>
              <a:rPr lang="en-IN" sz="1800" dirty="0" err="1">
                <a:effectLst/>
                <a:latin typeface="Nirmala UI" panose="020B0502040204020203" pitchFamily="34" charset="0"/>
                <a:ea typeface="Calibri" panose="020F0502020204030204" pitchFamily="34" charset="0"/>
              </a:rPr>
              <a:t>स्तनपान</a:t>
            </a:r>
            <a:r>
              <a:rPr lang="en-IN" sz="1800" dirty="0">
                <a:effectLst/>
                <a:latin typeface="Calibri" panose="020F0502020204030204" pitchFamily="34" charset="0"/>
                <a:ea typeface="Calibri" panose="020F0502020204030204" pitchFamily="34" charset="0"/>
                <a:cs typeface="Times New Roman" panose="02020603050405020304" pitchFamily="18" charset="0"/>
              </a:rPr>
              <a:t> </a:t>
            </a:r>
            <a:r>
              <a:rPr lang="en-IN" sz="1800" dirty="0" err="1">
                <a:effectLst/>
                <a:latin typeface="Nirmala UI" panose="020B0502040204020203" pitchFamily="34" charset="0"/>
                <a:ea typeface="Calibri" panose="020F0502020204030204" pitchFamily="34" charset="0"/>
              </a:rPr>
              <a:t>करवण्याच्या</a:t>
            </a:r>
            <a:r>
              <a:rPr lang="en-IN" sz="1800" dirty="0">
                <a:effectLst/>
                <a:latin typeface="Calibri" panose="020F0502020204030204" pitchFamily="34" charset="0"/>
                <a:ea typeface="Calibri" panose="020F0502020204030204" pitchFamily="34" charset="0"/>
                <a:cs typeface="Times New Roman" panose="02020603050405020304" pitchFamily="18" charset="0"/>
              </a:rPr>
              <a:t> </a:t>
            </a:r>
            <a:r>
              <a:rPr lang="en-IN" sz="1800" dirty="0" err="1">
                <a:effectLst/>
                <a:latin typeface="Nirmala UI" panose="020B0502040204020203" pitchFamily="34" charset="0"/>
                <a:ea typeface="Calibri" panose="020F0502020204030204" pitchFamily="34" charset="0"/>
              </a:rPr>
              <a:t>काळात</a:t>
            </a:r>
            <a:r>
              <a:rPr lang="en-IN" sz="1800" dirty="0">
                <a:effectLst/>
                <a:latin typeface="Calibri" panose="020F0502020204030204" pitchFamily="34" charset="0"/>
                <a:ea typeface="Calibri" panose="020F0502020204030204" pitchFamily="34" charset="0"/>
                <a:cs typeface="Times New Roman" panose="02020603050405020304" pitchFamily="18" charset="0"/>
              </a:rPr>
              <a:t> </a:t>
            </a:r>
            <a:r>
              <a:rPr lang="en-IN" sz="1800" dirty="0" err="1">
                <a:effectLst/>
                <a:latin typeface="Nirmala UI" panose="020B0502040204020203" pitchFamily="34" charset="0"/>
                <a:ea typeface="Calibri" panose="020F0502020204030204" pitchFamily="34" charset="0"/>
              </a:rPr>
              <a:t>दररोज</a:t>
            </a:r>
            <a:r>
              <a:rPr lang="en-IN" sz="1800" dirty="0">
                <a:effectLst/>
                <a:latin typeface="Calibri" panose="020F0502020204030204" pitchFamily="34" charset="0"/>
                <a:ea typeface="Calibri" panose="020F0502020204030204" pitchFamily="34" charset="0"/>
                <a:cs typeface="Times New Roman" panose="02020603050405020304" pitchFamily="18" charset="0"/>
              </a:rPr>
              <a:t> 3.8 </a:t>
            </a:r>
            <a:r>
              <a:rPr lang="en-IN" sz="1800" dirty="0" err="1">
                <a:effectLst/>
                <a:latin typeface="Nirmala UI" panose="020B0502040204020203" pitchFamily="34" charset="0"/>
                <a:ea typeface="Calibri" panose="020F0502020204030204" pitchFamily="34" charset="0"/>
              </a:rPr>
              <a:t>लिटर</a:t>
            </a:r>
            <a:r>
              <a:rPr lang="en-IN" sz="1800" dirty="0">
                <a:effectLst/>
                <a:latin typeface="Calibri" panose="020F0502020204030204" pitchFamily="34" charset="0"/>
                <a:ea typeface="Calibri" panose="020F0502020204030204" pitchFamily="34" charset="0"/>
                <a:cs typeface="Times New Roman" panose="02020603050405020304" pitchFamily="18" charset="0"/>
              </a:rPr>
              <a:t> </a:t>
            </a:r>
            <a:r>
              <a:rPr lang="en-IN" sz="1800" dirty="0" err="1">
                <a:effectLst/>
                <a:latin typeface="Nirmala UI" panose="020B0502040204020203" pitchFamily="34" charset="0"/>
                <a:ea typeface="Calibri" panose="020F0502020204030204" pitchFamily="34" charset="0"/>
              </a:rPr>
              <a:t>दूध</a:t>
            </a:r>
            <a:r>
              <a:rPr lang="en-IN" sz="1800" dirty="0">
                <a:effectLst/>
                <a:latin typeface="Calibri" panose="020F0502020204030204" pitchFamily="34" charset="0"/>
                <a:ea typeface="Calibri" panose="020F0502020204030204" pitchFamily="34" charset="0"/>
                <a:cs typeface="Times New Roman" panose="02020603050405020304" pitchFamily="18" charset="0"/>
              </a:rPr>
              <a:t> </a:t>
            </a:r>
            <a:r>
              <a:rPr lang="en-IN" sz="1800" dirty="0">
                <a:effectLst/>
                <a:latin typeface="Nirmala UI" panose="020B0502040204020203" pitchFamily="34" charset="0"/>
                <a:ea typeface="Calibri" panose="020F0502020204030204" pitchFamily="34" charset="0"/>
              </a:rPr>
              <a:t>तयार</a:t>
            </a:r>
            <a:r>
              <a:rPr lang="en-IN" sz="1800" dirty="0">
                <a:effectLst/>
                <a:latin typeface="Calibri" panose="020F0502020204030204" pitchFamily="34" charset="0"/>
                <a:ea typeface="Calibri" panose="020F0502020204030204" pitchFamily="34" charset="0"/>
                <a:cs typeface="Times New Roman" panose="02020603050405020304" pitchFamily="18" charset="0"/>
              </a:rPr>
              <a:t> </a:t>
            </a:r>
            <a:r>
              <a:rPr lang="en-IN" sz="1800" dirty="0" err="1">
                <a:effectLst/>
                <a:latin typeface="Nirmala UI" panose="020B0502040204020203" pitchFamily="34" charset="0"/>
                <a:ea typeface="Calibri" panose="020F0502020204030204" pitchFamily="34" charset="0"/>
              </a:rPr>
              <a:t>करतात</a:t>
            </a:r>
            <a:r>
              <a:rPr lang="en-IN" sz="1800" dirty="0">
                <a:effectLst/>
                <a:latin typeface="Calibri" panose="020F0502020204030204" pitchFamily="34" charset="0"/>
                <a:ea typeface="Calibri" panose="020F0502020204030204" pitchFamily="34" charset="0"/>
                <a:cs typeface="Times New Roman" panose="02020603050405020304" pitchFamily="18" charset="0"/>
              </a:rPr>
              <a:t>. </a:t>
            </a:r>
          </a:p>
          <a:p>
            <a:pPr marL="285750" indent="-285750">
              <a:buFont typeface="Arial" panose="020B0604020202020204" pitchFamily="34" charset="0"/>
              <a:buChar char="•"/>
            </a:pPr>
            <a:r>
              <a:rPr lang="en-IN" sz="1800" dirty="0" err="1">
                <a:effectLst/>
                <a:latin typeface="Nirmala UI" panose="020B0502040204020203" pitchFamily="34" charset="0"/>
                <a:ea typeface="Calibri" panose="020F0502020204030204" pitchFamily="34" charset="0"/>
              </a:rPr>
              <a:t>दुधात</a:t>
            </a:r>
            <a:r>
              <a:rPr lang="en-IN" sz="1800" dirty="0">
                <a:effectLst/>
                <a:latin typeface="Calibri" panose="020F0502020204030204" pitchFamily="34" charset="0"/>
                <a:ea typeface="Calibri" panose="020F0502020204030204" pitchFamily="34" charset="0"/>
                <a:cs typeface="Times New Roman" panose="02020603050405020304" pitchFamily="18" charset="0"/>
              </a:rPr>
              <a:t> </a:t>
            </a:r>
            <a:r>
              <a:rPr lang="en-IN" sz="1800" dirty="0" err="1">
                <a:effectLst/>
                <a:latin typeface="Nirmala UI" panose="020B0502040204020203" pitchFamily="34" charset="0"/>
                <a:ea typeface="Calibri" panose="020F0502020204030204" pitchFamily="34" charset="0"/>
              </a:rPr>
              <a:t>फॅटचे</a:t>
            </a:r>
            <a:r>
              <a:rPr lang="en-IN" sz="1800" dirty="0">
                <a:effectLst/>
                <a:latin typeface="Calibri" panose="020F0502020204030204" pitchFamily="34" charset="0"/>
                <a:ea typeface="Calibri" panose="020F0502020204030204" pitchFamily="34" charset="0"/>
                <a:cs typeface="Times New Roman" panose="02020603050405020304" pitchFamily="18" charset="0"/>
              </a:rPr>
              <a:t> </a:t>
            </a:r>
            <a:r>
              <a:rPr lang="en-IN" sz="1800" dirty="0">
                <a:effectLst/>
                <a:latin typeface="Nirmala UI" panose="020B0502040204020203" pitchFamily="34" charset="0"/>
                <a:ea typeface="Calibri" panose="020F0502020204030204" pitchFamily="34" charset="0"/>
              </a:rPr>
              <a:t>प्रमाण</a:t>
            </a:r>
            <a:r>
              <a:rPr lang="en-IN" sz="1800" dirty="0">
                <a:effectLst/>
                <a:latin typeface="Calibri" panose="020F0502020204030204" pitchFamily="34" charset="0"/>
                <a:ea typeface="Calibri" panose="020F0502020204030204" pitchFamily="34" charset="0"/>
                <a:cs typeface="Times New Roman" panose="02020603050405020304" pitchFamily="18" charset="0"/>
              </a:rPr>
              <a:t> </a:t>
            </a:r>
            <a:r>
              <a:rPr lang="en-IN" sz="1800" dirty="0">
                <a:effectLst/>
                <a:latin typeface="Nirmala UI" panose="020B0502040204020203" pitchFamily="34" charset="0"/>
                <a:ea typeface="Calibri" panose="020F0502020204030204" pitchFamily="34" charset="0"/>
              </a:rPr>
              <a:t>३</a:t>
            </a:r>
            <a:r>
              <a:rPr lang="en-IN" sz="1800" dirty="0">
                <a:effectLst/>
                <a:latin typeface="Calibri" panose="020F0502020204030204" pitchFamily="34" charset="0"/>
                <a:ea typeface="Calibri" panose="020F0502020204030204" pitchFamily="34" charset="0"/>
                <a:cs typeface="Times New Roman" panose="02020603050405020304" pitchFamily="18" charset="0"/>
              </a:rPr>
              <a:t>.</a:t>
            </a:r>
            <a:r>
              <a:rPr lang="en-IN" sz="1800" dirty="0">
                <a:effectLst/>
                <a:latin typeface="Nirmala UI" panose="020B0502040204020203" pitchFamily="34" charset="0"/>
                <a:ea typeface="Calibri" panose="020F0502020204030204" pitchFamily="34" charset="0"/>
              </a:rPr>
              <a:t>५</a:t>
            </a:r>
            <a:r>
              <a:rPr lang="en-IN" sz="1800" dirty="0">
                <a:effectLst/>
                <a:latin typeface="Calibri" panose="020F0502020204030204" pitchFamily="34" charset="0"/>
                <a:ea typeface="Calibri" panose="020F0502020204030204" pitchFamily="34" charset="0"/>
                <a:cs typeface="Times New Roman" panose="02020603050405020304" pitchFamily="18" charset="0"/>
              </a:rPr>
              <a:t>% </a:t>
            </a:r>
            <a:r>
              <a:rPr lang="en-IN" sz="1800" dirty="0" err="1">
                <a:effectLst/>
                <a:latin typeface="Nirmala UI" panose="020B0502040204020203" pitchFamily="34" charset="0"/>
                <a:ea typeface="Calibri" panose="020F0502020204030204" pitchFamily="34" charset="0"/>
              </a:rPr>
              <a:t>आहे</a:t>
            </a:r>
            <a:r>
              <a:rPr lang="en-IN" sz="1800" dirty="0">
                <a:effectLst/>
                <a:latin typeface="Calibri" panose="020F0502020204030204" pitchFamily="34" charset="0"/>
                <a:ea typeface="Calibri" panose="020F0502020204030204" pitchFamily="34" charset="0"/>
                <a:cs typeface="Times New Roman" panose="02020603050405020304" pitchFamily="18" charset="0"/>
              </a:rPr>
              <a:t> </a:t>
            </a:r>
            <a:r>
              <a:rPr lang="en-IN" sz="1800" dirty="0">
                <a:effectLst/>
                <a:latin typeface="Nirmala UI" panose="020B0502040204020203" pitchFamily="34" charset="0"/>
                <a:ea typeface="Calibri" panose="020F0502020204030204" pitchFamily="34" charset="0"/>
              </a:rPr>
              <a:t>आणि</a:t>
            </a:r>
            <a:r>
              <a:rPr lang="en-IN" sz="1800" dirty="0">
                <a:effectLst/>
                <a:latin typeface="Calibri" panose="020F0502020204030204" pitchFamily="34" charset="0"/>
                <a:ea typeface="Calibri" panose="020F0502020204030204" pitchFamily="34" charset="0"/>
                <a:cs typeface="Times New Roman" panose="02020603050405020304" pitchFamily="18" charset="0"/>
              </a:rPr>
              <a:t> </a:t>
            </a:r>
            <a:r>
              <a:rPr lang="en-IN" sz="1800" dirty="0">
                <a:effectLst/>
                <a:latin typeface="Nirmala UI" panose="020B0502040204020203" pitchFamily="34" charset="0"/>
                <a:ea typeface="Calibri" panose="020F0502020204030204" pitchFamily="34" charset="0"/>
              </a:rPr>
              <a:t>ते</a:t>
            </a:r>
            <a:r>
              <a:rPr lang="en-IN" sz="1800" dirty="0">
                <a:effectLst/>
                <a:latin typeface="Calibri" panose="020F0502020204030204" pitchFamily="34" charset="0"/>
                <a:ea typeface="Calibri" panose="020F0502020204030204" pitchFamily="34" charset="0"/>
                <a:cs typeface="Times New Roman" panose="02020603050405020304" pitchFamily="18" charset="0"/>
              </a:rPr>
              <a:t> </a:t>
            </a:r>
            <a:r>
              <a:rPr lang="en-IN" sz="1800" dirty="0" err="1">
                <a:effectLst/>
                <a:latin typeface="Nirmala UI" panose="020B0502040204020203" pitchFamily="34" charset="0"/>
                <a:ea typeface="Calibri" panose="020F0502020204030204" pitchFamily="34" charset="0"/>
              </a:rPr>
              <a:t>मलईदार</a:t>
            </a:r>
            <a:r>
              <a:rPr lang="en-IN" sz="1800" dirty="0">
                <a:effectLst/>
                <a:latin typeface="Calibri" panose="020F0502020204030204" pitchFamily="34" charset="0"/>
                <a:ea typeface="Calibri" panose="020F0502020204030204" pitchFamily="34" charset="0"/>
                <a:cs typeface="Times New Roman" panose="02020603050405020304" pitchFamily="18" charset="0"/>
              </a:rPr>
              <a:t> </a:t>
            </a:r>
            <a:r>
              <a:rPr lang="en-IN" sz="1800" dirty="0">
                <a:effectLst/>
                <a:latin typeface="Nirmala UI" panose="020B0502040204020203" pitchFamily="34" charset="0"/>
                <a:ea typeface="Calibri" panose="020F0502020204030204" pitchFamily="34" charset="0"/>
              </a:rPr>
              <a:t>आणि</a:t>
            </a:r>
            <a:r>
              <a:rPr lang="en-IN" sz="1800" dirty="0">
                <a:effectLst/>
                <a:latin typeface="Calibri" panose="020F0502020204030204" pitchFamily="34" charset="0"/>
                <a:ea typeface="Calibri" panose="020F0502020204030204" pitchFamily="34" charset="0"/>
                <a:cs typeface="Times New Roman" panose="02020603050405020304" pitchFamily="18" charset="0"/>
              </a:rPr>
              <a:t> </a:t>
            </a:r>
            <a:r>
              <a:rPr lang="en-IN" sz="1800" dirty="0" err="1">
                <a:effectLst/>
                <a:latin typeface="Nirmala UI" panose="020B0502040204020203" pitchFamily="34" charset="0"/>
                <a:ea typeface="Calibri" panose="020F0502020204030204" pitchFamily="34" charset="0"/>
              </a:rPr>
              <a:t>स्वादिष्ट</a:t>
            </a:r>
            <a:r>
              <a:rPr lang="en-IN" sz="1800" dirty="0">
                <a:effectLst/>
                <a:latin typeface="Calibri" panose="020F0502020204030204" pitchFamily="34" charset="0"/>
                <a:ea typeface="Calibri" panose="020F0502020204030204" pitchFamily="34" charset="0"/>
                <a:cs typeface="Times New Roman" panose="02020603050405020304" pitchFamily="18" charset="0"/>
              </a:rPr>
              <a:t> </a:t>
            </a:r>
            <a:r>
              <a:rPr lang="en-IN" sz="1800" dirty="0" err="1">
                <a:effectLst/>
                <a:latin typeface="Nirmala UI" panose="020B0502040204020203" pitchFamily="34" charset="0"/>
                <a:ea typeface="Calibri" panose="020F0502020204030204" pitchFamily="34" charset="0"/>
              </a:rPr>
              <a:t>आहे</a:t>
            </a:r>
            <a:r>
              <a:rPr lang="en-IN" sz="1800" dirty="0">
                <a:effectLst/>
                <a:latin typeface="Calibri" panose="020F0502020204030204" pitchFamily="34" charset="0"/>
                <a:ea typeface="Calibri" panose="020F0502020204030204" pitchFamily="34" charset="0"/>
                <a:cs typeface="Times New Roman" panose="02020603050405020304" pitchFamily="18" charset="0"/>
              </a:rPr>
              <a:t>.</a:t>
            </a:r>
            <a:endParaRPr lang="en-IN" dirty="0"/>
          </a:p>
        </p:txBody>
      </p:sp>
    </p:spTree>
    <p:extLst>
      <p:ext uri="{BB962C8B-B14F-4D97-AF65-F5344CB8AC3E}">
        <p14:creationId xmlns:p14="http://schemas.microsoft.com/office/powerpoint/2010/main" val="4183749046"/>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0F7B056-DAFB-4135-99EA-37889D6CF45D}"/>
              </a:ext>
            </a:extLst>
          </p:cNvPr>
          <p:cNvSpPr>
            <a:spLocks noGrp="1"/>
          </p:cNvSpPr>
          <p:nvPr>
            <p:ph type="title"/>
          </p:nvPr>
        </p:nvSpPr>
        <p:spPr>
          <a:xfrm>
            <a:off x="839788" y="457200"/>
            <a:ext cx="3932237" cy="530225"/>
          </a:xfrm>
        </p:spPr>
        <p:txBody>
          <a:bodyPr>
            <a:normAutofit/>
          </a:bodyPr>
          <a:lstStyle/>
          <a:p>
            <a:pPr algn="ctr"/>
            <a:r>
              <a:rPr lang="en-IN" sz="2800" dirty="0" err="1">
                <a:solidFill>
                  <a:srgbClr val="FF0000"/>
                </a:solidFill>
                <a:effectLst/>
                <a:latin typeface="Nirmala UI" panose="020B0502040204020203" pitchFamily="34" charset="0"/>
                <a:ea typeface="Calibri" panose="020F0502020204030204" pitchFamily="34" charset="0"/>
                <a:cs typeface="Times New Roman" panose="02020603050405020304" pitchFamily="18" charset="0"/>
              </a:rPr>
              <a:t>टोगेनबर्ग</a:t>
            </a:r>
            <a:endParaRPr lang="en-IN" dirty="0">
              <a:solidFill>
                <a:srgbClr val="FF0000"/>
              </a:solidFill>
            </a:endParaRPr>
          </a:p>
        </p:txBody>
      </p:sp>
      <p:pic>
        <p:nvPicPr>
          <p:cNvPr id="6" name="Content Placeholder 5">
            <a:extLst>
              <a:ext uri="{FF2B5EF4-FFF2-40B4-BE49-F238E27FC236}">
                <a16:creationId xmlns:a16="http://schemas.microsoft.com/office/drawing/2014/main" id="{B44AB26D-0F79-4AF5-A777-25B6D3CDBACC}"/>
              </a:ext>
            </a:extLst>
          </p:cNvPr>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5183188" y="1688306"/>
            <a:ext cx="6172200" cy="3471862"/>
          </a:xfrm>
        </p:spPr>
      </p:pic>
      <p:sp>
        <p:nvSpPr>
          <p:cNvPr id="4" name="Text Placeholder 3">
            <a:extLst>
              <a:ext uri="{FF2B5EF4-FFF2-40B4-BE49-F238E27FC236}">
                <a16:creationId xmlns:a16="http://schemas.microsoft.com/office/drawing/2014/main" id="{B482A3B0-9304-4A9D-AF85-C76AFAF04ADC}"/>
              </a:ext>
            </a:extLst>
          </p:cNvPr>
          <p:cNvSpPr>
            <a:spLocks noGrp="1"/>
          </p:cNvSpPr>
          <p:nvPr>
            <p:ph type="body" sz="half" idx="2"/>
          </p:nvPr>
        </p:nvSpPr>
        <p:spPr>
          <a:xfrm>
            <a:off x="839788" y="995363"/>
            <a:ext cx="3932237" cy="4873625"/>
          </a:xfrm>
        </p:spPr>
        <p:txBody>
          <a:bodyPr>
            <a:normAutofit/>
          </a:bodyPr>
          <a:lstStyle/>
          <a:p>
            <a:pPr marL="285750" indent="-285750">
              <a:lnSpc>
                <a:spcPct val="107000"/>
              </a:lnSpc>
              <a:spcAft>
                <a:spcPts val="800"/>
              </a:spcAft>
              <a:buFont typeface="Arial" panose="020B0604020202020204" pitchFamily="34" charset="0"/>
              <a:buChar char="•"/>
            </a:pPr>
            <a:r>
              <a:rPr lang="en-IN" sz="1800" dirty="0" err="1">
                <a:effectLst/>
                <a:latin typeface="Nirmala UI" panose="020B0502040204020203" pitchFamily="34" charset="0"/>
                <a:ea typeface="Calibri" panose="020F0502020204030204" pitchFamily="34" charset="0"/>
                <a:cs typeface="Times New Roman" panose="02020603050405020304" pitchFamily="18" charset="0"/>
              </a:rPr>
              <a:t>स्वित्झर्लंडमधील</a:t>
            </a:r>
            <a:r>
              <a:rPr lang="en-IN" sz="1800" dirty="0">
                <a:effectLst/>
                <a:latin typeface="Calibri" panose="020F0502020204030204" pitchFamily="34" charset="0"/>
                <a:ea typeface="Calibri" panose="020F0502020204030204" pitchFamily="34" charset="0"/>
                <a:cs typeface="Times New Roman" panose="02020603050405020304" pitchFamily="18" charset="0"/>
              </a:rPr>
              <a:t> </a:t>
            </a:r>
            <a:r>
              <a:rPr lang="en-IN" sz="1800" dirty="0" err="1">
                <a:effectLst/>
                <a:latin typeface="Nirmala UI" panose="020B0502040204020203" pitchFamily="34" charset="0"/>
                <a:ea typeface="Calibri" panose="020F0502020204030204" pitchFamily="34" charset="0"/>
                <a:cs typeface="Times New Roman" panose="02020603050405020304" pitchFamily="18" charset="0"/>
              </a:rPr>
              <a:t>टोगेनबर्ग</a:t>
            </a:r>
            <a:r>
              <a:rPr lang="en-IN" sz="1800" dirty="0">
                <a:effectLst/>
                <a:latin typeface="Calibri" panose="020F0502020204030204" pitchFamily="34" charset="0"/>
                <a:ea typeface="Calibri" panose="020F0502020204030204" pitchFamily="34" charset="0"/>
                <a:cs typeface="Times New Roman" panose="02020603050405020304" pitchFamily="18" charset="0"/>
              </a:rPr>
              <a:t> </a:t>
            </a:r>
            <a:r>
              <a:rPr lang="en-IN" sz="1800" dirty="0" err="1">
                <a:effectLst/>
                <a:latin typeface="Nirmala UI" panose="020B0502040204020203" pitchFamily="34" charset="0"/>
                <a:ea typeface="Calibri" panose="020F0502020204030204" pitchFamily="34" charset="0"/>
                <a:cs typeface="Times New Roman" panose="02020603050405020304" pitchFamily="18" charset="0"/>
              </a:rPr>
              <a:t>व्हॅलीमध्ये</a:t>
            </a:r>
            <a:r>
              <a:rPr lang="en-IN" sz="1800" dirty="0">
                <a:effectLst/>
                <a:latin typeface="Calibri" panose="020F0502020204030204" pitchFamily="34" charset="0"/>
                <a:ea typeface="Calibri" panose="020F0502020204030204" pitchFamily="34" charset="0"/>
                <a:cs typeface="Times New Roman" panose="02020603050405020304" pitchFamily="18" charset="0"/>
              </a:rPr>
              <a:t> </a:t>
            </a:r>
            <a:r>
              <a:rPr lang="en-IN" sz="1800" dirty="0" err="1">
                <a:effectLst/>
                <a:latin typeface="Nirmala UI" panose="020B0502040204020203" pitchFamily="34" charset="0"/>
                <a:ea typeface="Calibri" panose="020F0502020204030204" pitchFamily="34" charset="0"/>
                <a:cs typeface="Times New Roman" panose="02020603050405020304" pitchFamily="18" charset="0"/>
              </a:rPr>
              <a:t>उगम</a:t>
            </a:r>
            <a:r>
              <a:rPr lang="en-IN" sz="1800" dirty="0">
                <a:effectLst/>
                <a:latin typeface="Calibri" panose="020F0502020204030204" pitchFamily="34" charset="0"/>
                <a:ea typeface="Calibri" panose="020F0502020204030204" pitchFamily="34" charset="0"/>
                <a:cs typeface="Times New Roman" panose="02020603050405020304" pitchFamily="18" charset="0"/>
              </a:rPr>
              <a:t> </a:t>
            </a:r>
            <a:r>
              <a:rPr lang="en-IN" sz="1800" dirty="0" err="1">
                <a:effectLst/>
                <a:latin typeface="Nirmala UI" panose="020B0502040204020203" pitchFamily="34" charset="0"/>
                <a:ea typeface="Calibri" panose="020F0502020204030204" pitchFamily="34" charset="0"/>
                <a:cs typeface="Times New Roman" panose="02020603050405020304" pitchFamily="18" charset="0"/>
              </a:rPr>
              <a:t>पावलेली</a:t>
            </a:r>
            <a:r>
              <a:rPr lang="en-IN" sz="1800" dirty="0">
                <a:effectLst/>
                <a:latin typeface="Calibri" panose="020F0502020204030204" pitchFamily="34" charset="0"/>
                <a:ea typeface="Calibri" panose="020F0502020204030204" pitchFamily="34" charset="0"/>
                <a:cs typeface="Times New Roman" panose="02020603050405020304" pitchFamily="18" charset="0"/>
              </a:rPr>
              <a:t> </a:t>
            </a:r>
            <a:r>
              <a:rPr lang="en-IN" sz="1800" dirty="0">
                <a:effectLst/>
                <a:latin typeface="Nirmala UI" panose="020B0502040204020203" pitchFamily="34" charset="0"/>
                <a:ea typeface="Calibri" panose="020F0502020204030204" pitchFamily="34" charset="0"/>
                <a:cs typeface="Times New Roman" panose="02020603050405020304" pitchFamily="18" charset="0"/>
              </a:rPr>
              <a:t>ही</a:t>
            </a:r>
            <a:r>
              <a:rPr lang="en-IN" sz="1800" dirty="0">
                <a:effectLst/>
                <a:latin typeface="Calibri" panose="020F0502020204030204" pitchFamily="34" charset="0"/>
                <a:ea typeface="Calibri" panose="020F0502020204030204" pitchFamily="34" charset="0"/>
                <a:cs typeface="Times New Roman" panose="02020603050405020304" pitchFamily="18" charset="0"/>
              </a:rPr>
              <a:t> </a:t>
            </a:r>
            <a:r>
              <a:rPr lang="en-IN" sz="1800" dirty="0" err="1">
                <a:effectLst/>
                <a:latin typeface="Nirmala UI" panose="020B0502040204020203" pitchFamily="34" charset="0"/>
                <a:ea typeface="Calibri" panose="020F0502020204030204" pitchFamily="34" charset="0"/>
                <a:cs typeface="Times New Roman" panose="02020603050405020304" pitchFamily="18" charset="0"/>
              </a:rPr>
              <a:t>सर्वात</a:t>
            </a:r>
            <a:r>
              <a:rPr lang="en-IN" sz="1800" dirty="0">
                <a:effectLst/>
                <a:latin typeface="Calibri" panose="020F0502020204030204" pitchFamily="34" charset="0"/>
                <a:ea typeface="Calibri" panose="020F0502020204030204" pitchFamily="34" charset="0"/>
                <a:cs typeface="Times New Roman" panose="02020603050405020304" pitchFamily="18" charset="0"/>
              </a:rPr>
              <a:t> </a:t>
            </a:r>
            <a:r>
              <a:rPr lang="en-IN" sz="1800" dirty="0" err="1">
                <a:effectLst/>
                <a:latin typeface="Nirmala UI" panose="020B0502040204020203" pitchFamily="34" charset="0"/>
                <a:ea typeface="Calibri" panose="020F0502020204030204" pitchFamily="34" charset="0"/>
                <a:cs typeface="Times New Roman" panose="02020603050405020304" pitchFamily="18" charset="0"/>
              </a:rPr>
              <a:t>जुनी</a:t>
            </a:r>
            <a:r>
              <a:rPr lang="en-IN" sz="1800" dirty="0">
                <a:effectLst/>
                <a:latin typeface="Calibri" panose="020F0502020204030204" pitchFamily="34" charset="0"/>
                <a:ea typeface="Calibri" panose="020F0502020204030204" pitchFamily="34" charset="0"/>
                <a:cs typeface="Times New Roman" panose="02020603050405020304" pitchFamily="18" charset="0"/>
              </a:rPr>
              <a:t> </a:t>
            </a:r>
            <a:r>
              <a:rPr lang="en-IN" sz="1800" dirty="0" err="1">
                <a:effectLst/>
                <a:latin typeface="Nirmala UI" panose="020B0502040204020203" pitchFamily="34" charset="0"/>
                <a:ea typeface="Calibri" panose="020F0502020204030204" pitchFamily="34" charset="0"/>
                <a:cs typeface="Times New Roman" panose="02020603050405020304" pitchFamily="18" charset="0"/>
              </a:rPr>
              <a:t>ज्ञात</a:t>
            </a:r>
            <a:r>
              <a:rPr lang="en-IN" sz="1800" dirty="0">
                <a:effectLst/>
                <a:latin typeface="Calibri" panose="020F0502020204030204" pitchFamily="34" charset="0"/>
                <a:ea typeface="Calibri" panose="020F0502020204030204" pitchFamily="34" charset="0"/>
                <a:cs typeface="Times New Roman" panose="02020603050405020304" pitchFamily="18" charset="0"/>
              </a:rPr>
              <a:t> </a:t>
            </a:r>
            <a:r>
              <a:rPr lang="en-IN" sz="1800" dirty="0" err="1">
                <a:effectLst/>
                <a:latin typeface="Nirmala UI" panose="020B0502040204020203" pitchFamily="34" charset="0"/>
                <a:ea typeface="Calibri" panose="020F0502020204030204" pitchFamily="34" charset="0"/>
                <a:cs typeface="Times New Roman" panose="02020603050405020304" pitchFamily="18" charset="0"/>
              </a:rPr>
              <a:t>डेअरी</a:t>
            </a:r>
            <a:r>
              <a:rPr lang="en-IN" sz="1800" dirty="0">
                <a:effectLst/>
                <a:latin typeface="Calibri" panose="020F0502020204030204" pitchFamily="34" charset="0"/>
                <a:ea typeface="Calibri" panose="020F0502020204030204" pitchFamily="34" charset="0"/>
                <a:cs typeface="Times New Roman" panose="02020603050405020304" pitchFamily="18" charset="0"/>
              </a:rPr>
              <a:t> </a:t>
            </a:r>
            <a:r>
              <a:rPr lang="en-IN" sz="1800" dirty="0" err="1">
                <a:effectLst/>
                <a:latin typeface="Nirmala UI" panose="020B0502040204020203" pitchFamily="34" charset="0"/>
                <a:ea typeface="Calibri" panose="020F0502020204030204" pitchFamily="34" charset="0"/>
                <a:cs typeface="Times New Roman" panose="02020603050405020304" pitchFamily="18" charset="0"/>
              </a:rPr>
              <a:t>शेळीची</a:t>
            </a:r>
            <a:r>
              <a:rPr lang="en-IN" sz="1800" dirty="0">
                <a:effectLst/>
                <a:latin typeface="Calibri" panose="020F0502020204030204" pitchFamily="34" charset="0"/>
                <a:ea typeface="Calibri" panose="020F0502020204030204" pitchFamily="34" charset="0"/>
                <a:cs typeface="Times New Roman" panose="02020603050405020304" pitchFamily="18" charset="0"/>
              </a:rPr>
              <a:t> </a:t>
            </a:r>
            <a:r>
              <a:rPr lang="en-IN" sz="1800" dirty="0" err="1">
                <a:effectLst/>
                <a:latin typeface="Nirmala UI" panose="020B0502040204020203" pitchFamily="34" charset="0"/>
                <a:ea typeface="Calibri" panose="020F0502020204030204" pitchFamily="34" charset="0"/>
                <a:cs typeface="Times New Roman" panose="02020603050405020304" pitchFamily="18" charset="0"/>
              </a:rPr>
              <a:t>जात</a:t>
            </a:r>
            <a:r>
              <a:rPr lang="en-IN" sz="1800" dirty="0">
                <a:effectLst/>
                <a:latin typeface="Calibri" panose="020F0502020204030204" pitchFamily="34" charset="0"/>
                <a:ea typeface="Calibri" panose="020F0502020204030204" pitchFamily="34" charset="0"/>
                <a:cs typeface="Times New Roman" panose="02020603050405020304" pitchFamily="18" charset="0"/>
              </a:rPr>
              <a:t> </a:t>
            </a:r>
            <a:r>
              <a:rPr lang="en-IN" sz="1800" dirty="0" err="1">
                <a:effectLst/>
                <a:latin typeface="Nirmala UI" panose="020B0502040204020203" pitchFamily="34" charset="0"/>
                <a:ea typeface="Calibri" panose="020F0502020204030204" pitchFamily="34" charset="0"/>
                <a:cs typeface="Times New Roman" panose="02020603050405020304" pitchFamily="18" charset="0"/>
              </a:rPr>
              <a:t>आहे</a:t>
            </a:r>
            <a:r>
              <a:rPr lang="en-IN" sz="1800" dirty="0">
                <a:effectLst/>
                <a:latin typeface="Calibri" panose="020F0502020204030204" pitchFamily="34" charset="0"/>
                <a:ea typeface="Calibri" panose="020F0502020204030204" pitchFamily="34" charset="0"/>
                <a:cs typeface="Times New Roman" panose="02020603050405020304" pitchFamily="18" charset="0"/>
              </a:rPr>
              <a:t>. </a:t>
            </a:r>
          </a:p>
          <a:p>
            <a:pPr marL="285750" indent="-285750">
              <a:lnSpc>
                <a:spcPct val="107000"/>
              </a:lnSpc>
              <a:spcAft>
                <a:spcPts val="800"/>
              </a:spcAft>
              <a:buFont typeface="Arial" panose="020B0604020202020204" pitchFamily="34" charset="0"/>
              <a:buChar char="•"/>
            </a:pPr>
            <a:r>
              <a:rPr lang="en-IN" sz="1800" dirty="0" err="1">
                <a:effectLst/>
                <a:latin typeface="Nirmala UI" panose="020B0502040204020203" pitchFamily="34" charset="0"/>
                <a:ea typeface="Calibri" panose="020F0502020204030204" pitchFamily="34" charset="0"/>
                <a:cs typeface="Times New Roman" panose="02020603050405020304" pitchFamily="18" charset="0"/>
              </a:rPr>
              <a:t>टॉगेनबर्ग</a:t>
            </a:r>
            <a:r>
              <a:rPr lang="en-IN" sz="1800" dirty="0">
                <a:effectLst/>
                <a:latin typeface="Calibri" panose="020F0502020204030204" pitchFamily="34" charset="0"/>
                <a:ea typeface="Calibri" panose="020F0502020204030204" pitchFamily="34" charset="0"/>
                <a:cs typeface="Times New Roman" panose="02020603050405020304" pitchFamily="18" charset="0"/>
              </a:rPr>
              <a:t> </a:t>
            </a:r>
            <a:r>
              <a:rPr lang="en-IN" sz="1800" dirty="0" err="1">
                <a:effectLst/>
                <a:latin typeface="Nirmala UI" panose="020B0502040204020203" pitchFamily="34" charset="0"/>
                <a:ea typeface="Calibri" panose="020F0502020204030204" pitchFamily="34" charset="0"/>
                <a:cs typeface="Times New Roman" panose="02020603050405020304" pitchFamily="18" charset="0"/>
              </a:rPr>
              <a:t>हे</a:t>
            </a:r>
            <a:r>
              <a:rPr lang="en-IN" sz="1800" dirty="0">
                <a:effectLst/>
                <a:latin typeface="Calibri" panose="020F0502020204030204" pitchFamily="34" charset="0"/>
                <a:ea typeface="Calibri" panose="020F0502020204030204" pitchFamily="34" charset="0"/>
                <a:cs typeface="Times New Roman" panose="02020603050405020304" pitchFamily="18" charset="0"/>
              </a:rPr>
              <a:t> </a:t>
            </a:r>
            <a:r>
              <a:rPr lang="en-IN" sz="1800" dirty="0" err="1">
                <a:effectLst/>
                <a:latin typeface="Nirmala UI" panose="020B0502040204020203" pitchFamily="34" charset="0"/>
                <a:ea typeface="Calibri" panose="020F0502020204030204" pitchFamily="34" charset="0"/>
                <a:cs typeface="Times New Roman" panose="02020603050405020304" pitchFamily="18" charset="0"/>
              </a:rPr>
              <a:t>मध्यम</a:t>
            </a:r>
            <a:r>
              <a:rPr lang="en-IN" sz="1800" dirty="0">
                <a:effectLst/>
                <a:latin typeface="Calibri" panose="020F0502020204030204" pitchFamily="34" charset="0"/>
                <a:ea typeface="Calibri" panose="020F0502020204030204" pitchFamily="34" charset="0"/>
                <a:cs typeface="Times New Roman" panose="02020603050405020304" pitchFamily="18" charset="0"/>
              </a:rPr>
              <a:t> </a:t>
            </a:r>
            <a:r>
              <a:rPr lang="en-IN" sz="1800" dirty="0" err="1">
                <a:effectLst/>
                <a:latin typeface="Nirmala UI" panose="020B0502040204020203" pitchFamily="34" charset="0"/>
                <a:ea typeface="Calibri" panose="020F0502020204030204" pitchFamily="34" charset="0"/>
                <a:cs typeface="Times New Roman" panose="02020603050405020304" pitchFamily="18" charset="0"/>
              </a:rPr>
              <a:t>आकाराचे</a:t>
            </a:r>
            <a:r>
              <a:rPr lang="en-IN" sz="1800" dirty="0">
                <a:effectLst/>
                <a:latin typeface="Calibri" panose="020F0502020204030204" pitchFamily="34" charset="0"/>
                <a:ea typeface="Calibri" panose="020F0502020204030204" pitchFamily="34" charset="0"/>
                <a:cs typeface="Times New Roman" panose="02020603050405020304" pitchFamily="18" charset="0"/>
              </a:rPr>
              <a:t> </a:t>
            </a:r>
            <a:r>
              <a:rPr lang="en-IN" sz="1800" dirty="0">
                <a:effectLst/>
                <a:latin typeface="Nirmala UI" panose="020B0502040204020203" pitchFamily="34" charset="0"/>
                <a:ea typeface="Calibri" panose="020F0502020204030204" pitchFamily="34" charset="0"/>
                <a:cs typeface="Times New Roman" panose="02020603050405020304" pitchFamily="18" charset="0"/>
              </a:rPr>
              <a:t>प्राणी</a:t>
            </a:r>
            <a:r>
              <a:rPr lang="en-IN" sz="1800" dirty="0">
                <a:effectLst/>
                <a:latin typeface="Calibri" panose="020F0502020204030204" pitchFamily="34" charset="0"/>
                <a:ea typeface="Calibri" panose="020F0502020204030204" pitchFamily="34" charset="0"/>
                <a:cs typeface="Times New Roman" panose="02020603050405020304" pitchFamily="18" charset="0"/>
              </a:rPr>
              <a:t> </a:t>
            </a:r>
            <a:r>
              <a:rPr lang="en-IN" sz="1800" dirty="0">
                <a:effectLst/>
                <a:latin typeface="Nirmala UI" panose="020B0502040204020203" pitchFamily="34" charset="0"/>
                <a:ea typeface="Calibri" panose="020F0502020204030204" pitchFamily="34" charset="0"/>
                <a:cs typeface="Times New Roman" panose="02020603050405020304" pitchFamily="18" charset="0"/>
              </a:rPr>
              <a:t>आहेत</a:t>
            </a:r>
            <a:r>
              <a:rPr lang="en-IN" sz="1800" dirty="0">
                <a:effectLst/>
                <a:latin typeface="Calibri" panose="020F0502020204030204" pitchFamily="34" charset="0"/>
                <a:ea typeface="Calibri" panose="020F0502020204030204" pitchFamily="34" charset="0"/>
                <a:cs typeface="Times New Roman" panose="02020603050405020304" pitchFamily="18" charset="0"/>
              </a:rPr>
              <a:t> </a:t>
            </a:r>
            <a:r>
              <a:rPr lang="en-IN" sz="1800" dirty="0">
                <a:effectLst/>
                <a:latin typeface="Nirmala UI" panose="020B0502040204020203" pitchFamily="34" charset="0"/>
                <a:ea typeface="Calibri" panose="020F0502020204030204" pitchFamily="34" charset="0"/>
                <a:cs typeface="Times New Roman" panose="02020603050405020304" pitchFamily="18" charset="0"/>
              </a:rPr>
              <a:t>आणि</a:t>
            </a:r>
            <a:r>
              <a:rPr lang="en-IN" sz="1800" dirty="0">
                <a:effectLst/>
                <a:latin typeface="Calibri" panose="020F0502020204030204" pitchFamily="34" charset="0"/>
                <a:ea typeface="Calibri" panose="020F0502020204030204" pitchFamily="34" charset="0"/>
                <a:cs typeface="Times New Roman" panose="02020603050405020304" pitchFamily="18" charset="0"/>
              </a:rPr>
              <a:t> </a:t>
            </a:r>
            <a:r>
              <a:rPr lang="en-IN" sz="1800" dirty="0" err="1">
                <a:effectLst/>
                <a:latin typeface="Nirmala UI" panose="020B0502040204020203" pitchFamily="34" charset="0"/>
                <a:ea typeface="Calibri" panose="020F0502020204030204" pitchFamily="34" charset="0"/>
                <a:cs typeface="Times New Roman" panose="02020603050405020304" pitchFamily="18" charset="0"/>
              </a:rPr>
              <a:t>त्यांचा</a:t>
            </a:r>
            <a:r>
              <a:rPr lang="en-IN" sz="1800" dirty="0">
                <a:effectLst/>
                <a:latin typeface="Calibri" panose="020F0502020204030204" pitchFamily="34" charset="0"/>
                <a:ea typeface="Calibri" panose="020F0502020204030204" pitchFamily="34" charset="0"/>
                <a:cs typeface="Times New Roman" panose="02020603050405020304" pitchFamily="18" charset="0"/>
              </a:rPr>
              <a:t> </a:t>
            </a:r>
            <a:r>
              <a:rPr lang="en-IN" sz="1800" dirty="0" err="1">
                <a:effectLst/>
                <a:latin typeface="Nirmala UI" panose="020B0502040204020203" pitchFamily="34" charset="0"/>
                <a:ea typeface="Calibri" panose="020F0502020204030204" pitchFamily="34" charset="0"/>
                <a:cs typeface="Times New Roman" panose="02020603050405020304" pitchFamily="18" charset="0"/>
              </a:rPr>
              <a:t>रंग</a:t>
            </a:r>
            <a:r>
              <a:rPr lang="en-IN" sz="1800" dirty="0">
                <a:effectLst/>
                <a:latin typeface="Calibri" panose="020F0502020204030204" pitchFamily="34" charset="0"/>
                <a:ea typeface="Calibri" panose="020F0502020204030204" pitchFamily="34" charset="0"/>
                <a:cs typeface="Times New Roman" panose="02020603050405020304" pitchFamily="18" charset="0"/>
              </a:rPr>
              <a:t> </a:t>
            </a:r>
            <a:r>
              <a:rPr lang="en-IN" sz="1800" dirty="0" err="1">
                <a:effectLst/>
                <a:latin typeface="Nirmala UI" panose="020B0502040204020203" pitchFamily="34" charset="0"/>
                <a:ea typeface="Calibri" panose="020F0502020204030204" pitchFamily="34" charset="0"/>
                <a:cs typeface="Times New Roman" panose="02020603050405020304" pitchFamily="18" charset="0"/>
              </a:rPr>
              <a:t>हलका</a:t>
            </a:r>
            <a:r>
              <a:rPr lang="en-IN" sz="1800" dirty="0">
                <a:effectLst/>
                <a:latin typeface="Calibri" panose="020F0502020204030204" pitchFamily="34" charset="0"/>
                <a:ea typeface="Calibri" panose="020F0502020204030204" pitchFamily="34" charset="0"/>
                <a:cs typeface="Times New Roman" panose="02020603050405020304" pitchFamily="18" charset="0"/>
              </a:rPr>
              <a:t> </a:t>
            </a:r>
            <a:r>
              <a:rPr lang="en-IN" sz="1800" dirty="0" err="1">
                <a:effectLst/>
                <a:latin typeface="Nirmala UI" panose="020B0502040204020203" pitchFamily="34" charset="0"/>
                <a:ea typeface="Calibri" panose="020F0502020204030204" pitchFamily="34" charset="0"/>
                <a:cs typeface="Times New Roman" panose="02020603050405020304" pitchFamily="18" charset="0"/>
              </a:rPr>
              <a:t>भुरकट</a:t>
            </a:r>
            <a:r>
              <a:rPr lang="en-IN" sz="1800" dirty="0">
                <a:effectLst/>
                <a:latin typeface="Calibri" panose="020F0502020204030204" pitchFamily="34" charset="0"/>
                <a:ea typeface="Calibri" panose="020F0502020204030204" pitchFamily="34" charset="0"/>
                <a:cs typeface="Times New Roman" panose="02020603050405020304" pitchFamily="18" charset="0"/>
              </a:rPr>
              <a:t> </a:t>
            </a:r>
            <a:r>
              <a:rPr lang="en-IN" sz="1800" dirty="0">
                <a:effectLst/>
                <a:latin typeface="Nirmala UI" panose="020B0502040204020203" pitchFamily="34" charset="0"/>
                <a:ea typeface="Calibri" panose="020F0502020204030204" pitchFamily="34" charset="0"/>
                <a:cs typeface="Times New Roman" panose="02020603050405020304" pitchFamily="18" charset="0"/>
              </a:rPr>
              <a:t>ते</a:t>
            </a:r>
            <a:r>
              <a:rPr lang="en-IN" sz="1800" dirty="0">
                <a:effectLst/>
                <a:latin typeface="Calibri" panose="020F0502020204030204" pitchFamily="34" charset="0"/>
                <a:ea typeface="Calibri" panose="020F0502020204030204" pitchFamily="34" charset="0"/>
                <a:cs typeface="Times New Roman" panose="02020603050405020304" pitchFamily="18" charset="0"/>
              </a:rPr>
              <a:t> </a:t>
            </a:r>
            <a:r>
              <a:rPr lang="en-IN" sz="1800" dirty="0" err="1">
                <a:effectLst/>
                <a:latin typeface="Nirmala UI" panose="020B0502040204020203" pitchFamily="34" charset="0"/>
                <a:ea typeface="Calibri" panose="020F0502020204030204" pitchFamily="34" charset="0"/>
                <a:cs typeface="Times New Roman" panose="02020603050405020304" pitchFamily="18" charset="0"/>
              </a:rPr>
              <a:t>गडद</a:t>
            </a:r>
            <a:r>
              <a:rPr lang="en-IN" sz="1800" dirty="0">
                <a:effectLst/>
                <a:latin typeface="Calibri" panose="020F0502020204030204" pitchFamily="34" charset="0"/>
                <a:ea typeface="Calibri" panose="020F0502020204030204" pitchFamily="34" charset="0"/>
                <a:cs typeface="Times New Roman" panose="02020603050405020304" pitchFamily="18" charset="0"/>
              </a:rPr>
              <a:t> </a:t>
            </a:r>
            <a:r>
              <a:rPr lang="en-IN" sz="1800" dirty="0" err="1">
                <a:effectLst/>
                <a:latin typeface="Nirmala UI" panose="020B0502040204020203" pitchFamily="34" charset="0"/>
                <a:ea typeface="Calibri" panose="020F0502020204030204" pitchFamily="34" charset="0"/>
                <a:cs typeface="Times New Roman" panose="02020603050405020304" pitchFamily="18" charset="0"/>
              </a:rPr>
              <a:t>तपकिरी</a:t>
            </a:r>
            <a:r>
              <a:rPr lang="en-IN" sz="1800" dirty="0">
                <a:effectLst/>
                <a:latin typeface="Calibri" panose="020F0502020204030204" pitchFamily="34" charset="0"/>
                <a:ea typeface="Calibri" panose="020F0502020204030204" pitchFamily="34" charset="0"/>
                <a:cs typeface="Times New Roman" panose="02020603050405020304" pitchFamily="18" charset="0"/>
              </a:rPr>
              <a:t> </a:t>
            </a:r>
            <a:r>
              <a:rPr lang="en-IN" sz="1800" dirty="0">
                <a:effectLst/>
                <a:latin typeface="Nirmala UI" panose="020B0502040204020203" pitchFamily="34" charset="0"/>
                <a:ea typeface="Calibri" panose="020F0502020204030204" pitchFamily="34" charset="0"/>
                <a:cs typeface="Times New Roman" panose="02020603050405020304" pitchFamily="18" charset="0"/>
              </a:rPr>
              <a:t>पर्यंत</a:t>
            </a:r>
            <a:r>
              <a:rPr lang="en-IN" sz="1800" dirty="0">
                <a:effectLst/>
                <a:latin typeface="Calibri" panose="020F0502020204030204" pitchFamily="34" charset="0"/>
                <a:ea typeface="Calibri" panose="020F0502020204030204" pitchFamily="34" charset="0"/>
                <a:cs typeface="Times New Roman" panose="02020603050405020304" pitchFamily="18" charset="0"/>
              </a:rPr>
              <a:t> </a:t>
            </a:r>
            <a:r>
              <a:rPr lang="en-IN" sz="1800" dirty="0" err="1">
                <a:effectLst/>
                <a:latin typeface="Nirmala UI" panose="020B0502040204020203" pitchFamily="34" charset="0"/>
                <a:ea typeface="Calibri" panose="020F0502020204030204" pitchFamily="34" charset="0"/>
                <a:cs typeface="Times New Roman" panose="02020603050405020304" pitchFamily="18" charset="0"/>
              </a:rPr>
              <a:t>बदलतो</a:t>
            </a:r>
            <a:r>
              <a:rPr lang="en-IN" sz="1800" dirty="0">
                <a:effectLst/>
                <a:latin typeface="Calibri" panose="020F0502020204030204" pitchFamily="34" charset="0"/>
                <a:ea typeface="Calibri" panose="020F0502020204030204" pitchFamily="34" charset="0"/>
                <a:cs typeface="Times New Roman" panose="02020603050405020304" pitchFamily="18" charset="0"/>
              </a:rPr>
              <a:t>. </a:t>
            </a:r>
            <a:r>
              <a:rPr lang="en-IN" sz="1800" dirty="0" err="1">
                <a:effectLst/>
                <a:latin typeface="Nirmala UI" panose="020B0502040204020203" pitchFamily="34" charset="0"/>
                <a:ea typeface="Calibri" panose="020F0502020204030204" pitchFamily="34" charset="0"/>
                <a:cs typeface="Times New Roman" panose="02020603050405020304" pitchFamily="18" charset="0"/>
              </a:rPr>
              <a:t>त्यांनी</a:t>
            </a:r>
            <a:r>
              <a:rPr lang="en-IN" sz="1800" dirty="0">
                <a:effectLst/>
                <a:latin typeface="Calibri" panose="020F0502020204030204" pitchFamily="34" charset="0"/>
                <a:ea typeface="Calibri" panose="020F0502020204030204" pitchFamily="34" charset="0"/>
                <a:cs typeface="Times New Roman" panose="02020603050405020304" pitchFamily="18" charset="0"/>
              </a:rPr>
              <a:t> </a:t>
            </a:r>
            <a:r>
              <a:rPr lang="en-IN" sz="1800" dirty="0" err="1">
                <a:effectLst/>
                <a:latin typeface="Nirmala UI" panose="020B0502040204020203" pitchFamily="34" charset="0"/>
                <a:ea typeface="Calibri" panose="020F0502020204030204" pitchFamily="34" charset="0"/>
                <a:cs typeface="Times New Roman" panose="02020603050405020304" pitchFamily="18" charset="0"/>
              </a:rPr>
              <a:t>कपाळाला</a:t>
            </a:r>
            <a:r>
              <a:rPr lang="en-IN" sz="1800" dirty="0">
                <a:effectLst/>
                <a:latin typeface="Calibri" panose="020F0502020204030204" pitchFamily="34" charset="0"/>
                <a:ea typeface="Calibri" panose="020F0502020204030204" pitchFamily="34" charset="0"/>
                <a:cs typeface="Times New Roman" panose="02020603050405020304" pitchFamily="18" charset="0"/>
              </a:rPr>
              <a:t> </a:t>
            </a:r>
            <a:r>
              <a:rPr lang="en-IN" sz="1800" dirty="0" err="1">
                <a:effectLst/>
                <a:latin typeface="Nirmala UI" panose="020B0502040204020203" pitchFamily="34" charset="0"/>
                <a:ea typeface="Calibri" panose="020F0502020204030204" pitchFamily="34" charset="0"/>
                <a:cs typeface="Times New Roman" panose="02020603050405020304" pitchFamily="18" charset="0"/>
              </a:rPr>
              <a:t>कुंकू</a:t>
            </a:r>
            <a:r>
              <a:rPr lang="en-IN" sz="1800" dirty="0">
                <a:effectLst/>
                <a:latin typeface="Calibri" panose="020F0502020204030204" pitchFamily="34" charset="0"/>
                <a:ea typeface="Calibri" panose="020F0502020204030204" pitchFamily="34" charset="0"/>
                <a:cs typeface="Times New Roman" panose="02020603050405020304" pitchFamily="18" charset="0"/>
              </a:rPr>
              <a:t> </a:t>
            </a:r>
            <a:r>
              <a:rPr lang="en-IN" sz="1800" dirty="0" err="1">
                <a:effectLst/>
                <a:latin typeface="Nirmala UI" panose="020B0502040204020203" pitchFamily="34" charset="0"/>
                <a:ea typeface="Calibri" panose="020F0502020204030204" pitchFamily="34" charset="0"/>
                <a:cs typeface="Times New Roman" panose="02020603050405020304" pitchFamily="18" charset="0"/>
              </a:rPr>
              <a:t>लावले</a:t>
            </a:r>
            <a:r>
              <a:rPr lang="en-IN" sz="1800" dirty="0">
                <a:effectLst/>
                <a:latin typeface="Calibri" panose="020F0502020204030204" pitchFamily="34" charset="0"/>
                <a:ea typeface="Calibri" panose="020F0502020204030204" pitchFamily="34" charset="0"/>
                <a:cs typeface="Times New Roman" panose="02020603050405020304" pitchFamily="18" charset="0"/>
              </a:rPr>
              <a:t> </a:t>
            </a:r>
            <a:r>
              <a:rPr lang="en-IN" sz="1800" dirty="0" err="1">
                <a:effectLst/>
                <a:latin typeface="Nirmala UI" panose="020B0502040204020203" pitchFamily="34" charset="0"/>
                <a:ea typeface="Calibri" panose="020F0502020204030204" pitchFamily="34" charset="0"/>
                <a:cs typeface="Times New Roman" panose="02020603050405020304" pitchFamily="18" charset="0"/>
              </a:rPr>
              <a:t>आहे</a:t>
            </a:r>
            <a:r>
              <a:rPr lang="en-IN" sz="1800" dirty="0">
                <a:effectLst/>
                <a:latin typeface="Calibri" panose="020F0502020204030204" pitchFamily="34" charset="0"/>
                <a:ea typeface="Calibri" panose="020F0502020204030204" pitchFamily="34" charset="0"/>
                <a:cs typeface="Times New Roman" panose="02020603050405020304" pitchFamily="18" charset="0"/>
              </a:rPr>
              <a:t>. </a:t>
            </a:r>
            <a:r>
              <a:rPr lang="en-IN" sz="1800" dirty="0" err="1">
                <a:effectLst/>
                <a:latin typeface="Nirmala UI" panose="020B0502040204020203" pitchFamily="34" charset="0"/>
                <a:ea typeface="Calibri" panose="020F0502020204030204" pitchFamily="34" charset="0"/>
                <a:cs typeface="Times New Roman" panose="02020603050405020304" pitchFamily="18" charset="0"/>
              </a:rPr>
              <a:t>कान</a:t>
            </a:r>
            <a:r>
              <a:rPr lang="en-IN" sz="1800" dirty="0">
                <a:effectLst/>
                <a:latin typeface="Calibri" panose="020F0502020204030204" pitchFamily="34" charset="0"/>
                <a:ea typeface="Calibri" panose="020F0502020204030204" pitchFamily="34" charset="0"/>
                <a:cs typeface="Times New Roman" panose="02020603050405020304" pitchFamily="18" charset="0"/>
              </a:rPr>
              <a:t> </a:t>
            </a:r>
            <a:r>
              <a:rPr lang="en-IN" sz="1800" dirty="0" err="1">
                <a:effectLst/>
                <a:latin typeface="Nirmala UI" panose="020B0502040204020203" pitchFamily="34" charset="0"/>
                <a:ea typeface="Calibri" panose="020F0502020204030204" pitchFamily="34" charset="0"/>
                <a:cs typeface="Times New Roman" panose="02020603050405020304" pitchFamily="18" charset="0"/>
              </a:rPr>
              <a:t>ताठ</a:t>
            </a:r>
            <a:r>
              <a:rPr lang="en-IN" sz="1800" dirty="0">
                <a:effectLst/>
                <a:latin typeface="Calibri" panose="020F0502020204030204" pitchFamily="34" charset="0"/>
                <a:ea typeface="Calibri" panose="020F0502020204030204" pitchFamily="34" charset="0"/>
                <a:cs typeface="Times New Roman" panose="02020603050405020304" pitchFamily="18" charset="0"/>
              </a:rPr>
              <a:t> </a:t>
            </a:r>
            <a:r>
              <a:rPr lang="en-IN" sz="1800" dirty="0">
                <a:effectLst/>
                <a:latin typeface="Nirmala UI" panose="020B0502040204020203" pitchFamily="34" charset="0"/>
                <a:ea typeface="Calibri" panose="020F0502020204030204" pitchFamily="34" charset="0"/>
                <a:cs typeface="Times New Roman" panose="02020603050405020304" pitchFamily="18" charset="0"/>
              </a:rPr>
              <a:t>आहेत</a:t>
            </a:r>
            <a:r>
              <a:rPr lang="en-IN" sz="1800" dirty="0">
                <a:effectLst/>
                <a:latin typeface="Calibri" panose="020F0502020204030204" pitchFamily="34" charset="0"/>
                <a:ea typeface="Calibri" panose="020F0502020204030204" pitchFamily="34" charset="0"/>
                <a:cs typeface="Times New Roman" panose="02020603050405020304" pitchFamily="18" charset="0"/>
              </a:rPr>
              <a:t> </a:t>
            </a:r>
            <a:r>
              <a:rPr lang="en-IN" sz="1800" dirty="0">
                <a:effectLst/>
                <a:latin typeface="Nirmala UI" panose="020B0502040204020203" pitchFamily="34" charset="0"/>
                <a:ea typeface="Calibri" panose="020F0502020204030204" pitchFamily="34" charset="0"/>
                <a:cs typeface="Times New Roman" panose="02020603050405020304" pitchFamily="18" charset="0"/>
              </a:rPr>
              <a:t>आणि</a:t>
            </a:r>
            <a:r>
              <a:rPr lang="en-IN" sz="1800" dirty="0">
                <a:effectLst/>
                <a:latin typeface="Calibri" panose="020F0502020204030204" pitchFamily="34" charset="0"/>
                <a:ea typeface="Calibri" panose="020F0502020204030204" pitchFamily="34" charset="0"/>
                <a:cs typeface="Times New Roman" panose="02020603050405020304" pitchFamily="18" charset="0"/>
              </a:rPr>
              <a:t> </a:t>
            </a:r>
            <a:r>
              <a:rPr lang="en-IN" sz="1800" dirty="0" err="1">
                <a:effectLst/>
                <a:latin typeface="Nirmala UI" panose="020B0502040204020203" pitchFamily="34" charset="0"/>
                <a:ea typeface="Calibri" panose="020F0502020204030204" pitchFamily="34" charset="0"/>
                <a:cs typeface="Times New Roman" panose="02020603050405020304" pitchFamily="18" charset="0"/>
              </a:rPr>
              <a:t>पुढे</a:t>
            </a:r>
            <a:r>
              <a:rPr lang="en-IN" sz="1800" dirty="0">
                <a:effectLst/>
                <a:latin typeface="Calibri" panose="020F0502020204030204" pitchFamily="34" charset="0"/>
                <a:ea typeface="Calibri" panose="020F0502020204030204" pitchFamily="34" charset="0"/>
                <a:cs typeface="Times New Roman" panose="02020603050405020304" pitchFamily="18" charset="0"/>
              </a:rPr>
              <a:t> </a:t>
            </a:r>
            <a:r>
              <a:rPr lang="en-IN" sz="1800" dirty="0" err="1">
                <a:effectLst/>
                <a:latin typeface="Nirmala UI" panose="020B0502040204020203" pitchFamily="34" charset="0"/>
                <a:ea typeface="Calibri" panose="020F0502020204030204" pitchFamily="34" charset="0"/>
                <a:cs typeface="Times New Roman" panose="02020603050405020304" pitchFamily="18" charset="0"/>
              </a:rPr>
              <a:t>निर्देशित</a:t>
            </a:r>
            <a:r>
              <a:rPr lang="en-IN" sz="1800" dirty="0">
                <a:effectLst/>
                <a:latin typeface="Calibri" panose="020F0502020204030204" pitchFamily="34" charset="0"/>
                <a:ea typeface="Calibri" panose="020F0502020204030204" pitchFamily="34" charset="0"/>
                <a:cs typeface="Times New Roman" panose="02020603050405020304" pitchFamily="18" charset="0"/>
              </a:rPr>
              <a:t> </a:t>
            </a:r>
            <a:r>
              <a:rPr lang="en-IN" sz="1800" dirty="0" err="1">
                <a:effectLst/>
                <a:latin typeface="Nirmala UI" panose="020B0502040204020203" pitchFamily="34" charset="0"/>
                <a:ea typeface="Calibri" panose="020F0502020204030204" pitchFamily="34" charset="0"/>
                <a:cs typeface="Times New Roman" panose="02020603050405020304" pitchFamily="18" charset="0"/>
              </a:rPr>
              <a:t>करतात</a:t>
            </a:r>
            <a:r>
              <a:rPr lang="en-IN" sz="1800" dirty="0">
                <a:effectLst/>
                <a:latin typeface="Calibri" panose="020F0502020204030204" pitchFamily="34" charset="0"/>
                <a:ea typeface="Calibri" panose="020F0502020204030204" pitchFamily="34" charset="0"/>
                <a:cs typeface="Times New Roman" panose="02020603050405020304" pitchFamily="18" charset="0"/>
              </a:rPr>
              <a:t>. </a:t>
            </a:r>
          </a:p>
          <a:p>
            <a:pPr marL="285750" indent="-285750">
              <a:lnSpc>
                <a:spcPct val="107000"/>
              </a:lnSpc>
              <a:spcAft>
                <a:spcPts val="800"/>
              </a:spcAft>
              <a:buFont typeface="Arial" panose="020B0604020202020204" pitchFamily="34" charset="0"/>
              <a:buChar char="•"/>
            </a:pPr>
            <a:r>
              <a:rPr lang="en-IN" sz="1800" dirty="0" err="1">
                <a:effectLst/>
                <a:latin typeface="Nirmala UI" panose="020B0502040204020203" pitchFamily="34" charset="0"/>
                <a:ea typeface="Calibri" panose="020F0502020204030204" pitchFamily="34" charset="0"/>
                <a:cs typeface="Times New Roman" panose="02020603050405020304" pitchFamily="18" charset="0"/>
              </a:rPr>
              <a:t>त्यांच्याकडे</a:t>
            </a:r>
            <a:r>
              <a:rPr lang="en-IN" sz="1800" dirty="0">
                <a:effectLst/>
                <a:latin typeface="Calibri" panose="020F0502020204030204" pitchFamily="34" charset="0"/>
                <a:ea typeface="Calibri" panose="020F0502020204030204" pitchFamily="34" charset="0"/>
                <a:cs typeface="Times New Roman" panose="02020603050405020304" pitchFamily="18" charset="0"/>
              </a:rPr>
              <a:t> </a:t>
            </a:r>
            <a:r>
              <a:rPr lang="en-IN" sz="1800" dirty="0" err="1">
                <a:effectLst/>
                <a:latin typeface="Nirmala UI" panose="020B0502040204020203" pitchFamily="34" charset="0"/>
                <a:ea typeface="Calibri" panose="020F0502020204030204" pitchFamily="34" charset="0"/>
                <a:cs typeface="Times New Roman" panose="02020603050405020304" pitchFamily="18" charset="0"/>
              </a:rPr>
              <a:t>चांगली</a:t>
            </a:r>
            <a:r>
              <a:rPr lang="en-IN" sz="1800" dirty="0">
                <a:effectLst/>
                <a:latin typeface="Calibri" panose="020F0502020204030204" pitchFamily="34" charset="0"/>
                <a:ea typeface="Calibri" panose="020F0502020204030204" pitchFamily="34" charset="0"/>
                <a:cs typeface="Times New Roman" panose="02020603050405020304" pitchFamily="18" charset="0"/>
              </a:rPr>
              <a:t> </a:t>
            </a:r>
            <a:r>
              <a:rPr lang="en-IN" sz="1800" dirty="0" err="1">
                <a:effectLst/>
                <a:latin typeface="Nirmala UI" panose="020B0502040204020203" pitchFamily="34" charset="0"/>
                <a:ea typeface="Calibri" panose="020F0502020204030204" pitchFamily="34" charset="0"/>
                <a:cs typeface="Times New Roman" panose="02020603050405020304" pitchFamily="18" charset="0"/>
              </a:rPr>
              <a:t>विकसित</a:t>
            </a:r>
            <a:r>
              <a:rPr lang="en-IN" sz="1800" dirty="0">
                <a:effectLst/>
                <a:latin typeface="Calibri" panose="020F0502020204030204" pitchFamily="34" charset="0"/>
                <a:ea typeface="Calibri" panose="020F0502020204030204" pitchFamily="34" charset="0"/>
                <a:cs typeface="Times New Roman" panose="02020603050405020304" pitchFamily="18" charset="0"/>
              </a:rPr>
              <a:t> </a:t>
            </a:r>
            <a:r>
              <a:rPr lang="en-IN" sz="1800" dirty="0" err="1">
                <a:effectLst/>
                <a:latin typeface="Nirmala UI" panose="020B0502040204020203" pitchFamily="34" charset="0"/>
                <a:ea typeface="Calibri" panose="020F0502020204030204" pitchFamily="34" charset="0"/>
                <a:cs typeface="Times New Roman" panose="02020603050405020304" pitchFamily="18" charset="0"/>
              </a:rPr>
              <a:t>कासे</a:t>
            </a:r>
            <a:r>
              <a:rPr lang="en-IN" sz="1800" dirty="0">
                <a:effectLst/>
                <a:latin typeface="Calibri" panose="020F0502020204030204" pitchFamily="34" charset="0"/>
                <a:ea typeface="Calibri" panose="020F0502020204030204" pitchFamily="34" charset="0"/>
                <a:cs typeface="Times New Roman" panose="02020603050405020304" pitchFamily="18" charset="0"/>
              </a:rPr>
              <a:t> </a:t>
            </a:r>
            <a:r>
              <a:rPr lang="en-IN" sz="1800" dirty="0" err="1">
                <a:effectLst/>
                <a:latin typeface="Nirmala UI" panose="020B0502040204020203" pitchFamily="34" charset="0"/>
                <a:ea typeface="Calibri" panose="020F0502020204030204" pitchFamily="34" charset="0"/>
                <a:cs typeface="Times New Roman" panose="02020603050405020304" pitchFamily="18" charset="0"/>
              </a:rPr>
              <a:t>आहे</a:t>
            </a:r>
            <a:r>
              <a:rPr lang="en-IN" sz="1800" dirty="0">
                <a:effectLst/>
                <a:latin typeface="Calibri" panose="020F0502020204030204" pitchFamily="34" charset="0"/>
                <a:ea typeface="Calibri" panose="020F0502020204030204" pitchFamily="34" charset="0"/>
                <a:cs typeface="Times New Roman" panose="02020603050405020304" pitchFamily="18" charset="0"/>
              </a:rPr>
              <a:t>. </a:t>
            </a:r>
          </a:p>
          <a:p>
            <a:pPr marL="285750" indent="-285750">
              <a:lnSpc>
                <a:spcPct val="107000"/>
              </a:lnSpc>
              <a:spcAft>
                <a:spcPts val="800"/>
              </a:spcAft>
              <a:buFont typeface="Arial" panose="020B0604020202020204" pitchFamily="34" charset="0"/>
              <a:buChar char="•"/>
            </a:pPr>
            <a:r>
              <a:rPr lang="en-IN" sz="1800" dirty="0" err="1">
                <a:effectLst/>
                <a:latin typeface="Nirmala UI" panose="020B0502040204020203" pitchFamily="34" charset="0"/>
                <a:ea typeface="Calibri" panose="020F0502020204030204" pitchFamily="34" charset="0"/>
                <a:cs typeface="Times New Roman" panose="02020603050405020304" pitchFamily="18" charset="0"/>
              </a:rPr>
              <a:t>स्तनपान</a:t>
            </a:r>
            <a:r>
              <a:rPr lang="en-IN" sz="1800" dirty="0">
                <a:effectLst/>
                <a:latin typeface="Calibri" panose="020F0502020204030204" pitchFamily="34" charset="0"/>
                <a:ea typeface="Calibri" panose="020F0502020204030204" pitchFamily="34" charset="0"/>
                <a:cs typeface="Times New Roman" panose="02020603050405020304" pitchFamily="18" charset="0"/>
              </a:rPr>
              <a:t> </a:t>
            </a:r>
            <a:r>
              <a:rPr lang="en-IN" sz="1800" dirty="0" err="1">
                <a:effectLst/>
                <a:latin typeface="Nirmala UI" panose="020B0502040204020203" pitchFamily="34" charset="0"/>
                <a:ea typeface="Calibri" panose="020F0502020204030204" pitchFamily="34" charset="0"/>
                <a:cs typeface="Times New Roman" panose="02020603050405020304" pitchFamily="18" charset="0"/>
              </a:rPr>
              <a:t>कालावधी</a:t>
            </a:r>
            <a:r>
              <a:rPr lang="en-IN" sz="1800" dirty="0">
                <a:effectLst/>
                <a:latin typeface="Calibri" panose="020F0502020204030204" pitchFamily="34" charset="0"/>
                <a:ea typeface="Calibri" panose="020F0502020204030204" pitchFamily="34" charset="0"/>
                <a:cs typeface="Times New Roman" panose="02020603050405020304" pitchFamily="18" charset="0"/>
              </a:rPr>
              <a:t> </a:t>
            </a:r>
            <a:r>
              <a:rPr lang="hi-IN" sz="1800" dirty="0">
                <a:effectLst/>
                <a:latin typeface="Calibri" panose="020F0502020204030204" pitchFamily="34" charset="0"/>
                <a:ea typeface="Calibri" panose="020F0502020204030204" pitchFamily="34" charset="0"/>
                <a:cs typeface="Times New Roman" panose="02020603050405020304" pitchFamily="18" charset="0"/>
              </a:rPr>
              <a:t>मध्ये </a:t>
            </a:r>
            <a:r>
              <a:rPr lang="en-IN" sz="1800" dirty="0" err="1">
                <a:effectLst/>
                <a:latin typeface="Nirmala UI" panose="020B0502040204020203" pitchFamily="34" charset="0"/>
                <a:ea typeface="Calibri" panose="020F0502020204030204" pitchFamily="34" charset="0"/>
                <a:cs typeface="Times New Roman" panose="02020603050405020304" pitchFamily="18" charset="0"/>
              </a:rPr>
              <a:t>सुमारे</a:t>
            </a:r>
            <a:r>
              <a:rPr lang="en-IN" sz="1800" dirty="0">
                <a:effectLst/>
                <a:latin typeface="Calibri" panose="020F0502020204030204" pitchFamily="34" charset="0"/>
                <a:ea typeface="Calibri" panose="020F0502020204030204" pitchFamily="34" charset="0"/>
                <a:cs typeface="Times New Roman" panose="02020603050405020304" pitchFamily="18" charset="0"/>
              </a:rPr>
              <a:t> 740 </a:t>
            </a:r>
            <a:r>
              <a:rPr lang="en-IN" sz="1800" dirty="0" err="1">
                <a:effectLst/>
                <a:latin typeface="Nirmala UI" panose="020B0502040204020203" pitchFamily="34" charset="0"/>
                <a:ea typeface="Calibri" panose="020F0502020204030204" pitchFamily="34" charset="0"/>
                <a:cs typeface="Times New Roman" panose="02020603050405020304" pitchFamily="18" charset="0"/>
              </a:rPr>
              <a:t>किलो</a:t>
            </a:r>
            <a:r>
              <a:rPr lang="en-IN" sz="1800" dirty="0">
                <a:effectLst/>
                <a:latin typeface="Calibri" panose="020F0502020204030204" pitchFamily="34" charset="0"/>
                <a:ea typeface="Calibri" panose="020F0502020204030204" pitchFamily="34" charset="0"/>
                <a:cs typeface="Times New Roman" panose="02020603050405020304" pitchFamily="18" charset="0"/>
              </a:rPr>
              <a:t> </a:t>
            </a:r>
            <a:r>
              <a:rPr lang="en-IN" sz="1800" dirty="0" err="1">
                <a:effectLst/>
                <a:latin typeface="Nirmala UI" panose="020B0502040204020203" pitchFamily="34" charset="0"/>
                <a:ea typeface="Calibri" panose="020F0502020204030204" pitchFamily="34" charset="0"/>
                <a:cs typeface="Times New Roman" panose="02020603050405020304" pitchFamily="18" charset="0"/>
              </a:rPr>
              <a:t>दूध</a:t>
            </a:r>
            <a:r>
              <a:rPr lang="en-IN" sz="1800" dirty="0">
                <a:effectLst/>
                <a:latin typeface="Calibri" panose="020F0502020204030204" pitchFamily="34" charset="0"/>
                <a:ea typeface="Calibri" panose="020F0502020204030204" pitchFamily="34" charset="0"/>
                <a:cs typeface="Times New Roman" panose="02020603050405020304" pitchFamily="18" charset="0"/>
              </a:rPr>
              <a:t> </a:t>
            </a:r>
            <a:r>
              <a:rPr lang="en-IN" sz="1800" dirty="0" err="1">
                <a:effectLst/>
                <a:latin typeface="Nirmala UI" panose="020B0502040204020203" pitchFamily="34" charset="0"/>
                <a:ea typeface="Calibri" panose="020F0502020204030204" pitchFamily="34" charset="0"/>
                <a:cs typeface="Times New Roman" panose="02020603050405020304" pitchFamily="18" charset="0"/>
              </a:rPr>
              <a:t>देतात</a:t>
            </a:r>
            <a:r>
              <a:rPr lang="en-IN" sz="1800" dirty="0">
                <a:effectLst/>
                <a:latin typeface="Calibri" panose="020F0502020204030204" pitchFamily="34" charset="0"/>
                <a:ea typeface="Calibri" panose="020F0502020204030204" pitchFamily="34" charset="0"/>
                <a:cs typeface="Times New Roman" panose="02020603050405020304" pitchFamily="18" charset="0"/>
              </a:rPr>
              <a:t>. </a:t>
            </a:r>
            <a:r>
              <a:rPr lang="en-IN" sz="1800" dirty="0" err="1">
                <a:effectLst/>
                <a:latin typeface="Nirmala UI" panose="020B0502040204020203" pitchFamily="34" charset="0"/>
                <a:ea typeface="Calibri" panose="020F0502020204030204" pitchFamily="34" charset="0"/>
                <a:cs typeface="Times New Roman" panose="02020603050405020304" pitchFamily="18" charset="0"/>
              </a:rPr>
              <a:t>चरबीचे</a:t>
            </a:r>
            <a:r>
              <a:rPr lang="en-IN" sz="1800" dirty="0">
                <a:effectLst/>
                <a:latin typeface="Calibri" panose="020F0502020204030204" pitchFamily="34" charset="0"/>
                <a:ea typeface="Calibri" panose="020F0502020204030204" pitchFamily="34" charset="0"/>
                <a:cs typeface="Times New Roman" panose="02020603050405020304" pitchFamily="18" charset="0"/>
              </a:rPr>
              <a:t> </a:t>
            </a:r>
            <a:r>
              <a:rPr lang="en-IN" sz="1800" dirty="0">
                <a:effectLst/>
                <a:latin typeface="Nirmala UI" panose="020B0502040204020203" pitchFamily="34" charset="0"/>
                <a:ea typeface="Calibri" panose="020F0502020204030204" pitchFamily="34" charset="0"/>
                <a:cs typeface="Times New Roman" panose="02020603050405020304" pitchFamily="18" charset="0"/>
              </a:rPr>
              <a:t>प्रमाण</a:t>
            </a:r>
            <a:r>
              <a:rPr lang="en-IN" sz="1800" dirty="0">
                <a:effectLst/>
                <a:latin typeface="Calibri" panose="020F0502020204030204" pitchFamily="34" charset="0"/>
                <a:ea typeface="Calibri" panose="020F0502020204030204" pitchFamily="34" charset="0"/>
                <a:cs typeface="Times New Roman" panose="02020603050405020304" pitchFamily="18" charset="0"/>
              </a:rPr>
              <a:t> 3.5% </a:t>
            </a:r>
            <a:r>
              <a:rPr lang="en-IN" sz="1800" dirty="0" err="1">
                <a:effectLst/>
                <a:latin typeface="Nirmala UI" panose="020B0502040204020203" pitchFamily="34" charset="0"/>
                <a:ea typeface="Calibri" panose="020F0502020204030204" pitchFamily="34" charset="0"/>
                <a:cs typeface="Times New Roman" panose="02020603050405020304" pitchFamily="18" charset="0"/>
              </a:rPr>
              <a:t>आहे</a:t>
            </a:r>
            <a:r>
              <a:rPr lang="en-IN" sz="1800" dirty="0">
                <a:effectLst/>
                <a:latin typeface="Calibri" panose="020F0502020204030204" pitchFamily="34" charset="0"/>
                <a:ea typeface="Calibri" panose="020F0502020204030204" pitchFamily="34" charset="0"/>
                <a:cs typeface="Times New Roman" panose="02020603050405020304" pitchFamily="18" charset="0"/>
              </a:rPr>
              <a:t>. </a:t>
            </a:r>
            <a:r>
              <a:rPr lang="en-IN" sz="1800" dirty="0" err="1">
                <a:effectLst/>
                <a:latin typeface="Nirmala UI" panose="020B0502040204020203" pitchFamily="34" charset="0"/>
                <a:ea typeface="Calibri" panose="020F0502020204030204" pitchFamily="34" charset="0"/>
                <a:cs typeface="Times New Roman" panose="02020603050405020304" pitchFamily="18" charset="0"/>
              </a:rPr>
              <a:t>दुधात</a:t>
            </a:r>
            <a:r>
              <a:rPr lang="en-IN" sz="1800" dirty="0">
                <a:effectLst/>
                <a:latin typeface="Calibri" panose="020F0502020204030204" pitchFamily="34" charset="0"/>
                <a:ea typeface="Calibri" panose="020F0502020204030204" pitchFamily="34" charset="0"/>
                <a:cs typeface="Times New Roman" panose="02020603050405020304" pitchFamily="18" charset="0"/>
              </a:rPr>
              <a:t> </a:t>
            </a:r>
            <a:r>
              <a:rPr lang="en-IN" sz="1800" dirty="0">
                <a:effectLst/>
                <a:latin typeface="Nirmala UI" panose="020B0502040204020203" pitchFamily="34" charset="0"/>
                <a:ea typeface="Calibri" panose="020F0502020204030204" pitchFamily="34" charset="0"/>
                <a:cs typeface="Times New Roman" panose="02020603050405020304" pitchFamily="18" charset="0"/>
              </a:rPr>
              <a:t>२</a:t>
            </a:r>
            <a:r>
              <a:rPr lang="en-IN" sz="1800" dirty="0">
                <a:effectLst/>
                <a:latin typeface="Calibri" panose="020F0502020204030204" pitchFamily="34" charset="0"/>
                <a:ea typeface="Calibri" panose="020F0502020204030204" pitchFamily="34" charset="0"/>
                <a:cs typeface="Times New Roman" panose="02020603050405020304" pitchFamily="18" charset="0"/>
              </a:rPr>
              <a:t>.</a:t>
            </a:r>
            <a:r>
              <a:rPr lang="en-IN" sz="1800" dirty="0">
                <a:effectLst/>
                <a:latin typeface="Nirmala UI" panose="020B0502040204020203" pitchFamily="34" charset="0"/>
                <a:ea typeface="Calibri" panose="020F0502020204030204" pitchFamily="34" charset="0"/>
                <a:cs typeface="Times New Roman" panose="02020603050405020304" pitchFamily="18" charset="0"/>
              </a:rPr>
              <a:t>९</a:t>
            </a:r>
            <a:r>
              <a:rPr lang="en-IN" sz="1800" dirty="0">
                <a:effectLst/>
                <a:latin typeface="Calibri" panose="020F0502020204030204" pitchFamily="34" charset="0"/>
                <a:ea typeface="Calibri" panose="020F0502020204030204" pitchFamily="34" charset="0"/>
                <a:cs typeface="Times New Roman" panose="02020603050405020304" pitchFamily="18" charset="0"/>
              </a:rPr>
              <a:t>% </a:t>
            </a:r>
            <a:r>
              <a:rPr lang="en-IN" sz="1800" dirty="0" err="1">
                <a:effectLst/>
                <a:latin typeface="Nirmala UI" panose="020B0502040204020203" pitchFamily="34" charset="0"/>
                <a:ea typeface="Calibri" panose="020F0502020204030204" pitchFamily="34" charset="0"/>
                <a:cs typeface="Times New Roman" panose="02020603050405020304" pitchFamily="18" charset="0"/>
              </a:rPr>
              <a:t>प्रथिनांचे</a:t>
            </a:r>
            <a:r>
              <a:rPr lang="en-IN" sz="1800" dirty="0">
                <a:effectLst/>
                <a:latin typeface="Calibri" panose="020F0502020204030204" pitchFamily="34" charset="0"/>
                <a:ea typeface="Calibri" panose="020F0502020204030204" pitchFamily="34" charset="0"/>
                <a:cs typeface="Times New Roman" panose="02020603050405020304" pitchFamily="18" charset="0"/>
              </a:rPr>
              <a:t> </a:t>
            </a:r>
            <a:r>
              <a:rPr lang="en-IN" sz="1800" dirty="0" err="1">
                <a:effectLst/>
                <a:latin typeface="Nirmala UI" panose="020B0502040204020203" pitchFamily="34" charset="0"/>
                <a:ea typeface="Calibri" panose="020F0502020204030204" pitchFamily="34" charset="0"/>
                <a:cs typeface="Times New Roman" panose="02020603050405020304" pitchFamily="18" charset="0"/>
              </a:rPr>
              <a:t>प्रमाणही</a:t>
            </a:r>
            <a:r>
              <a:rPr lang="en-IN" sz="1800" dirty="0">
                <a:effectLst/>
                <a:latin typeface="Calibri" panose="020F0502020204030204" pitchFamily="34" charset="0"/>
                <a:ea typeface="Calibri" panose="020F0502020204030204" pitchFamily="34" charset="0"/>
                <a:cs typeface="Times New Roman" panose="02020603050405020304" pitchFamily="18" charset="0"/>
              </a:rPr>
              <a:t> </a:t>
            </a:r>
            <a:r>
              <a:rPr lang="en-IN" sz="1800" dirty="0" err="1">
                <a:effectLst/>
                <a:latin typeface="Nirmala UI" panose="020B0502040204020203" pitchFamily="34" charset="0"/>
                <a:ea typeface="Calibri" panose="020F0502020204030204" pitchFamily="34" charset="0"/>
                <a:cs typeface="Times New Roman" panose="02020603050405020304" pitchFamily="18" charset="0"/>
              </a:rPr>
              <a:t>चांगले</a:t>
            </a:r>
            <a:r>
              <a:rPr lang="en-IN" sz="1800" dirty="0">
                <a:effectLst/>
                <a:latin typeface="Calibri" panose="020F0502020204030204" pitchFamily="34" charset="0"/>
                <a:ea typeface="Calibri" panose="020F0502020204030204" pitchFamily="34" charset="0"/>
                <a:cs typeface="Times New Roman" panose="02020603050405020304" pitchFamily="18" charset="0"/>
              </a:rPr>
              <a:t> </a:t>
            </a:r>
            <a:r>
              <a:rPr lang="en-IN" sz="1800" dirty="0" err="1">
                <a:effectLst/>
                <a:latin typeface="Nirmala UI" panose="020B0502040204020203" pitchFamily="34" charset="0"/>
                <a:ea typeface="Calibri" panose="020F0502020204030204" pitchFamily="34" charset="0"/>
                <a:cs typeface="Times New Roman" panose="02020603050405020304" pitchFamily="18" charset="0"/>
              </a:rPr>
              <a:t>असते</a:t>
            </a:r>
            <a:r>
              <a:rPr lang="en-IN" sz="1800" dirty="0">
                <a:effectLst/>
                <a:latin typeface="Calibri" panose="020F0502020204030204" pitchFamily="34" charset="0"/>
                <a:ea typeface="Calibri" panose="020F0502020204030204" pitchFamily="34" charset="0"/>
                <a:cs typeface="Times New Roman" panose="02020603050405020304" pitchFamily="18" charset="0"/>
              </a:rPr>
              <a:t>.</a:t>
            </a:r>
          </a:p>
          <a:p>
            <a:endParaRPr lang="en-IN" dirty="0"/>
          </a:p>
        </p:txBody>
      </p:sp>
    </p:spTree>
    <p:extLst>
      <p:ext uri="{BB962C8B-B14F-4D97-AF65-F5344CB8AC3E}">
        <p14:creationId xmlns:p14="http://schemas.microsoft.com/office/powerpoint/2010/main" val="466100796"/>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DBE9434-9BAB-4A36-9A86-0C7C97E061F0}"/>
              </a:ext>
            </a:extLst>
          </p:cNvPr>
          <p:cNvSpPr>
            <a:spLocks noGrp="1"/>
          </p:cNvSpPr>
          <p:nvPr>
            <p:ph type="title"/>
          </p:nvPr>
        </p:nvSpPr>
        <p:spPr>
          <a:xfrm>
            <a:off x="839788" y="457200"/>
            <a:ext cx="3932237" cy="530225"/>
          </a:xfrm>
        </p:spPr>
        <p:txBody>
          <a:bodyPr>
            <a:normAutofit/>
          </a:bodyPr>
          <a:lstStyle/>
          <a:p>
            <a:pPr algn="ctr"/>
            <a:r>
              <a:rPr lang="en-IN" sz="2400" dirty="0" err="1">
                <a:solidFill>
                  <a:srgbClr val="FF0000"/>
                </a:solidFill>
                <a:effectLst/>
                <a:latin typeface="Nirmala UI" panose="020B0502040204020203" pitchFamily="34" charset="0"/>
                <a:ea typeface="Calibri" panose="020F0502020204030204" pitchFamily="34" charset="0"/>
              </a:rPr>
              <a:t>अँग्लो</a:t>
            </a:r>
            <a:r>
              <a:rPr lang="en-IN" sz="2400" dirty="0" err="1">
                <a:solidFill>
                  <a:srgbClr val="FF0000"/>
                </a:solidFill>
                <a:effectLst/>
                <a:latin typeface="Calibri" panose="020F0502020204030204" pitchFamily="34" charset="0"/>
                <a:ea typeface="Calibri" panose="020F0502020204030204" pitchFamily="34" charset="0"/>
                <a:cs typeface="Times New Roman" panose="02020603050405020304" pitchFamily="18" charset="0"/>
              </a:rPr>
              <a:t>-</a:t>
            </a:r>
            <a:r>
              <a:rPr lang="en-IN" sz="2400" dirty="0" err="1">
                <a:solidFill>
                  <a:srgbClr val="FF0000"/>
                </a:solidFill>
                <a:effectLst/>
                <a:latin typeface="Nirmala UI" panose="020B0502040204020203" pitchFamily="34" charset="0"/>
                <a:ea typeface="Calibri" panose="020F0502020204030204" pitchFamily="34" charset="0"/>
              </a:rPr>
              <a:t>न्यूबियन</a:t>
            </a:r>
            <a:endParaRPr lang="en-IN" dirty="0">
              <a:solidFill>
                <a:srgbClr val="FF0000"/>
              </a:solidFill>
            </a:endParaRPr>
          </a:p>
        </p:txBody>
      </p:sp>
      <p:pic>
        <p:nvPicPr>
          <p:cNvPr id="6" name="Content Placeholder 5">
            <a:extLst>
              <a:ext uri="{FF2B5EF4-FFF2-40B4-BE49-F238E27FC236}">
                <a16:creationId xmlns:a16="http://schemas.microsoft.com/office/drawing/2014/main" id="{3D0965D5-8F2A-4931-819A-59C9164DCD41}"/>
              </a:ext>
            </a:extLst>
          </p:cNvPr>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5183188" y="1688306"/>
            <a:ext cx="6172200" cy="3471862"/>
          </a:xfrm>
        </p:spPr>
      </p:pic>
      <p:sp>
        <p:nvSpPr>
          <p:cNvPr id="4" name="Text Placeholder 3">
            <a:extLst>
              <a:ext uri="{FF2B5EF4-FFF2-40B4-BE49-F238E27FC236}">
                <a16:creationId xmlns:a16="http://schemas.microsoft.com/office/drawing/2014/main" id="{A204C86E-60C8-40AA-847C-A1A68D4BC1B1}"/>
              </a:ext>
            </a:extLst>
          </p:cNvPr>
          <p:cNvSpPr>
            <a:spLocks noGrp="1"/>
          </p:cNvSpPr>
          <p:nvPr>
            <p:ph type="body" sz="half" idx="2"/>
          </p:nvPr>
        </p:nvSpPr>
        <p:spPr>
          <a:xfrm>
            <a:off x="839788" y="1125415"/>
            <a:ext cx="3932237" cy="4743573"/>
          </a:xfrm>
        </p:spPr>
        <p:txBody>
          <a:bodyPr>
            <a:normAutofit fontScale="92500" lnSpcReduction="10000"/>
          </a:bodyPr>
          <a:lstStyle/>
          <a:p>
            <a:pPr marL="285750" indent="-285750">
              <a:lnSpc>
                <a:spcPct val="107000"/>
              </a:lnSpc>
              <a:spcAft>
                <a:spcPts val="800"/>
              </a:spcAft>
              <a:buFont typeface="Arial" panose="020B0604020202020204" pitchFamily="34" charset="0"/>
              <a:buChar char="•"/>
            </a:pPr>
            <a:r>
              <a:rPr lang="en-IN" sz="1800" dirty="0">
                <a:effectLst/>
                <a:latin typeface="Nirmala UI" panose="020B0502040204020203" pitchFamily="34" charset="0"/>
                <a:ea typeface="Calibri" panose="020F0502020204030204" pitchFamily="34" charset="0"/>
                <a:cs typeface="Times New Roman" panose="02020603050405020304" pitchFamily="18" charset="0"/>
              </a:rPr>
              <a:t>या</a:t>
            </a:r>
            <a:r>
              <a:rPr lang="en-IN" sz="1800" dirty="0">
                <a:effectLst/>
                <a:latin typeface="Calibri" panose="020F0502020204030204" pitchFamily="34" charset="0"/>
                <a:ea typeface="Calibri" panose="020F0502020204030204" pitchFamily="34" charset="0"/>
                <a:cs typeface="Times New Roman" panose="02020603050405020304" pitchFamily="18" charset="0"/>
              </a:rPr>
              <a:t> </a:t>
            </a:r>
            <a:r>
              <a:rPr lang="en-IN" sz="1800" dirty="0" err="1">
                <a:effectLst/>
                <a:latin typeface="Nirmala UI" panose="020B0502040204020203" pitchFamily="34" charset="0"/>
                <a:ea typeface="Calibri" panose="020F0502020204030204" pitchFamily="34" charset="0"/>
                <a:cs typeface="Times New Roman" panose="02020603050405020304" pitchFamily="18" charset="0"/>
              </a:rPr>
              <a:t>मजबूत</a:t>
            </a:r>
            <a:r>
              <a:rPr lang="en-IN" sz="1800" dirty="0">
                <a:effectLst/>
                <a:latin typeface="Calibri" panose="020F0502020204030204" pitchFamily="34" charset="0"/>
                <a:ea typeface="Calibri" panose="020F0502020204030204" pitchFamily="34" charset="0"/>
                <a:cs typeface="Times New Roman" panose="02020603050405020304" pitchFamily="18" charset="0"/>
              </a:rPr>
              <a:t> </a:t>
            </a:r>
            <a:r>
              <a:rPr lang="en-IN" sz="1800" dirty="0">
                <a:effectLst/>
                <a:latin typeface="Nirmala UI" panose="020B0502040204020203" pitchFamily="34" charset="0"/>
                <a:ea typeface="Calibri" panose="020F0502020204030204" pitchFamily="34" charset="0"/>
                <a:cs typeface="Times New Roman" panose="02020603050405020304" pitchFamily="18" charset="0"/>
              </a:rPr>
              <a:t>आणि</a:t>
            </a:r>
            <a:r>
              <a:rPr lang="en-IN" sz="1800" dirty="0">
                <a:effectLst/>
                <a:latin typeface="Calibri" panose="020F0502020204030204" pitchFamily="34" charset="0"/>
                <a:ea typeface="Calibri" panose="020F0502020204030204" pitchFamily="34" charset="0"/>
                <a:cs typeface="Times New Roman" panose="02020603050405020304" pitchFamily="18" charset="0"/>
              </a:rPr>
              <a:t> </a:t>
            </a:r>
            <a:r>
              <a:rPr lang="en-IN" sz="1800" dirty="0" err="1">
                <a:effectLst/>
                <a:latin typeface="Nirmala UI" panose="020B0502040204020203" pitchFamily="34" charset="0"/>
                <a:ea typeface="Calibri" panose="020F0502020204030204" pitchFamily="34" charset="0"/>
                <a:cs typeface="Times New Roman" panose="02020603050405020304" pitchFamily="18" charset="0"/>
              </a:rPr>
              <a:t>सुंदर</a:t>
            </a:r>
            <a:r>
              <a:rPr lang="en-IN" sz="1800" dirty="0">
                <a:effectLst/>
                <a:latin typeface="Calibri" panose="020F0502020204030204" pitchFamily="34" charset="0"/>
                <a:ea typeface="Calibri" panose="020F0502020204030204" pitchFamily="34" charset="0"/>
                <a:cs typeface="Times New Roman" panose="02020603050405020304" pitchFamily="18" charset="0"/>
              </a:rPr>
              <a:t> </a:t>
            </a:r>
            <a:r>
              <a:rPr lang="en-IN" sz="1800" dirty="0" err="1">
                <a:effectLst/>
                <a:latin typeface="Nirmala UI" panose="020B0502040204020203" pitchFamily="34" charset="0"/>
                <a:ea typeface="Calibri" panose="020F0502020204030204" pitchFamily="34" charset="0"/>
                <a:cs typeface="Times New Roman" panose="02020603050405020304" pitchFamily="18" charset="0"/>
              </a:rPr>
              <a:t>शेळ्यांच्या</a:t>
            </a:r>
            <a:r>
              <a:rPr lang="en-IN" sz="1800" dirty="0">
                <a:effectLst/>
                <a:latin typeface="Calibri" panose="020F0502020204030204" pitchFamily="34" charset="0"/>
                <a:ea typeface="Calibri" panose="020F0502020204030204" pitchFamily="34" charset="0"/>
                <a:cs typeface="Times New Roman" panose="02020603050405020304" pitchFamily="18" charset="0"/>
              </a:rPr>
              <a:t> </a:t>
            </a:r>
            <a:r>
              <a:rPr lang="en-IN" sz="1800" dirty="0" err="1">
                <a:effectLst/>
                <a:latin typeface="Nirmala UI" panose="020B0502040204020203" pitchFamily="34" charset="0"/>
                <a:ea typeface="Calibri" panose="020F0502020204030204" pitchFamily="34" charset="0"/>
                <a:cs typeface="Times New Roman" panose="02020603050405020304" pitchFamily="18" charset="0"/>
              </a:rPr>
              <a:t>जाती</a:t>
            </a:r>
            <a:r>
              <a:rPr lang="en-IN" sz="1800" dirty="0">
                <a:effectLst/>
                <a:latin typeface="Calibri" panose="020F0502020204030204" pitchFamily="34" charset="0"/>
                <a:ea typeface="Calibri" panose="020F0502020204030204" pitchFamily="34" charset="0"/>
                <a:cs typeface="Times New Roman" panose="02020603050405020304" pitchFamily="18" charset="0"/>
              </a:rPr>
              <a:t> </a:t>
            </a:r>
            <a:r>
              <a:rPr lang="en-IN" sz="1800" dirty="0" err="1">
                <a:effectLst/>
                <a:latin typeface="Nirmala UI" panose="020B0502040204020203" pitchFamily="34" charset="0"/>
                <a:ea typeface="Calibri" panose="020F0502020204030204" pitchFamily="34" charset="0"/>
                <a:cs typeface="Times New Roman" panose="02020603050405020304" pitchFamily="18" charset="0"/>
              </a:rPr>
              <a:t>ग्रेट</a:t>
            </a:r>
            <a:r>
              <a:rPr lang="en-IN" sz="1800" dirty="0">
                <a:effectLst/>
                <a:latin typeface="Calibri" panose="020F0502020204030204" pitchFamily="34" charset="0"/>
                <a:ea typeface="Calibri" panose="020F0502020204030204" pitchFamily="34" charset="0"/>
                <a:cs typeface="Times New Roman" panose="02020603050405020304" pitchFamily="18" charset="0"/>
              </a:rPr>
              <a:t> </a:t>
            </a:r>
            <a:r>
              <a:rPr lang="en-IN" sz="1800" dirty="0" err="1">
                <a:effectLst/>
                <a:latin typeface="Nirmala UI" panose="020B0502040204020203" pitchFamily="34" charset="0"/>
                <a:ea typeface="Calibri" panose="020F0502020204030204" pitchFamily="34" charset="0"/>
                <a:cs typeface="Times New Roman" panose="02020603050405020304" pitchFamily="18" charset="0"/>
              </a:rPr>
              <a:t>ब्रिटनमध्ये</a:t>
            </a:r>
            <a:r>
              <a:rPr lang="en-IN" sz="1800" dirty="0">
                <a:effectLst/>
                <a:latin typeface="Calibri" panose="020F0502020204030204" pitchFamily="34" charset="0"/>
                <a:ea typeface="Calibri" panose="020F0502020204030204" pitchFamily="34" charset="0"/>
                <a:cs typeface="Times New Roman" panose="02020603050405020304" pitchFamily="18" charset="0"/>
              </a:rPr>
              <a:t> </a:t>
            </a:r>
            <a:r>
              <a:rPr lang="en-IN" sz="1800" dirty="0" err="1">
                <a:effectLst/>
                <a:latin typeface="Nirmala UI" panose="020B0502040204020203" pitchFamily="34" charset="0"/>
                <a:ea typeface="Calibri" panose="020F0502020204030204" pitchFamily="34" charset="0"/>
                <a:cs typeface="Times New Roman" panose="02020603050405020304" pitchFamily="18" charset="0"/>
              </a:rPr>
              <a:t>उगम</a:t>
            </a:r>
            <a:r>
              <a:rPr lang="en-IN" sz="1800" dirty="0">
                <a:effectLst/>
                <a:latin typeface="Calibri" panose="020F0502020204030204" pitchFamily="34" charset="0"/>
                <a:ea typeface="Calibri" panose="020F0502020204030204" pitchFamily="34" charset="0"/>
                <a:cs typeface="Times New Roman" panose="02020603050405020304" pitchFamily="18" charset="0"/>
              </a:rPr>
              <a:t> </a:t>
            </a:r>
            <a:r>
              <a:rPr lang="en-IN" sz="1800" dirty="0" err="1">
                <a:effectLst/>
                <a:latin typeface="Nirmala UI" panose="020B0502040204020203" pitchFamily="34" charset="0"/>
                <a:ea typeface="Calibri" panose="020F0502020204030204" pitchFamily="34" charset="0"/>
                <a:cs typeface="Times New Roman" panose="02020603050405020304" pitchFamily="18" charset="0"/>
              </a:rPr>
              <a:t>पावल्या</a:t>
            </a:r>
            <a:r>
              <a:rPr lang="en-IN" sz="1800" dirty="0">
                <a:effectLst/>
                <a:latin typeface="Calibri" panose="020F0502020204030204" pitchFamily="34" charset="0"/>
                <a:ea typeface="Calibri" panose="020F0502020204030204" pitchFamily="34" charset="0"/>
                <a:cs typeface="Times New Roman" panose="02020603050405020304" pitchFamily="18" charset="0"/>
              </a:rPr>
              <a:t>. </a:t>
            </a:r>
            <a:r>
              <a:rPr lang="en-IN" sz="1800" dirty="0" err="1">
                <a:effectLst/>
                <a:latin typeface="Nirmala UI" panose="020B0502040204020203" pitchFamily="34" charset="0"/>
                <a:ea typeface="Calibri" panose="020F0502020204030204" pitchFamily="34" charset="0"/>
                <a:cs typeface="Times New Roman" panose="02020603050405020304" pitchFamily="18" charset="0"/>
              </a:rPr>
              <a:t>ब्रिटिश</a:t>
            </a:r>
            <a:r>
              <a:rPr lang="en-IN" sz="1800" dirty="0">
                <a:effectLst/>
                <a:latin typeface="Calibri" panose="020F0502020204030204" pitchFamily="34" charset="0"/>
                <a:ea typeface="Calibri" panose="020F0502020204030204" pitchFamily="34" charset="0"/>
                <a:cs typeface="Times New Roman" panose="02020603050405020304" pitchFamily="18" charset="0"/>
              </a:rPr>
              <a:t> </a:t>
            </a:r>
            <a:r>
              <a:rPr lang="en-IN" sz="1800" dirty="0">
                <a:effectLst/>
                <a:latin typeface="Nirmala UI" panose="020B0502040204020203" pitchFamily="34" charset="0"/>
                <a:ea typeface="Calibri" panose="020F0502020204030204" pitchFamily="34" charset="0"/>
                <a:cs typeface="Times New Roman" panose="02020603050405020304" pitchFamily="18" charset="0"/>
              </a:rPr>
              <a:t>आणि</a:t>
            </a:r>
            <a:r>
              <a:rPr lang="en-IN" sz="1800" dirty="0">
                <a:effectLst/>
                <a:latin typeface="Calibri" panose="020F0502020204030204" pitchFamily="34" charset="0"/>
                <a:ea typeface="Calibri" panose="020F0502020204030204" pitchFamily="34" charset="0"/>
                <a:cs typeface="Times New Roman" panose="02020603050405020304" pitchFamily="18" charset="0"/>
              </a:rPr>
              <a:t> </a:t>
            </a:r>
            <a:r>
              <a:rPr lang="en-IN" sz="1800" dirty="0" err="1">
                <a:effectLst/>
                <a:latin typeface="Nirmala UI" panose="020B0502040204020203" pitchFamily="34" charset="0"/>
                <a:ea typeface="Calibri" panose="020F0502020204030204" pitchFamily="34" charset="0"/>
                <a:cs typeface="Times New Roman" panose="02020603050405020304" pitchFamily="18" charset="0"/>
              </a:rPr>
              <a:t>भारतीय</a:t>
            </a:r>
            <a:r>
              <a:rPr lang="en-IN" sz="1800" dirty="0">
                <a:effectLst/>
                <a:latin typeface="Calibri" panose="020F0502020204030204" pitchFamily="34" charset="0"/>
                <a:ea typeface="Calibri" panose="020F0502020204030204" pitchFamily="34" charset="0"/>
                <a:cs typeface="Times New Roman" panose="02020603050405020304" pitchFamily="18" charset="0"/>
              </a:rPr>
              <a:t> </a:t>
            </a:r>
            <a:r>
              <a:rPr lang="en-IN" sz="1800" dirty="0" err="1">
                <a:effectLst/>
                <a:latin typeface="Nirmala UI" panose="020B0502040204020203" pitchFamily="34" charset="0"/>
                <a:ea typeface="Calibri" panose="020F0502020204030204" pitchFamily="34" charset="0"/>
                <a:cs typeface="Times New Roman" panose="02020603050405020304" pitchFamily="18" charset="0"/>
              </a:rPr>
              <a:t>शेळ्यांच्या</a:t>
            </a:r>
            <a:r>
              <a:rPr lang="en-IN" sz="1800" dirty="0">
                <a:effectLst/>
                <a:latin typeface="Calibri" panose="020F0502020204030204" pitchFamily="34" charset="0"/>
                <a:ea typeface="Calibri" panose="020F0502020204030204" pitchFamily="34" charset="0"/>
                <a:cs typeface="Times New Roman" panose="02020603050405020304" pitchFamily="18" charset="0"/>
              </a:rPr>
              <a:t> </a:t>
            </a:r>
            <a:r>
              <a:rPr lang="en-IN" sz="1800" dirty="0" err="1">
                <a:effectLst/>
                <a:latin typeface="Nirmala UI" panose="020B0502040204020203" pitchFamily="34" charset="0"/>
                <a:ea typeface="Calibri" panose="020F0502020204030204" pitchFamily="34" charset="0"/>
                <a:cs typeface="Times New Roman" panose="02020603050405020304" pitchFamily="18" charset="0"/>
              </a:rPr>
              <a:t>जातींमधील</a:t>
            </a:r>
            <a:r>
              <a:rPr lang="en-IN" sz="1800" dirty="0">
                <a:effectLst/>
                <a:latin typeface="Calibri" panose="020F0502020204030204" pitchFamily="34" charset="0"/>
                <a:ea typeface="Calibri" panose="020F0502020204030204" pitchFamily="34" charset="0"/>
                <a:cs typeface="Times New Roman" panose="02020603050405020304" pitchFamily="18" charset="0"/>
              </a:rPr>
              <a:t> </a:t>
            </a:r>
            <a:r>
              <a:rPr lang="en-IN" sz="1800" dirty="0" err="1">
                <a:effectLst/>
                <a:latin typeface="Nirmala UI" panose="020B0502040204020203" pitchFamily="34" charset="0"/>
                <a:ea typeface="Calibri" panose="020F0502020204030204" pitchFamily="34" charset="0"/>
                <a:cs typeface="Times New Roman" panose="02020603050405020304" pitchFamily="18" charset="0"/>
              </a:rPr>
              <a:t>क्रॉस</a:t>
            </a:r>
            <a:r>
              <a:rPr lang="en-IN" sz="1800" dirty="0" err="1">
                <a:effectLst/>
                <a:latin typeface="Calibri" panose="020F0502020204030204" pitchFamily="34" charset="0"/>
                <a:ea typeface="Calibri" panose="020F0502020204030204" pitchFamily="34" charset="0"/>
                <a:cs typeface="Times New Roman" panose="02020603050405020304" pitchFamily="18" charset="0"/>
              </a:rPr>
              <a:t>-</a:t>
            </a:r>
            <a:r>
              <a:rPr lang="en-IN" sz="1800" dirty="0" err="1">
                <a:effectLst/>
                <a:latin typeface="Nirmala UI" panose="020B0502040204020203" pitchFamily="34" charset="0"/>
                <a:ea typeface="Calibri" panose="020F0502020204030204" pitchFamily="34" charset="0"/>
                <a:cs typeface="Times New Roman" panose="02020603050405020304" pitchFamily="18" charset="0"/>
              </a:rPr>
              <a:t>प्रजननाच्या</a:t>
            </a:r>
            <a:r>
              <a:rPr lang="en-IN" sz="1800" dirty="0">
                <a:effectLst/>
                <a:latin typeface="Calibri" panose="020F0502020204030204" pitchFamily="34" charset="0"/>
                <a:ea typeface="Calibri" panose="020F0502020204030204" pitchFamily="34" charset="0"/>
                <a:cs typeface="Times New Roman" panose="02020603050405020304" pitchFamily="18" charset="0"/>
              </a:rPr>
              <a:t> </a:t>
            </a:r>
            <a:r>
              <a:rPr lang="en-IN" sz="1800" dirty="0" err="1">
                <a:effectLst/>
                <a:latin typeface="Nirmala UI" panose="020B0502040204020203" pitchFamily="34" charset="0"/>
                <a:ea typeface="Calibri" panose="020F0502020204030204" pitchFamily="34" charset="0"/>
                <a:cs typeface="Times New Roman" panose="02020603050405020304" pitchFamily="18" charset="0"/>
              </a:rPr>
              <a:t>परिणामी</a:t>
            </a:r>
            <a:r>
              <a:rPr lang="en-IN" sz="1800" dirty="0">
                <a:effectLst/>
                <a:latin typeface="Calibri" panose="020F0502020204030204" pitchFamily="34" charset="0"/>
                <a:ea typeface="Calibri" panose="020F0502020204030204" pitchFamily="34" charset="0"/>
                <a:cs typeface="Times New Roman" panose="02020603050405020304" pitchFamily="18" charset="0"/>
              </a:rPr>
              <a:t> </a:t>
            </a:r>
            <a:r>
              <a:rPr lang="en-IN" sz="1800" dirty="0" err="1">
                <a:effectLst/>
                <a:latin typeface="Nirmala UI" panose="020B0502040204020203" pitchFamily="34" charset="0"/>
                <a:ea typeface="Calibri" panose="020F0502020204030204" pitchFamily="34" charset="0"/>
                <a:cs typeface="Times New Roman" panose="02020603050405020304" pitchFamily="18" charset="0"/>
              </a:rPr>
              <a:t>अँग्लो</a:t>
            </a:r>
            <a:r>
              <a:rPr lang="en-IN" sz="1800" dirty="0" err="1">
                <a:effectLst/>
                <a:latin typeface="Calibri" panose="020F0502020204030204" pitchFamily="34" charset="0"/>
                <a:ea typeface="Calibri" panose="020F0502020204030204" pitchFamily="34" charset="0"/>
                <a:cs typeface="Times New Roman" panose="02020603050405020304" pitchFamily="18" charset="0"/>
              </a:rPr>
              <a:t>-</a:t>
            </a:r>
            <a:r>
              <a:rPr lang="en-IN" sz="1800" dirty="0" err="1">
                <a:effectLst/>
                <a:latin typeface="Nirmala UI" panose="020B0502040204020203" pitchFamily="34" charset="0"/>
                <a:ea typeface="Calibri" panose="020F0502020204030204" pitchFamily="34" charset="0"/>
                <a:cs typeface="Times New Roman" panose="02020603050405020304" pitchFamily="18" charset="0"/>
              </a:rPr>
              <a:t>न्यूबियनची</a:t>
            </a:r>
            <a:r>
              <a:rPr lang="en-IN" sz="1800" dirty="0">
                <a:effectLst/>
                <a:latin typeface="Calibri" panose="020F0502020204030204" pitchFamily="34" charset="0"/>
                <a:ea typeface="Calibri" panose="020F0502020204030204" pitchFamily="34" charset="0"/>
                <a:cs typeface="Times New Roman" panose="02020603050405020304" pitchFamily="18" charset="0"/>
              </a:rPr>
              <a:t> </a:t>
            </a:r>
            <a:r>
              <a:rPr lang="en-IN" sz="1800" dirty="0" err="1">
                <a:effectLst/>
                <a:latin typeface="Nirmala UI" panose="020B0502040204020203" pitchFamily="34" charset="0"/>
                <a:ea typeface="Calibri" panose="020F0502020204030204" pitchFamily="34" charset="0"/>
                <a:cs typeface="Times New Roman" panose="02020603050405020304" pitchFamily="18" charset="0"/>
              </a:rPr>
              <a:t>निर्मिती</a:t>
            </a:r>
            <a:r>
              <a:rPr lang="en-IN" sz="1800" dirty="0">
                <a:effectLst/>
                <a:latin typeface="Calibri" panose="020F0502020204030204" pitchFamily="34" charset="0"/>
                <a:ea typeface="Calibri" panose="020F0502020204030204" pitchFamily="34" charset="0"/>
                <a:cs typeface="Times New Roman" panose="02020603050405020304" pitchFamily="18" charset="0"/>
              </a:rPr>
              <a:t> </a:t>
            </a:r>
            <a:r>
              <a:rPr lang="en-IN" sz="1800" dirty="0">
                <a:effectLst/>
                <a:latin typeface="Nirmala UI" panose="020B0502040204020203" pitchFamily="34" charset="0"/>
                <a:ea typeface="Calibri" panose="020F0502020204030204" pitchFamily="34" charset="0"/>
                <a:cs typeface="Times New Roman" panose="02020603050405020304" pitchFamily="18" charset="0"/>
              </a:rPr>
              <a:t>झाली</a:t>
            </a:r>
            <a:r>
              <a:rPr lang="en-IN" sz="1800" dirty="0">
                <a:effectLst/>
                <a:latin typeface="Calibri" panose="020F0502020204030204" pitchFamily="34" charset="0"/>
                <a:ea typeface="Calibri" panose="020F0502020204030204" pitchFamily="34" charset="0"/>
                <a:cs typeface="Times New Roman" panose="02020603050405020304" pitchFamily="18" charset="0"/>
              </a:rPr>
              <a:t>. </a:t>
            </a:r>
            <a:r>
              <a:rPr lang="en-IN" sz="1800" dirty="0" err="1">
                <a:effectLst/>
                <a:latin typeface="Nirmala UI" panose="020B0502040204020203" pitchFamily="34" charset="0"/>
                <a:ea typeface="Calibri" panose="020F0502020204030204" pitchFamily="34" charset="0"/>
                <a:cs typeface="Times New Roman" panose="02020603050405020304" pitchFamily="18" charset="0"/>
              </a:rPr>
              <a:t>कोटचा</a:t>
            </a:r>
            <a:r>
              <a:rPr lang="en-IN" sz="1800" dirty="0">
                <a:effectLst/>
                <a:latin typeface="Calibri" panose="020F0502020204030204" pitchFamily="34" charset="0"/>
                <a:ea typeface="Calibri" panose="020F0502020204030204" pitchFamily="34" charset="0"/>
                <a:cs typeface="Times New Roman" panose="02020603050405020304" pitchFamily="18" charset="0"/>
              </a:rPr>
              <a:t> </a:t>
            </a:r>
            <a:r>
              <a:rPr lang="en-IN" sz="1800" dirty="0" err="1">
                <a:effectLst/>
                <a:latin typeface="Nirmala UI" panose="020B0502040204020203" pitchFamily="34" charset="0"/>
                <a:ea typeface="Calibri" panose="020F0502020204030204" pitchFamily="34" charset="0"/>
                <a:cs typeface="Times New Roman" panose="02020603050405020304" pitchFamily="18" charset="0"/>
              </a:rPr>
              <a:t>रंग</a:t>
            </a:r>
            <a:r>
              <a:rPr lang="en-IN" sz="1800" dirty="0">
                <a:effectLst/>
                <a:latin typeface="Calibri" panose="020F0502020204030204" pitchFamily="34" charset="0"/>
                <a:ea typeface="Calibri" panose="020F0502020204030204" pitchFamily="34" charset="0"/>
                <a:cs typeface="Times New Roman" panose="02020603050405020304" pitchFamily="18" charset="0"/>
              </a:rPr>
              <a:t> </a:t>
            </a:r>
            <a:r>
              <a:rPr lang="en-IN" sz="1800" dirty="0" err="1">
                <a:effectLst/>
                <a:latin typeface="Nirmala UI" panose="020B0502040204020203" pitchFamily="34" charset="0"/>
                <a:ea typeface="Calibri" panose="020F0502020204030204" pitchFamily="34" charset="0"/>
                <a:cs typeface="Times New Roman" panose="02020603050405020304" pitchFamily="18" charset="0"/>
              </a:rPr>
              <a:t>पांढरा</a:t>
            </a:r>
            <a:r>
              <a:rPr lang="en-IN" sz="1800" dirty="0">
                <a:effectLst/>
                <a:latin typeface="Calibri" panose="020F0502020204030204" pitchFamily="34" charset="0"/>
                <a:ea typeface="Calibri" panose="020F0502020204030204" pitchFamily="34" charset="0"/>
                <a:cs typeface="Times New Roman" panose="02020603050405020304" pitchFamily="18" charset="0"/>
              </a:rPr>
              <a:t>, </a:t>
            </a:r>
            <a:r>
              <a:rPr lang="en-IN" sz="1800" dirty="0" err="1">
                <a:effectLst/>
                <a:latin typeface="Nirmala UI" panose="020B0502040204020203" pitchFamily="34" charset="0"/>
                <a:ea typeface="Calibri" panose="020F0502020204030204" pitchFamily="34" charset="0"/>
                <a:cs typeface="Times New Roman" panose="02020603050405020304" pitchFamily="18" charset="0"/>
              </a:rPr>
              <a:t>काळा</a:t>
            </a:r>
            <a:r>
              <a:rPr lang="en-IN" sz="1800" dirty="0">
                <a:effectLst/>
                <a:latin typeface="Calibri" panose="020F0502020204030204" pitchFamily="34" charset="0"/>
                <a:ea typeface="Calibri" panose="020F0502020204030204" pitchFamily="34" charset="0"/>
                <a:cs typeface="Times New Roman" panose="02020603050405020304" pitchFamily="18" charset="0"/>
              </a:rPr>
              <a:t> </a:t>
            </a:r>
            <a:r>
              <a:rPr lang="en-IN" sz="1800" dirty="0">
                <a:effectLst/>
                <a:latin typeface="Nirmala UI" panose="020B0502040204020203" pitchFamily="34" charset="0"/>
                <a:ea typeface="Calibri" panose="020F0502020204030204" pitchFamily="34" charset="0"/>
                <a:cs typeface="Times New Roman" panose="02020603050405020304" pitchFamily="18" charset="0"/>
              </a:rPr>
              <a:t>किंवा</a:t>
            </a:r>
            <a:r>
              <a:rPr lang="en-IN" sz="1800" dirty="0">
                <a:effectLst/>
                <a:latin typeface="Calibri" panose="020F0502020204030204" pitchFamily="34" charset="0"/>
                <a:ea typeface="Calibri" panose="020F0502020204030204" pitchFamily="34" charset="0"/>
                <a:cs typeface="Times New Roman" panose="02020603050405020304" pitchFamily="18" charset="0"/>
              </a:rPr>
              <a:t> </a:t>
            </a:r>
            <a:r>
              <a:rPr lang="en-IN" sz="1800" dirty="0" err="1">
                <a:effectLst/>
                <a:latin typeface="Nirmala UI" panose="020B0502040204020203" pitchFamily="34" charset="0"/>
                <a:ea typeface="Calibri" panose="020F0502020204030204" pitchFamily="34" charset="0"/>
                <a:cs typeface="Times New Roman" panose="02020603050405020304" pitchFamily="18" charset="0"/>
              </a:rPr>
              <a:t>तपकिरी</a:t>
            </a:r>
            <a:r>
              <a:rPr lang="en-IN" sz="1800" dirty="0">
                <a:effectLst/>
                <a:latin typeface="Calibri" panose="020F0502020204030204" pitchFamily="34" charset="0"/>
                <a:ea typeface="Calibri" panose="020F0502020204030204" pitchFamily="34" charset="0"/>
                <a:cs typeface="Times New Roman" panose="02020603050405020304" pitchFamily="18" charset="0"/>
              </a:rPr>
              <a:t> </a:t>
            </a:r>
            <a:r>
              <a:rPr lang="en-IN" sz="1800" dirty="0">
                <a:effectLst/>
                <a:latin typeface="Nirmala UI" panose="020B0502040204020203" pitchFamily="34" charset="0"/>
                <a:ea typeface="Calibri" panose="020F0502020204030204" pitchFamily="34" charset="0"/>
                <a:cs typeface="Times New Roman" panose="02020603050405020304" pitchFamily="18" charset="0"/>
              </a:rPr>
              <a:t>किंवा</a:t>
            </a:r>
            <a:r>
              <a:rPr lang="en-IN" sz="1800" dirty="0">
                <a:effectLst/>
                <a:latin typeface="Calibri" panose="020F0502020204030204" pitchFamily="34" charset="0"/>
                <a:ea typeface="Calibri" panose="020F0502020204030204" pitchFamily="34" charset="0"/>
                <a:cs typeface="Times New Roman" panose="02020603050405020304" pitchFamily="18" charset="0"/>
              </a:rPr>
              <a:t> </a:t>
            </a:r>
            <a:r>
              <a:rPr lang="en-IN" sz="1800" dirty="0" err="1">
                <a:effectLst/>
                <a:latin typeface="Nirmala UI" panose="020B0502040204020203" pitchFamily="34" charset="0"/>
                <a:ea typeface="Calibri" panose="020F0502020204030204" pitchFamily="34" charset="0"/>
                <a:cs typeface="Times New Roman" panose="02020603050405020304" pitchFamily="18" charset="0"/>
              </a:rPr>
              <a:t>कदाचित</a:t>
            </a:r>
            <a:r>
              <a:rPr lang="en-IN" sz="1800" dirty="0">
                <a:effectLst/>
                <a:latin typeface="Calibri" panose="020F0502020204030204" pitchFamily="34" charset="0"/>
                <a:ea typeface="Calibri" panose="020F0502020204030204" pitchFamily="34" charset="0"/>
                <a:cs typeface="Times New Roman" panose="02020603050405020304" pitchFamily="18" charset="0"/>
              </a:rPr>
              <a:t> </a:t>
            </a:r>
            <a:r>
              <a:rPr lang="en-IN" sz="1800" dirty="0">
                <a:effectLst/>
                <a:latin typeface="Nirmala UI" panose="020B0502040204020203" pitchFamily="34" charset="0"/>
                <a:ea typeface="Calibri" panose="020F0502020204030204" pitchFamily="34" charset="0"/>
                <a:cs typeface="Times New Roman" panose="02020603050405020304" pitchFamily="18" charset="0"/>
              </a:rPr>
              <a:t>या</a:t>
            </a:r>
            <a:r>
              <a:rPr lang="en-IN" sz="1800" dirty="0">
                <a:effectLst/>
                <a:latin typeface="Calibri" panose="020F0502020204030204" pitchFamily="34" charset="0"/>
                <a:ea typeface="Calibri" panose="020F0502020204030204" pitchFamily="34" charset="0"/>
                <a:cs typeface="Times New Roman" panose="02020603050405020304" pitchFamily="18" charset="0"/>
              </a:rPr>
              <a:t> </a:t>
            </a:r>
            <a:r>
              <a:rPr lang="en-IN" sz="1800" dirty="0" err="1">
                <a:effectLst/>
                <a:latin typeface="Nirmala UI" panose="020B0502040204020203" pitchFamily="34" charset="0"/>
                <a:ea typeface="Calibri" panose="020F0502020204030204" pitchFamily="34" charset="0"/>
                <a:cs typeface="Times New Roman" panose="02020603050405020304" pitchFamily="18" charset="0"/>
              </a:rPr>
              <a:t>रंगांच्या</a:t>
            </a:r>
            <a:r>
              <a:rPr lang="en-IN" sz="1800" dirty="0">
                <a:effectLst/>
                <a:latin typeface="Calibri" panose="020F0502020204030204" pitchFamily="34" charset="0"/>
                <a:ea typeface="Calibri" panose="020F0502020204030204" pitchFamily="34" charset="0"/>
                <a:cs typeface="Times New Roman" panose="02020603050405020304" pitchFamily="18" charset="0"/>
              </a:rPr>
              <a:t> </a:t>
            </a:r>
            <a:r>
              <a:rPr lang="en-IN" sz="1800" dirty="0" err="1">
                <a:effectLst/>
                <a:latin typeface="Nirmala UI" panose="020B0502040204020203" pitchFamily="34" charset="0"/>
                <a:ea typeface="Calibri" panose="020F0502020204030204" pitchFamily="34" charset="0"/>
                <a:cs typeface="Times New Roman" panose="02020603050405020304" pitchFamily="18" charset="0"/>
              </a:rPr>
              <a:t>मिश्रणामध्ये</a:t>
            </a:r>
            <a:r>
              <a:rPr lang="en-IN" sz="1800" dirty="0">
                <a:effectLst/>
                <a:latin typeface="Calibri" panose="020F0502020204030204" pitchFamily="34" charset="0"/>
                <a:ea typeface="Calibri" panose="020F0502020204030204" pitchFamily="34" charset="0"/>
                <a:cs typeface="Times New Roman" panose="02020603050405020304" pitchFamily="18" charset="0"/>
              </a:rPr>
              <a:t> </a:t>
            </a:r>
            <a:r>
              <a:rPr lang="en-IN" sz="1800" dirty="0" err="1">
                <a:effectLst/>
                <a:latin typeface="Nirmala UI" panose="020B0502040204020203" pitchFamily="34" charset="0"/>
                <a:ea typeface="Calibri" panose="020F0502020204030204" pitchFamily="34" charset="0"/>
                <a:cs typeface="Times New Roman" panose="02020603050405020304" pitchFamily="18" charset="0"/>
              </a:rPr>
              <a:t>बदलतो</a:t>
            </a:r>
            <a:r>
              <a:rPr lang="en-IN" sz="1800" dirty="0">
                <a:effectLst/>
                <a:latin typeface="Calibri" panose="020F0502020204030204" pitchFamily="34" charset="0"/>
                <a:ea typeface="Calibri" panose="020F0502020204030204" pitchFamily="34" charset="0"/>
                <a:cs typeface="Times New Roman" panose="02020603050405020304" pitchFamily="18" charset="0"/>
              </a:rPr>
              <a:t>. </a:t>
            </a:r>
            <a:r>
              <a:rPr lang="en-IN" sz="1800" dirty="0" err="1">
                <a:effectLst/>
                <a:latin typeface="Nirmala UI" panose="020B0502040204020203" pitchFamily="34" charset="0"/>
                <a:ea typeface="Calibri" panose="020F0502020204030204" pitchFamily="34" charset="0"/>
                <a:cs typeface="Times New Roman" panose="02020603050405020304" pitchFamily="18" charset="0"/>
              </a:rPr>
              <a:t>कान</a:t>
            </a:r>
            <a:r>
              <a:rPr lang="en-IN" sz="1800" dirty="0">
                <a:effectLst/>
                <a:latin typeface="Calibri" panose="020F0502020204030204" pitchFamily="34" charset="0"/>
                <a:ea typeface="Calibri" panose="020F0502020204030204" pitchFamily="34" charset="0"/>
                <a:cs typeface="Times New Roman" panose="02020603050405020304" pitchFamily="18" charset="0"/>
              </a:rPr>
              <a:t> </a:t>
            </a:r>
            <a:r>
              <a:rPr lang="en-IN" sz="1800" dirty="0" err="1">
                <a:effectLst/>
                <a:latin typeface="Nirmala UI" panose="020B0502040204020203" pitchFamily="34" charset="0"/>
                <a:ea typeface="Calibri" panose="020F0502020204030204" pitchFamily="34" charset="0"/>
                <a:cs typeface="Times New Roman" panose="02020603050405020304" pitchFamily="18" charset="0"/>
              </a:rPr>
              <a:t>लांब</a:t>
            </a:r>
            <a:r>
              <a:rPr lang="en-IN" sz="1800" dirty="0">
                <a:effectLst/>
                <a:latin typeface="Calibri" panose="020F0502020204030204" pitchFamily="34" charset="0"/>
                <a:ea typeface="Calibri" panose="020F0502020204030204" pitchFamily="34" charset="0"/>
                <a:cs typeface="Times New Roman" panose="02020603050405020304" pitchFamily="18" charset="0"/>
              </a:rPr>
              <a:t> </a:t>
            </a:r>
            <a:r>
              <a:rPr lang="en-IN" sz="1800" dirty="0">
                <a:effectLst/>
                <a:latin typeface="Nirmala UI" panose="020B0502040204020203" pitchFamily="34" charset="0"/>
                <a:ea typeface="Calibri" panose="020F0502020204030204" pitchFamily="34" charset="0"/>
                <a:cs typeface="Times New Roman" panose="02020603050405020304" pitchFamily="18" charset="0"/>
              </a:rPr>
              <a:t>आणि</a:t>
            </a:r>
            <a:r>
              <a:rPr lang="en-IN" sz="1800" dirty="0">
                <a:effectLst/>
                <a:latin typeface="Calibri" panose="020F0502020204030204" pitchFamily="34" charset="0"/>
                <a:ea typeface="Calibri" panose="020F0502020204030204" pitchFamily="34" charset="0"/>
                <a:cs typeface="Times New Roman" panose="02020603050405020304" pitchFamily="18" charset="0"/>
              </a:rPr>
              <a:t> </a:t>
            </a:r>
            <a:r>
              <a:rPr lang="en-IN" sz="1800" dirty="0" err="1">
                <a:effectLst/>
                <a:latin typeface="Nirmala UI" panose="020B0502040204020203" pitchFamily="34" charset="0"/>
                <a:ea typeface="Calibri" panose="020F0502020204030204" pitchFamily="34" charset="0"/>
                <a:cs typeface="Times New Roman" panose="02020603050405020304" pitchFamily="18" charset="0"/>
              </a:rPr>
              <a:t>लटकलेले</a:t>
            </a:r>
            <a:r>
              <a:rPr lang="en-IN" sz="1800" dirty="0">
                <a:effectLst/>
                <a:latin typeface="Calibri" panose="020F0502020204030204" pitchFamily="34" charset="0"/>
                <a:ea typeface="Calibri" panose="020F0502020204030204" pitchFamily="34" charset="0"/>
                <a:cs typeface="Times New Roman" panose="02020603050405020304" pitchFamily="18" charset="0"/>
              </a:rPr>
              <a:t> </a:t>
            </a:r>
            <a:r>
              <a:rPr lang="en-IN" sz="1800" dirty="0">
                <a:effectLst/>
                <a:latin typeface="Nirmala UI" panose="020B0502040204020203" pitchFamily="34" charset="0"/>
                <a:ea typeface="Calibri" panose="020F0502020204030204" pitchFamily="34" charset="0"/>
                <a:cs typeface="Times New Roman" panose="02020603050405020304" pitchFamily="18" charset="0"/>
              </a:rPr>
              <a:t>असतात</a:t>
            </a:r>
            <a:r>
              <a:rPr lang="en-IN" sz="1800" dirty="0">
                <a:effectLst/>
                <a:latin typeface="Calibri" panose="020F0502020204030204" pitchFamily="34" charset="0"/>
                <a:ea typeface="Calibri" panose="020F0502020204030204" pitchFamily="34" charset="0"/>
                <a:cs typeface="Times New Roman" panose="02020603050405020304" pitchFamily="18" charset="0"/>
              </a:rPr>
              <a:t> </a:t>
            </a:r>
            <a:r>
              <a:rPr lang="en-IN" sz="1800" dirty="0">
                <a:effectLst/>
                <a:latin typeface="Nirmala UI" panose="020B0502040204020203" pitchFamily="34" charset="0"/>
                <a:ea typeface="Calibri" panose="020F0502020204030204" pitchFamily="34" charset="0"/>
                <a:cs typeface="Times New Roman" panose="02020603050405020304" pitchFamily="18" charset="0"/>
              </a:rPr>
              <a:t>आणि</a:t>
            </a:r>
            <a:r>
              <a:rPr lang="en-IN" sz="1800" dirty="0">
                <a:effectLst/>
                <a:latin typeface="Calibri" panose="020F0502020204030204" pitchFamily="34" charset="0"/>
                <a:ea typeface="Calibri" panose="020F0502020204030204" pitchFamily="34" charset="0"/>
                <a:cs typeface="Times New Roman" panose="02020603050405020304" pitchFamily="18" charset="0"/>
              </a:rPr>
              <a:t> </a:t>
            </a:r>
            <a:r>
              <a:rPr lang="en-IN" sz="1800" dirty="0" err="1">
                <a:effectLst/>
                <a:latin typeface="Nirmala UI" panose="020B0502040204020203" pitchFamily="34" charset="0"/>
                <a:ea typeface="Calibri" panose="020F0502020204030204" pitchFamily="34" charset="0"/>
                <a:cs typeface="Times New Roman" panose="02020603050405020304" pitchFamily="18" charset="0"/>
              </a:rPr>
              <a:t>डोक्याच्या</a:t>
            </a:r>
            <a:r>
              <a:rPr lang="en-IN" sz="1800" dirty="0">
                <a:effectLst/>
                <a:latin typeface="Calibri" panose="020F0502020204030204" pitchFamily="34" charset="0"/>
                <a:ea typeface="Calibri" panose="020F0502020204030204" pitchFamily="34" charset="0"/>
                <a:cs typeface="Times New Roman" panose="02020603050405020304" pitchFamily="18" charset="0"/>
              </a:rPr>
              <a:t> </a:t>
            </a:r>
            <a:r>
              <a:rPr lang="en-IN" sz="1800" dirty="0" err="1">
                <a:effectLst/>
                <a:latin typeface="Nirmala UI" panose="020B0502040204020203" pitchFamily="34" charset="0"/>
                <a:ea typeface="Calibri" panose="020F0502020204030204" pitchFamily="34" charset="0"/>
                <a:cs typeface="Times New Roman" panose="02020603050405020304" pitchFamily="18" charset="0"/>
              </a:rPr>
              <a:t>जवळ</a:t>
            </a:r>
            <a:r>
              <a:rPr lang="en-IN" sz="1800" dirty="0">
                <a:effectLst/>
                <a:latin typeface="Calibri" panose="020F0502020204030204" pitchFamily="34" charset="0"/>
                <a:ea typeface="Calibri" panose="020F0502020204030204" pitchFamily="34" charset="0"/>
                <a:cs typeface="Times New Roman" panose="02020603050405020304" pitchFamily="18" charset="0"/>
              </a:rPr>
              <a:t> </a:t>
            </a:r>
            <a:r>
              <a:rPr lang="en-IN" sz="1800" dirty="0" err="1">
                <a:effectLst/>
                <a:latin typeface="Nirmala UI" panose="020B0502040204020203" pitchFamily="34" charset="0"/>
                <a:ea typeface="Calibri" panose="020F0502020204030204" pitchFamily="34" charset="0"/>
                <a:cs typeface="Times New Roman" panose="02020603050405020304" pitchFamily="18" charset="0"/>
              </a:rPr>
              <a:t>लटकलेले</a:t>
            </a:r>
            <a:r>
              <a:rPr lang="en-IN" sz="1800" dirty="0">
                <a:effectLst/>
                <a:latin typeface="Calibri" panose="020F0502020204030204" pitchFamily="34" charset="0"/>
                <a:ea typeface="Calibri" panose="020F0502020204030204" pitchFamily="34" charset="0"/>
                <a:cs typeface="Times New Roman" panose="02020603050405020304" pitchFamily="18" charset="0"/>
              </a:rPr>
              <a:t> </a:t>
            </a:r>
            <a:r>
              <a:rPr lang="en-IN" sz="1800" dirty="0">
                <a:effectLst/>
                <a:latin typeface="Nirmala UI" panose="020B0502040204020203" pitchFamily="34" charset="0"/>
                <a:ea typeface="Calibri" panose="020F0502020204030204" pitchFamily="34" charset="0"/>
                <a:cs typeface="Times New Roman" panose="02020603050405020304" pitchFamily="18" charset="0"/>
              </a:rPr>
              <a:t>असतात</a:t>
            </a:r>
            <a:r>
              <a:rPr lang="en-IN" sz="1800" dirty="0">
                <a:effectLst/>
                <a:latin typeface="Calibri" panose="020F0502020204030204" pitchFamily="34" charset="0"/>
                <a:ea typeface="Calibri" panose="020F0502020204030204" pitchFamily="34" charset="0"/>
                <a:cs typeface="Times New Roman" panose="02020603050405020304" pitchFamily="18" charset="0"/>
              </a:rPr>
              <a:t>. </a:t>
            </a:r>
          </a:p>
          <a:p>
            <a:pPr marL="285750" indent="-285750">
              <a:lnSpc>
                <a:spcPct val="107000"/>
              </a:lnSpc>
              <a:spcAft>
                <a:spcPts val="800"/>
              </a:spcAft>
              <a:buFont typeface="Arial" panose="020B0604020202020204" pitchFamily="34" charset="0"/>
              <a:buChar char="•"/>
            </a:pPr>
            <a:r>
              <a:rPr lang="en-IN" sz="1800" dirty="0" err="1">
                <a:effectLst/>
                <a:latin typeface="Nirmala UI" panose="020B0502040204020203" pitchFamily="34" charset="0"/>
                <a:ea typeface="Calibri" panose="020F0502020204030204" pitchFamily="34" charset="0"/>
                <a:cs typeface="Times New Roman" panose="02020603050405020304" pitchFamily="18" charset="0"/>
              </a:rPr>
              <a:t>प्रौढ</a:t>
            </a:r>
            <a:r>
              <a:rPr lang="en-IN" sz="1800" dirty="0">
                <a:effectLst/>
                <a:latin typeface="Calibri" panose="020F0502020204030204" pitchFamily="34" charset="0"/>
                <a:ea typeface="Calibri" panose="020F0502020204030204" pitchFamily="34" charset="0"/>
                <a:cs typeface="Times New Roman" panose="02020603050405020304" pitchFamily="18" charset="0"/>
              </a:rPr>
              <a:t> </a:t>
            </a:r>
            <a:r>
              <a:rPr lang="en-IN" sz="1800" dirty="0" err="1">
                <a:effectLst/>
                <a:latin typeface="Nirmala UI" panose="020B0502040204020203" pitchFamily="34" charset="0"/>
                <a:ea typeface="Calibri" panose="020F0502020204030204" pitchFamily="34" charset="0"/>
                <a:cs typeface="Times New Roman" panose="02020603050405020304" pitchFamily="18" charset="0"/>
              </a:rPr>
              <a:t>नरांचे</a:t>
            </a:r>
            <a:r>
              <a:rPr lang="en-IN" sz="1800" dirty="0">
                <a:effectLst/>
                <a:latin typeface="Calibri" panose="020F0502020204030204" pitchFamily="34" charset="0"/>
                <a:ea typeface="Calibri" panose="020F0502020204030204" pitchFamily="34" charset="0"/>
                <a:cs typeface="Times New Roman" panose="02020603050405020304" pitchFamily="18" charset="0"/>
              </a:rPr>
              <a:t> </a:t>
            </a:r>
            <a:r>
              <a:rPr lang="en-IN" sz="1800" dirty="0">
                <a:effectLst/>
                <a:latin typeface="Nirmala UI" panose="020B0502040204020203" pitchFamily="34" charset="0"/>
                <a:ea typeface="Calibri" panose="020F0502020204030204" pitchFamily="34" charset="0"/>
                <a:cs typeface="Times New Roman" panose="02020603050405020304" pitchFamily="18" charset="0"/>
              </a:rPr>
              <a:t>वजन</a:t>
            </a:r>
            <a:r>
              <a:rPr lang="en-IN" sz="1800" dirty="0">
                <a:effectLst/>
                <a:latin typeface="Calibri" panose="020F0502020204030204" pitchFamily="34" charset="0"/>
                <a:ea typeface="Calibri" panose="020F0502020204030204" pitchFamily="34" charset="0"/>
                <a:cs typeface="Times New Roman" panose="02020603050405020304" pitchFamily="18" charset="0"/>
              </a:rPr>
              <a:t> 90 </a:t>
            </a:r>
            <a:r>
              <a:rPr lang="en-IN" sz="1800" dirty="0" err="1">
                <a:effectLst/>
                <a:latin typeface="Nirmala UI" panose="020B0502040204020203" pitchFamily="34" charset="0"/>
                <a:ea typeface="Calibri" panose="020F0502020204030204" pitchFamily="34" charset="0"/>
                <a:cs typeface="Times New Roman" panose="02020603050405020304" pitchFamily="18" charset="0"/>
              </a:rPr>
              <a:t>किलो</a:t>
            </a:r>
            <a:r>
              <a:rPr lang="en-IN" sz="1800" dirty="0">
                <a:effectLst/>
                <a:latin typeface="Calibri" panose="020F0502020204030204" pitchFamily="34" charset="0"/>
                <a:ea typeface="Calibri" panose="020F0502020204030204" pitchFamily="34" charset="0"/>
                <a:cs typeface="Times New Roman" panose="02020603050405020304" pitchFamily="18" charset="0"/>
              </a:rPr>
              <a:t> </a:t>
            </a:r>
            <a:r>
              <a:rPr lang="en-IN" sz="1800" dirty="0">
                <a:effectLst/>
                <a:latin typeface="Nirmala UI" panose="020B0502040204020203" pitchFamily="34" charset="0"/>
                <a:ea typeface="Calibri" panose="020F0502020204030204" pitchFamily="34" charset="0"/>
                <a:cs typeface="Times New Roman" panose="02020603050405020304" pitchFamily="18" charset="0"/>
              </a:rPr>
              <a:t>आणि</a:t>
            </a:r>
            <a:r>
              <a:rPr lang="en-IN" sz="1800" dirty="0">
                <a:effectLst/>
                <a:latin typeface="Calibri" panose="020F0502020204030204" pitchFamily="34" charset="0"/>
                <a:ea typeface="Calibri" panose="020F0502020204030204" pitchFamily="34" charset="0"/>
                <a:cs typeface="Times New Roman" panose="02020603050405020304" pitchFamily="18" charset="0"/>
              </a:rPr>
              <a:t> </a:t>
            </a:r>
            <a:r>
              <a:rPr lang="en-IN" sz="1800" dirty="0" err="1">
                <a:effectLst/>
                <a:latin typeface="Nirmala UI" panose="020B0502040204020203" pitchFamily="34" charset="0"/>
                <a:ea typeface="Calibri" panose="020F0502020204030204" pitchFamily="34" charset="0"/>
                <a:cs typeface="Times New Roman" panose="02020603050405020304" pitchFamily="18" charset="0"/>
              </a:rPr>
              <a:t>मादीचे</a:t>
            </a:r>
            <a:r>
              <a:rPr lang="en-IN" sz="1800" dirty="0">
                <a:effectLst/>
                <a:latin typeface="Calibri" panose="020F0502020204030204" pitchFamily="34" charset="0"/>
                <a:ea typeface="Calibri" panose="020F0502020204030204" pitchFamily="34" charset="0"/>
                <a:cs typeface="Times New Roman" panose="02020603050405020304" pitchFamily="18" charset="0"/>
              </a:rPr>
              <a:t> </a:t>
            </a:r>
            <a:r>
              <a:rPr lang="en-IN" sz="1800" dirty="0" err="1">
                <a:effectLst/>
                <a:latin typeface="Nirmala UI" panose="020B0502040204020203" pitchFamily="34" charset="0"/>
                <a:ea typeface="Calibri" panose="020F0502020204030204" pitchFamily="34" charset="0"/>
                <a:cs typeface="Times New Roman" panose="02020603050405020304" pitchFamily="18" charset="0"/>
              </a:rPr>
              <a:t>सुमारे</a:t>
            </a:r>
            <a:r>
              <a:rPr lang="en-IN" sz="1800" dirty="0">
                <a:effectLst/>
                <a:latin typeface="Calibri" panose="020F0502020204030204" pitchFamily="34" charset="0"/>
                <a:ea typeface="Calibri" panose="020F0502020204030204" pitchFamily="34" charset="0"/>
                <a:cs typeface="Times New Roman" panose="02020603050405020304" pitchFamily="18" charset="0"/>
              </a:rPr>
              <a:t> 60 </a:t>
            </a:r>
            <a:r>
              <a:rPr lang="en-IN" sz="1800" dirty="0" err="1">
                <a:effectLst/>
                <a:latin typeface="Nirmala UI" panose="020B0502040204020203" pitchFamily="34" charset="0"/>
                <a:ea typeface="Calibri" panose="020F0502020204030204" pitchFamily="34" charset="0"/>
                <a:cs typeface="Times New Roman" panose="02020603050405020304" pitchFamily="18" charset="0"/>
              </a:rPr>
              <a:t>किलो</a:t>
            </a:r>
            <a:r>
              <a:rPr lang="en-IN" sz="1800" dirty="0">
                <a:effectLst/>
                <a:latin typeface="Calibri" panose="020F0502020204030204" pitchFamily="34" charset="0"/>
                <a:ea typeface="Calibri" panose="020F0502020204030204" pitchFamily="34" charset="0"/>
                <a:cs typeface="Times New Roman" panose="02020603050405020304" pitchFamily="18" charset="0"/>
              </a:rPr>
              <a:t> </a:t>
            </a:r>
            <a:r>
              <a:rPr lang="en-IN" sz="1800" dirty="0" err="1">
                <a:effectLst/>
                <a:latin typeface="Nirmala UI" panose="020B0502040204020203" pitchFamily="34" charset="0"/>
                <a:ea typeface="Calibri" panose="020F0502020204030204" pitchFamily="34" charset="0"/>
                <a:cs typeface="Times New Roman" panose="02020603050405020304" pitchFamily="18" charset="0"/>
              </a:rPr>
              <a:t>असते</a:t>
            </a:r>
            <a:r>
              <a:rPr lang="en-IN" sz="1800" dirty="0">
                <a:effectLst/>
                <a:latin typeface="Calibri" panose="020F0502020204030204" pitchFamily="34" charset="0"/>
                <a:ea typeface="Calibri" panose="020F0502020204030204" pitchFamily="34" charset="0"/>
                <a:cs typeface="Times New Roman" panose="02020603050405020304" pitchFamily="18" charset="0"/>
              </a:rPr>
              <a:t>. </a:t>
            </a:r>
          </a:p>
          <a:p>
            <a:pPr marL="285750" indent="-285750">
              <a:lnSpc>
                <a:spcPct val="107000"/>
              </a:lnSpc>
              <a:spcAft>
                <a:spcPts val="800"/>
              </a:spcAft>
              <a:buFont typeface="Arial" panose="020B0604020202020204" pitchFamily="34" charset="0"/>
              <a:buChar char="•"/>
            </a:pPr>
            <a:r>
              <a:rPr lang="en-IN" sz="1800" dirty="0">
                <a:effectLst/>
                <a:latin typeface="Nirmala UI" panose="020B0502040204020203" pitchFamily="34" charset="0"/>
                <a:ea typeface="Calibri" panose="020F0502020204030204" pitchFamily="34" charset="0"/>
                <a:cs typeface="Times New Roman" panose="02020603050405020304" pitchFamily="18" charset="0"/>
              </a:rPr>
              <a:t>ही</a:t>
            </a:r>
            <a:r>
              <a:rPr lang="en-IN" sz="1800" dirty="0">
                <a:effectLst/>
                <a:latin typeface="Calibri" panose="020F0502020204030204" pitchFamily="34" charset="0"/>
                <a:ea typeface="Calibri" panose="020F0502020204030204" pitchFamily="34" charset="0"/>
                <a:cs typeface="Times New Roman" panose="02020603050405020304" pitchFamily="18" charset="0"/>
              </a:rPr>
              <a:t> </a:t>
            </a:r>
            <a:r>
              <a:rPr lang="en-IN" sz="1800" dirty="0" err="1">
                <a:effectLst/>
                <a:latin typeface="Nirmala UI" panose="020B0502040204020203" pitchFamily="34" charset="0"/>
                <a:ea typeface="Calibri" panose="020F0502020204030204" pitchFamily="34" charset="0"/>
                <a:cs typeface="Times New Roman" panose="02020603050405020304" pitchFamily="18" charset="0"/>
              </a:rPr>
              <a:t>भारतातील</a:t>
            </a:r>
            <a:r>
              <a:rPr lang="en-IN" sz="1800" dirty="0">
                <a:effectLst/>
                <a:latin typeface="Calibri" panose="020F0502020204030204" pitchFamily="34" charset="0"/>
                <a:ea typeface="Calibri" panose="020F0502020204030204" pitchFamily="34" charset="0"/>
                <a:cs typeface="Times New Roman" panose="02020603050405020304" pitchFamily="18" charset="0"/>
              </a:rPr>
              <a:t> </a:t>
            </a:r>
            <a:r>
              <a:rPr lang="en-IN" sz="1800" dirty="0" err="1">
                <a:effectLst/>
                <a:latin typeface="Nirmala UI" panose="020B0502040204020203" pitchFamily="34" charset="0"/>
                <a:ea typeface="Calibri" panose="020F0502020204030204" pitchFamily="34" charset="0"/>
                <a:cs typeface="Times New Roman" panose="02020603050405020304" pitchFamily="18" charset="0"/>
              </a:rPr>
              <a:t>सर्वोत्तम</a:t>
            </a:r>
            <a:r>
              <a:rPr lang="en-IN" sz="1800" dirty="0">
                <a:effectLst/>
                <a:latin typeface="Calibri" panose="020F0502020204030204" pitchFamily="34" charset="0"/>
                <a:ea typeface="Calibri" panose="020F0502020204030204" pitchFamily="34" charset="0"/>
                <a:cs typeface="Times New Roman" panose="02020603050405020304" pitchFamily="18" charset="0"/>
              </a:rPr>
              <a:t> </a:t>
            </a:r>
            <a:r>
              <a:rPr lang="en-IN" sz="1800" dirty="0" err="1">
                <a:effectLst/>
                <a:latin typeface="Nirmala UI" panose="020B0502040204020203" pitchFamily="34" charset="0"/>
                <a:ea typeface="Calibri" panose="020F0502020204030204" pitchFamily="34" charset="0"/>
                <a:cs typeface="Times New Roman" panose="02020603050405020304" pitchFamily="18" charset="0"/>
              </a:rPr>
              <a:t>संकरित</a:t>
            </a:r>
            <a:r>
              <a:rPr lang="en-IN" sz="1800" dirty="0">
                <a:effectLst/>
                <a:latin typeface="Calibri" panose="020F0502020204030204" pitchFamily="34" charset="0"/>
                <a:ea typeface="Calibri" panose="020F0502020204030204" pitchFamily="34" charset="0"/>
                <a:cs typeface="Times New Roman" panose="02020603050405020304" pitchFamily="18" charset="0"/>
              </a:rPr>
              <a:t> </a:t>
            </a:r>
            <a:r>
              <a:rPr lang="en-IN" sz="1800" dirty="0">
                <a:effectLst/>
                <a:latin typeface="Nirmala UI" panose="020B0502040204020203" pitchFamily="34" charset="0"/>
                <a:ea typeface="Calibri" panose="020F0502020204030204" pitchFamily="34" charset="0"/>
                <a:cs typeface="Times New Roman" panose="02020603050405020304" pitchFamily="18" charset="0"/>
              </a:rPr>
              <a:t>शेळी</a:t>
            </a:r>
            <a:r>
              <a:rPr lang="en-IN" sz="1800" dirty="0">
                <a:effectLst/>
                <a:latin typeface="Calibri" panose="020F0502020204030204" pitchFamily="34" charset="0"/>
                <a:ea typeface="Calibri" panose="020F0502020204030204" pitchFamily="34" charset="0"/>
                <a:cs typeface="Times New Roman" panose="02020603050405020304" pitchFamily="18" charset="0"/>
              </a:rPr>
              <a:t> </a:t>
            </a:r>
            <a:r>
              <a:rPr lang="en-IN" sz="1800" dirty="0" err="1">
                <a:effectLst/>
                <a:latin typeface="Nirmala UI" panose="020B0502040204020203" pitchFamily="34" charset="0"/>
                <a:ea typeface="Calibri" panose="020F0502020204030204" pitchFamily="34" charset="0"/>
                <a:cs typeface="Times New Roman" panose="02020603050405020304" pitchFamily="18" charset="0"/>
              </a:rPr>
              <a:t>आहे</a:t>
            </a:r>
            <a:r>
              <a:rPr lang="en-IN" sz="1800" dirty="0">
                <a:effectLst/>
                <a:latin typeface="Calibri" panose="020F0502020204030204" pitchFamily="34" charset="0"/>
                <a:ea typeface="Calibri" panose="020F0502020204030204" pitchFamily="34" charset="0"/>
                <a:cs typeface="Times New Roman" panose="02020603050405020304" pitchFamily="18" charset="0"/>
              </a:rPr>
              <a:t> </a:t>
            </a:r>
            <a:r>
              <a:rPr lang="en-IN" sz="1800" dirty="0">
                <a:effectLst/>
                <a:latin typeface="Nirmala UI" panose="020B0502040204020203" pitchFamily="34" charset="0"/>
                <a:ea typeface="Calibri" panose="020F0502020204030204" pitchFamily="34" charset="0"/>
                <a:cs typeface="Times New Roman" panose="02020603050405020304" pitchFamily="18" charset="0"/>
              </a:rPr>
              <a:t>आणि</a:t>
            </a:r>
            <a:r>
              <a:rPr lang="en-IN" sz="1800" dirty="0">
                <a:effectLst/>
                <a:latin typeface="Calibri" panose="020F0502020204030204" pitchFamily="34" charset="0"/>
                <a:ea typeface="Calibri" panose="020F0502020204030204" pitchFamily="34" charset="0"/>
                <a:cs typeface="Times New Roman" panose="02020603050405020304" pitchFamily="18" charset="0"/>
              </a:rPr>
              <a:t> </a:t>
            </a:r>
            <a:r>
              <a:rPr lang="en-IN" sz="1800" dirty="0" err="1">
                <a:effectLst/>
                <a:latin typeface="Nirmala UI" panose="020B0502040204020203" pitchFamily="34" charset="0"/>
                <a:ea typeface="Calibri" panose="020F0502020204030204" pitchFamily="34" charset="0"/>
                <a:cs typeface="Times New Roman" panose="02020603050405020304" pitchFamily="18" charset="0"/>
              </a:rPr>
              <a:t>ती</a:t>
            </a:r>
            <a:r>
              <a:rPr lang="en-IN" sz="1800" dirty="0">
                <a:effectLst/>
                <a:latin typeface="Calibri" panose="020F0502020204030204" pitchFamily="34" charset="0"/>
                <a:ea typeface="Calibri" panose="020F0502020204030204" pitchFamily="34" charset="0"/>
                <a:cs typeface="Times New Roman" panose="02020603050405020304" pitchFamily="18" charset="0"/>
              </a:rPr>
              <a:t> </a:t>
            </a:r>
            <a:r>
              <a:rPr lang="en-IN" sz="1800" dirty="0" err="1">
                <a:effectLst/>
                <a:latin typeface="Nirmala UI" panose="020B0502040204020203" pitchFamily="34" charset="0"/>
                <a:ea typeface="Calibri" panose="020F0502020204030204" pitchFamily="34" charset="0"/>
                <a:cs typeface="Times New Roman" panose="02020603050405020304" pitchFamily="18" charset="0"/>
              </a:rPr>
              <a:t>दूध</a:t>
            </a:r>
            <a:r>
              <a:rPr lang="en-IN" sz="1800" dirty="0">
                <a:effectLst/>
                <a:latin typeface="Calibri" panose="020F0502020204030204" pitchFamily="34" charset="0"/>
                <a:ea typeface="Calibri" panose="020F0502020204030204" pitchFamily="34" charset="0"/>
                <a:cs typeface="Times New Roman" panose="02020603050405020304" pitchFamily="18" charset="0"/>
              </a:rPr>
              <a:t> </a:t>
            </a:r>
            <a:r>
              <a:rPr lang="en-IN" sz="1800" dirty="0">
                <a:effectLst/>
                <a:latin typeface="Nirmala UI" panose="020B0502040204020203" pitchFamily="34" charset="0"/>
                <a:ea typeface="Calibri" panose="020F0502020204030204" pitchFamily="34" charset="0"/>
                <a:cs typeface="Times New Roman" panose="02020603050405020304" pitchFamily="18" charset="0"/>
              </a:rPr>
              <a:t>आणि</a:t>
            </a:r>
            <a:r>
              <a:rPr lang="en-IN" sz="1800" dirty="0">
                <a:effectLst/>
                <a:latin typeface="Calibri" panose="020F0502020204030204" pitchFamily="34" charset="0"/>
                <a:ea typeface="Calibri" panose="020F0502020204030204" pitchFamily="34" charset="0"/>
                <a:cs typeface="Times New Roman" panose="02020603050405020304" pitchFamily="18" charset="0"/>
              </a:rPr>
              <a:t> </a:t>
            </a:r>
            <a:r>
              <a:rPr lang="en-IN" sz="1800" dirty="0" err="1">
                <a:effectLst/>
                <a:latin typeface="Nirmala UI" panose="020B0502040204020203" pitchFamily="34" charset="0"/>
                <a:ea typeface="Calibri" panose="020F0502020204030204" pitchFamily="34" charset="0"/>
                <a:cs typeface="Times New Roman" panose="02020603050405020304" pitchFamily="18" charset="0"/>
              </a:rPr>
              <a:t>मांस</a:t>
            </a:r>
            <a:r>
              <a:rPr lang="en-IN" sz="1800" dirty="0">
                <a:effectLst/>
                <a:latin typeface="Calibri" panose="020F0502020204030204" pitchFamily="34" charset="0"/>
                <a:ea typeface="Calibri" panose="020F0502020204030204" pitchFamily="34" charset="0"/>
                <a:cs typeface="Times New Roman" panose="02020603050405020304" pitchFamily="18" charset="0"/>
              </a:rPr>
              <a:t> </a:t>
            </a:r>
            <a:r>
              <a:rPr lang="en-IN" sz="1800" dirty="0" err="1">
                <a:effectLst/>
                <a:latin typeface="Nirmala UI" panose="020B0502040204020203" pitchFamily="34" charset="0"/>
                <a:ea typeface="Calibri" panose="020F0502020204030204" pitchFamily="34" charset="0"/>
                <a:cs typeface="Times New Roman" panose="02020603050405020304" pitchFamily="18" charset="0"/>
              </a:rPr>
              <a:t>दोन्हीसाठी</a:t>
            </a:r>
            <a:r>
              <a:rPr lang="en-IN" sz="1800" dirty="0">
                <a:effectLst/>
                <a:latin typeface="Calibri" panose="020F0502020204030204" pitchFamily="34" charset="0"/>
                <a:ea typeface="Calibri" panose="020F0502020204030204" pitchFamily="34" charset="0"/>
                <a:cs typeface="Times New Roman" panose="02020603050405020304" pitchFamily="18" charset="0"/>
              </a:rPr>
              <a:t> </a:t>
            </a:r>
            <a:r>
              <a:rPr lang="en-IN" sz="1800" dirty="0" err="1">
                <a:effectLst/>
                <a:latin typeface="Nirmala UI" panose="020B0502040204020203" pitchFamily="34" charset="0"/>
                <a:ea typeface="Calibri" panose="020F0502020204030204" pitchFamily="34" charset="0"/>
                <a:cs typeface="Times New Roman" panose="02020603050405020304" pitchFamily="18" charset="0"/>
              </a:rPr>
              <a:t>वापरली</a:t>
            </a:r>
            <a:r>
              <a:rPr lang="en-IN" sz="1800" dirty="0">
                <a:effectLst/>
                <a:latin typeface="Calibri" panose="020F0502020204030204" pitchFamily="34" charset="0"/>
                <a:ea typeface="Calibri" panose="020F0502020204030204" pitchFamily="34" charset="0"/>
                <a:cs typeface="Times New Roman" panose="02020603050405020304" pitchFamily="18" charset="0"/>
              </a:rPr>
              <a:t> </a:t>
            </a:r>
            <a:r>
              <a:rPr lang="en-IN" sz="1800" dirty="0">
                <a:effectLst/>
                <a:latin typeface="Nirmala UI" panose="020B0502040204020203" pitchFamily="34" charset="0"/>
                <a:ea typeface="Calibri" panose="020F0502020204030204" pitchFamily="34" charset="0"/>
                <a:cs typeface="Times New Roman" panose="02020603050405020304" pitchFamily="18" charset="0"/>
              </a:rPr>
              <a:t>जाते</a:t>
            </a:r>
            <a:r>
              <a:rPr lang="en-IN" sz="1800" dirty="0">
                <a:effectLst/>
                <a:latin typeface="Calibri" panose="020F0502020204030204" pitchFamily="34" charset="0"/>
                <a:ea typeface="Calibri" panose="020F0502020204030204" pitchFamily="34" charset="0"/>
                <a:cs typeface="Times New Roman" panose="02020603050405020304" pitchFamily="18" charset="0"/>
              </a:rPr>
              <a:t>. </a:t>
            </a:r>
            <a:r>
              <a:rPr lang="en-IN" sz="1800" dirty="0" err="1">
                <a:effectLst/>
                <a:latin typeface="Nirmala UI" panose="020B0502040204020203" pitchFamily="34" charset="0"/>
                <a:ea typeface="Calibri" panose="020F0502020204030204" pitchFamily="34" charset="0"/>
                <a:cs typeface="Times New Roman" panose="02020603050405020304" pitchFamily="18" charset="0"/>
              </a:rPr>
              <a:t>मादी</a:t>
            </a:r>
            <a:r>
              <a:rPr lang="en-IN" sz="1800" dirty="0">
                <a:effectLst/>
                <a:latin typeface="Calibri" panose="020F0502020204030204" pitchFamily="34" charset="0"/>
                <a:ea typeface="Calibri" panose="020F0502020204030204" pitchFamily="34" charset="0"/>
                <a:cs typeface="Times New Roman" panose="02020603050405020304" pitchFamily="18" charset="0"/>
              </a:rPr>
              <a:t> </a:t>
            </a:r>
            <a:r>
              <a:rPr lang="en-IN" sz="1800" dirty="0" err="1">
                <a:effectLst/>
                <a:latin typeface="Nirmala UI" panose="020B0502040204020203" pitchFamily="34" charset="0"/>
                <a:ea typeface="Calibri" panose="020F0502020204030204" pitchFamily="34" charset="0"/>
                <a:cs typeface="Times New Roman" panose="02020603050405020304" pitchFamily="18" charset="0"/>
              </a:rPr>
              <a:t>दररोज</a:t>
            </a:r>
            <a:r>
              <a:rPr lang="en-IN" sz="1800" dirty="0">
                <a:effectLst/>
                <a:latin typeface="Calibri" panose="020F0502020204030204" pitchFamily="34" charset="0"/>
                <a:ea typeface="Calibri" panose="020F0502020204030204" pitchFamily="34" charset="0"/>
                <a:cs typeface="Times New Roman" panose="02020603050405020304" pitchFamily="18" charset="0"/>
              </a:rPr>
              <a:t> 2-3 </a:t>
            </a:r>
            <a:r>
              <a:rPr lang="en-IN" sz="1800" dirty="0" err="1">
                <a:effectLst/>
                <a:latin typeface="Nirmala UI" panose="020B0502040204020203" pitchFamily="34" charset="0"/>
                <a:ea typeface="Calibri" panose="020F0502020204030204" pitchFamily="34" charset="0"/>
                <a:cs typeface="Times New Roman" panose="02020603050405020304" pitchFamily="18" charset="0"/>
              </a:rPr>
              <a:t>लिटर</a:t>
            </a:r>
            <a:r>
              <a:rPr lang="en-IN" sz="1800" dirty="0">
                <a:effectLst/>
                <a:latin typeface="Calibri" panose="020F0502020204030204" pitchFamily="34" charset="0"/>
                <a:ea typeface="Calibri" panose="020F0502020204030204" pitchFamily="34" charset="0"/>
                <a:cs typeface="Times New Roman" panose="02020603050405020304" pitchFamily="18" charset="0"/>
              </a:rPr>
              <a:t> </a:t>
            </a:r>
            <a:r>
              <a:rPr lang="en-IN" sz="1800" dirty="0" err="1">
                <a:effectLst/>
                <a:latin typeface="Nirmala UI" panose="020B0502040204020203" pitchFamily="34" charset="0"/>
                <a:ea typeface="Calibri" panose="020F0502020204030204" pitchFamily="34" charset="0"/>
                <a:cs typeface="Times New Roman" panose="02020603050405020304" pitchFamily="18" charset="0"/>
              </a:rPr>
              <a:t>दूध</a:t>
            </a:r>
            <a:r>
              <a:rPr lang="en-IN" sz="1800" dirty="0">
                <a:effectLst/>
                <a:latin typeface="Calibri" panose="020F0502020204030204" pitchFamily="34" charset="0"/>
                <a:ea typeface="Calibri" panose="020F0502020204030204" pitchFamily="34" charset="0"/>
                <a:cs typeface="Times New Roman" panose="02020603050405020304" pitchFamily="18" charset="0"/>
              </a:rPr>
              <a:t> </a:t>
            </a:r>
            <a:r>
              <a:rPr lang="en-IN" sz="1800" dirty="0" err="1">
                <a:effectLst/>
                <a:latin typeface="Nirmala UI" panose="020B0502040204020203" pitchFamily="34" charset="0"/>
                <a:ea typeface="Calibri" panose="020F0502020204030204" pitchFamily="34" charset="0"/>
                <a:cs typeface="Times New Roman" panose="02020603050405020304" pitchFamily="18" charset="0"/>
              </a:rPr>
              <a:t>देते</a:t>
            </a:r>
            <a:r>
              <a:rPr lang="en-IN" sz="1800" dirty="0">
                <a:effectLst/>
                <a:latin typeface="Calibri" panose="020F0502020204030204" pitchFamily="34" charset="0"/>
                <a:ea typeface="Calibri" panose="020F0502020204030204" pitchFamily="34" charset="0"/>
                <a:cs typeface="Times New Roman" panose="02020603050405020304" pitchFamily="18" charset="0"/>
              </a:rPr>
              <a:t>. </a:t>
            </a:r>
            <a:r>
              <a:rPr lang="en-IN" sz="1800" dirty="0" err="1">
                <a:effectLst/>
                <a:latin typeface="Nirmala UI" panose="020B0502040204020203" pitchFamily="34" charset="0"/>
                <a:ea typeface="Calibri" panose="020F0502020204030204" pitchFamily="34" charset="0"/>
                <a:cs typeface="Times New Roman" panose="02020603050405020304" pitchFamily="18" charset="0"/>
              </a:rPr>
              <a:t>दुधात</a:t>
            </a:r>
            <a:r>
              <a:rPr lang="en-IN" sz="1800" dirty="0">
                <a:effectLst/>
                <a:latin typeface="Calibri" panose="020F0502020204030204" pitchFamily="34" charset="0"/>
                <a:ea typeface="Calibri" panose="020F0502020204030204" pitchFamily="34" charset="0"/>
                <a:cs typeface="Times New Roman" panose="02020603050405020304" pitchFamily="18" charset="0"/>
              </a:rPr>
              <a:t> 4% </a:t>
            </a:r>
            <a:r>
              <a:rPr lang="en-IN" sz="1800" dirty="0" err="1">
                <a:effectLst/>
                <a:latin typeface="Nirmala UI" panose="020B0502040204020203" pitchFamily="34" charset="0"/>
                <a:ea typeface="Calibri" panose="020F0502020204030204" pitchFamily="34" charset="0"/>
                <a:cs typeface="Times New Roman" panose="02020603050405020304" pitchFamily="18" charset="0"/>
              </a:rPr>
              <a:t>फॅट</a:t>
            </a:r>
            <a:r>
              <a:rPr lang="en-IN" sz="1800" dirty="0">
                <a:effectLst/>
                <a:latin typeface="Calibri" panose="020F0502020204030204" pitchFamily="34" charset="0"/>
                <a:ea typeface="Calibri" panose="020F0502020204030204" pitchFamily="34" charset="0"/>
                <a:cs typeface="Times New Roman" panose="02020603050405020304" pitchFamily="18" charset="0"/>
              </a:rPr>
              <a:t> </a:t>
            </a:r>
            <a:r>
              <a:rPr lang="en-IN" sz="1800" dirty="0" err="1">
                <a:effectLst/>
                <a:latin typeface="Nirmala UI" panose="020B0502040204020203" pitchFamily="34" charset="0"/>
                <a:ea typeface="Calibri" panose="020F0502020204030204" pitchFamily="34" charset="0"/>
                <a:cs typeface="Times New Roman" panose="02020603050405020304" pitchFamily="18" charset="0"/>
              </a:rPr>
              <a:t>असते</a:t>
            </a:r>
            <a:r>
              <a:rPr lang="en-IN" sz="1800" dirty="0">
                <a:effectLst/>
                <a:latin typeface="Calibri" panose="020F0502020204030204" pitchFamily="34" charset="0"/>
                <a:ea typeface="Calibri" panose="020F0502020204030204" pitchFamily="34" charset="0"/>
                <a:cs typeface="Times New Roman" panose="02020603050405020304" pitchFamily="18" charset="0"/>
              </a:rPr>
              <a:t> </a:t>
            </a:r>
            <a:r>
              <a:rPr lang="en-IN" sz="1800" dirty="0">
                <a:effectLst/>
                <a:latin typeface="Nirmala UI" panose="020B0502040204020203" pitchFamily="34" charset="0"/>
                <a:ea typeface="Calibri" panose="020F0502020204030204" pitchFamily="34" charset="0"/>
                <a:cs typeface="Times New Roman" panose="02020603050405020304" pitchFamily="18" charset="0"/>
              </a:rPr>
              <a:t>आणि</a:t>
            </a:r>
            <a:r>
              <a:rPr lang="en-IN" sz="1800" dirty="0">
                <a:effectLst/>
                <a:latin typeface="Calibri" panose="020F0502020204030204" pitchFamily="34" charset="0"/>
                <a:ea typeface="Calibri" panose="020F0502020204030204" pitchFamily="34" charset="0"/>
                <a:cs typeface="Times New Roman" panose="02020603050405020304" pitchFamily="18" charset="0"/>
              </a:rPr>
              <a:t> </a:t>
            </a:r>
            <a:r>
              <a:rPr lang="en-IN" sz="1800" dirty="0">
                <a:effectLst/>
                <a:latin typeface="Nirmala UI" panose="020B0502040204020203" pitchFamily="34" charset="0"/>
                <a:ea typeface="Calibri" panose="020F0502020204030204" pitchFamily="34" charset="0"/>
                <a:cs typeface="Times New Roman" panose="02020603050405020304" pitchFamily="18" charset="0"/>
              </a:rPr>
              <a:t>ते</a:t>
            </a:r>
            <a:r>
              <a:rPr lang="en-IN" sz="1800" dirty="0">
                <a:effectLst/>
                <a:latin typeface="Calibri" panose="020F0502020204030204" pitchFamily="34" charset="0"/>
                <a:ea typeface="Calibri" panose="020F0502020204030204" pitchFamily="34" charset="0"/>
                <a:cs typeface="Times New Roman" panose="02020603050405020304" pitchFamily="18" charset="0"/>
              </a:rPr>
              <a:t> </a:t>
            </a:r>
            <a:r>
              <a:rPr lang="en-IN" sz="1800" dirty="0" err="1">
                <a:effectLst/>
                <a:latin typeface="Nirmala UI" panose="020B0502040204020203" pitchFamily="34" charset="0"/>
                <a:ea typeface="Calibri" panose="020F0502020204030204" pitchFamily="34" charset="0"/>
                <a:cs typeface="Times New Roman" panose="02020603050405020304" pitchFamily="18" charset="0"/>
              </a:rPr>
              <a:t>लोणीने</a:t>
            </a:r>
            <a:r>
              <a:rPr lang="en-IN" sz="1800" dirty="0">
                <a:effectLst/>
                <a:latin typeface="Calibri" panose="020F0502020204030204" pitchFamily="34" charset="0"/>
                <a:ea typeface="Calibri" panose="020F0502020204030204" pitchFamily="34" charset="0"/>
                <a:cs typeface="Times New Roman" panose="02020603050405020304" pitchFamily="18" charset="0"/>
              </a:rPr>
              <a:t> </a:t>
            </a:r>
            <a:r>
              <a:rPr lang="en-IN" sz="1800" dirty="0" err="1">
                <a:effectLst/>
                <a:latin typeface="Nirmala UI" panose="020B0502040204020203" pitchFamily="34" charset="0"/>
                <a:ea typeface="Calibri" panose="020F0502020204030204" pitchFamily="34" charset="0"/>
                <a:cs typeface="Times New Roman" panose="02020603050405020304" pitchFamily="18" charset="0"/>
              </a:rPr>
              <a:t>समृद्ध</a:t>
            </a:r>
            <a:r>
              <a:rPr lang="en-IN" sz="1800" dirty="0">
                <a:effectLst/>
                <a:latin typeface="Calibri" panose="020F0502020204030204" pitchFamily="34" charset="0"/>
                <a:ea typeface="Calibri" panose="020F0502020204030204" pitchFamily="34" charset="0"/>
                <a:cs typeface="Times New Roman" panose="02020603050405020304" pitchFamily="18" charset="0"/>
              </a:rPr>
              <a:t> </a:t>
            </a:r>
            <a:r>
              <a:rPr lang="en-IN" sz="1800" dirty="0">
                <a:effectLst/>
                <a:latin typeface="Nirmala UI" panose="020B0502040204020203" pitchFamily="34" charset="0"/>
                <a:ea typeface="Calibri" panose="020F0502020204030204" pitchFamily="34" charset="0"/>
                <a:cs typeface="Times New Roman" panose="02020603050405020304" pitchFamily="18" charset="0"/>
              </a:rPr>
              <a:t>होते</a:t>
            </a:r>
            <a:r>
              <a:rPr lang="en-IN" sz="1800" dirty="0">
                <a:effectLst/>
                <a:latin typeface="Calibri" panose="020F0502020204030204" pitchFamily="34" charset="0"/>
                <a:ea typeface="Calibri" panose="020F0502020204030204" pitchFamily="34" charset="0"/>
                <a:cs typeface="Times New Roman" panose="02020603050405020304" pitchFamily="18" charset="0"/>
              </a:rPr>
              <a:t>.</a:t>
            </a:r>
          </a:p>
          <a:p>
            <a:endParaRPr lang="en-IN" dirty="0"/>
          </a:p>
        </p:txBody>
      </p:sp>
    </p:spTree>
    <p:extLst>
      <p:ext uri="{BB962C8B-B14F-4D97-AF65-F5344CB8AC3E}">
        <p14:creationId xmlns:p14="http://schemas.microsoft.com/office/powerpoint/2010/main" val="1220548907"/>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163</TotalTime>
  <Words>2414</Words>
  <Application>Microsoft Office PowerPoint</Application>
  <PresentationFormat>Widescreen</PresentationFormat>
  <Paragraphs>115</Paragraphs>
  <Slides>25</Slides>
  <Notes>0</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25</vt:i4>
      </vt:variant>
    </vt:vector>
  </HeadingPairs>
  <TitlesOfParts>
    <vt:vector size="30" baseType="lpstr">
      <vt:lpstr>Arial</vt:lpstr>
      <vt:lpstr>Calibri</vt:lpstr>
      <vt:lpstr>Calibri Light</vt:lpstr>
      <vt:lpstr>Nirmala UI</vt:lpstr>
      <vt:lpstr>Office Theme</vt:lpstr>
      <vt:lpstr>शेळीपालन</vt:lpstr>
      <vt:lpstr>जमनापारी </vt:lpstr>
      <vt:lpstr>जमनापारी </vt:lpstr>
      <vt:lpstr>कोकण कन्याल</vt:lpstr>
      <vt:lpstr>कोकण कन्याल</vt:lpstr>
      <vt:lpstr>बारबरी</vt:lpstr>
      <vt:lpstr>बीटल</vt:lpstr>
      <vt:lpstr>मलबारी</vt:lpstr>
      <vt:lpstr>उस्मानाबादी</vt:lpstr>
      <vt:lpstr>ब्लॅक बेंगाल</vt:lpstr>
      <vt:lpstr>ब्लॅक बेंगाल</vt:lpstr>
      <vt:lpstr>सिरोही</vt:lpstr>
      <vt:lpstr> जाखराणा</vt:lpstr>
      <vt:lpstr> सुरती</vt:lpstr>
      <vt:lpstr>मेहसाणा</vt:lpstr>
      <vt:lpstr>चेगु</vt:lpstr>
      <vt:lpstr> कच्छी शेळी</vt:lpstr>
      <vt:lpstr>आटपाडी काळा</vt:lpstr>
      <vt:lpstr>कन्नी आडू</vt:lpstr>
      <vt:lpstr>बेरारी</vt:lpstr>
      <vt:lpstr>विदेशी शेळीच्या जाती - बोअर</vt:lpstr>
      <vt:lpstr>अल्पाइन</vt:lpstr>
      <vt:lpstr>सानेन</vt:lpstr>
      <vt:lpstr>टोगेनबर्ग</vt:lpstr>
      <vt:lpstr>अँग्लो-न्यूबियन</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Pramod</dc:creator>
  <cp:lastModifiedBy>Pramod</cp:lastModifiedBy>
  <cp:revision>22</cp:revision>
  <dcterms:created xsi:type="dcterms:W3CDTF">2024-09-08T03:53:34Z</dcterms:created>
  <dcterms:modified xsi:type="dcterms:W3CDTF">2024-10-21T20:24:14Z</dcterms:modified>
</cp:coreProperties>
</file>