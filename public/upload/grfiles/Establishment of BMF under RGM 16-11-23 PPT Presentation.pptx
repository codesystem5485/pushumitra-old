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79" r:id="rId7"/>
    <p:sldId id="275" r:id="rId8"/>
    <p:sldId id="274" r:id="rId9"/>
    <p:sldId id="280" r:id="rId10"/>
    <p:sldId id="265" r:id="rId11"/>
    <p:sldId id="283" r:id="rId12"/>
    <p:sldId id="266" r:id="rId13"/>
    <p:sldId id="282" r:id="rId14"/>
    <p:sldId id="272" r:id="rId15"/>
    <p:sldId id="270" r:id="rId16"/>
    <p:sldId id="285" r:id="rId1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0101" autoAdjust="0"/>
  </p:normalViewPr>
  <p:slideViewPr>
    <p:cSldViewPr>
      <p:cViewPr varScale="1">
        <p:scale>
          <a:sx n="74" d="100"/>
          <a:sy n="74" d="100"/>
        </p:scale>
        <p:origin x="17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506B71-8373-43BC-A973-FD74DB808B8B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0A4E6651-5BF0-4641-BE71-86DED9AF26AE}">
      <dgm:prSet phldrT="[Text]" phldr="1"/>
      <dgm:spPr/>
      <dgm:t>
        <a:bodyPr/>
        <a:lstStyle/>
        <a:p>
          <a:endParaRPr lang="en-IN"/>
        </a:p>
      </dgm:t>
    </dgm:pt>
    <dgm:pt modelId="{B74625BF-7462-456A-8CD5-12F3A367D7C8}" type="parTrans" cxnId="{CB1F9B7A-0FE9-4BE9-8FE7-2E4C075A3047}">
      <dgm:prSet/>
      <dgm:spPr/>
      <dgm:t>
        <a:bodyPr/>
        <a:lstStyle/>
        <a:p>
          <a:endParaRPr lang="en-IN"/>
        </a:p>
      </dgm:t>
    </dgm:pt>
    <dgm:pt modelId="{60B7322B-8811-44E8-A929-DC5F6E5051F9}" type="sibTrans" cxnId="{CB1F9B7A-0FE9-4BE9-8FE7-2E4C075A3047}">
      <dgm:prSet/>
      <dgm:spPr/>
      <dgm:t>
        <a:bodyPr/>
        <a:lstStyle/>
        <a:p>
          <a:endParaRPr lang="en-IN"/>
        </a:p>
      </dgm:t>
    </dgm:pt>
    <dgm:pt modelId="{FDE32820-ECF3-46B2-BE07-2C60244C34E8}">
      <dgm:prSet phldrT="[Text]" phldr="1"/>
      <dgm:spPr/>
      <dgm:t>
        <a:bodyPr/>
        <a:lstStyle/>
        <a:p>
          <a:endParaRPr lang="en-IN"/>
        </a:p>
      </dgm:t>
    </dgm:pt>
    <dgm:pt modelId="{3C5E2551-3815-41E3-A7DC-0C5469E03B54}" type="parTrans" cxnId="{7109B63A-335B-4BC1-B650-9E35B99EDC58}">
      <dgm:prSet/>
      <dgm:spPr/>
      <dgm:t>
        <a:bodyPr/>
        <a:lstStyle/>
        <a:p>
          <a:endParaRPr lang="en-IN"/>
        </a:p>
      </dgm:t>
    </dgm:pt>
    <dgm:pt modelId="{004CF234-E86F-4BAC-AA25-77F1EEF9529F}" type="sibTrans" cxnId="{7109B63A-335B-4BC1-B650-9E35B99EDC58}">
      <dgm:prSet/>
      <dgm:spPr/>
      <dgm:t>
        <a:bodyPr/>
        <a:lstStyle/>
        <a:p>
          <a:endParaRPr lang="en-IN"/>
        </a:p>
      </dgm:t>
    </dgm:pt>
    <dgm:pt modelId="{ADD40C0C-17EF-4451-BD03-D95B3F459E32}">
      <dgm:prSet phldrT="[Text]" phldr="1"/>
      <dgm:spPr/>
      <dgm:t>
        <a:bodyPr/>
        <a:lstStyle/>
        <a:p>
          <a:endParaRPr lang="en-IN"/>
        </a:p>
      </dgm:t>
    </dgm:pt>
    <dgm:pt modelId="{32BAD692-2DF9-4C5E-A3DD-9DE49A02933E}" type="parTrans" cxnId="{0996F585-7160-4581-AFEF-EF863F4F2C7B}">
      <dgm:prSet/>
      <dgm:spPr/>
      <dgm:t>
        <a:bodyPr/>
        <a:lstStyle/>
        <a:p>
          <a:endParaRPr lang="en-IN"/>
        </a:p>
      </dgm:t>
    </dgm:pt>
    <dgm:pt modelId="{5C84986C-5721-4D2D-8311-EA666B2EDFAC}" type="sibTrans" cxnId="{0996F585-7160-4581-AFEF-EF863F4F2C7B}">
      <dgm:prSet/>
      <dgm:spPr/>
      <dgm:t>
        <a:bodyPr/>
        <a:lstStyle/>
        <a:p>
          <a:endParaRPr lang="en-IN"/>
        </a:p>
      </dgm:t>
    </dgm:pt>
    <dgm:pt modelId="{76C9B448-B5AA-4BFD-84BE-EB66250DA70D}">
      <dgm:prSet phldrT="[Text]" phldr="1"/>
      <dgm:spPr/>
      <dgm:t>
        <a:bodyPr/>
        <a:lstStyle/>
        <a:p>
          <a:endParaRPr lang="en-IN"/>
        </a:p>
      </dgm:t>
    </dgm:pt>
    <dgm:pt modelId="{9D949F28-A95F-466B-91D4-BA4E23FC42CC}" type="parTrans" cxnId="{98B7B186-695E-4A66-B966-5196C6204E01}">
      <dgm:prSet/>
      <dgm:spPr/>
      <dgm:t>
        <a:bodyPr/>
        <a:lstStyle/>
        <a:p>
          <a:endParaRPr lang="en-IN"/>
        </a:p>
      </dgm:t>
    </dgm:pt>
    <dgm:pt modelId="{97EB362B-D434-4864-9B81-BB435611C5AA}" type="sibTrans" cxnId="{98B7B186-695E-4A66-B966-5196C6204E01}">
      <dgm:prSet/>
      <dgm:spPr/>
      <dgm:t>
        <a:bodyPr/>
        <a:lstStyle/>
        <a:p>
          <a:endParaRPr lang="en-IN"/>
        </a:p>
      </dgm:t>
    </dgm:pt>
    <dgm:pt modelId="{90783771-4CFD-422A-97D2-DB524218E2ED}">
      <dgm:prSet phldrT="[Text]" phldr="1"/>
      <dgm:spPr/>
      <dgm:t>
        <a:bodyPr/>
        <a:lstStyle/>
        <a:p>
          <a:endParaRPr lang="en-IN"/>
        </a:p>
      </dgm:t>
    </dgm:pt>
    <dgm:pt modelId="{21EEC3D6-EED1-49DD-803D-4FEB46117640}" type="parTrans" cxnId="{29837CB5-D0D2-4D0E-9A07-A5812CE761AB}">
      <dgm:prSet/>
      <dgm:spPr/>
      <dgm:t>
        <a:bodyPr/>
        <a:lstStyle/>
        <a:p>
          <a:endParaRPr lang="en-IN"/>
        </a:p>
      </dgm:t>
    </dgm:pt>
    <dgm:pt modelId="{17F942B0-C70B-468F-A29A-ACDE3E7DB15C}" type="sibTrans" cxnId="{29837CB5-D0D2-4D0E-9A07-A5812CE761AB}">
      <dgm:prSet/>
      <dgm:spPr/>
      <dgm:t>
        <a:bodyPr/>
        <a:lstStyle/>
        <a:p>
          <a:endParaRPr lang="en-IN"/>
        </a:p>
      </dgm:t>
    </dgm:pt>
    <dgm:pt modelId="{FBE41F02-5546-4BBB-822A-4066E367CB30}">
      <dgm:prSet phldrT="[Text]" phldr="1"/>
      <dgm:spPr/>
      <dgm:t>
        <a:bodyPr/>
        <a:lstStyle/>
        <a:p>
          <a:endParaRPr lang="en-IN"/>
        </a:p>
      </dgm:t>
    </dgm:pt>
    <dgm:pt modelId="{DD101ECC-C8D8-4266-B6B0-361B0F5603C1}" type="parTrans" cxnId="{BEB7A8B2-86AC-4ACD-BEE5-2FA51FBAA495}">
      <dgm:prSet/>
      <dgm:spPr/>
      <dgm:t>
        <a:bodyPr/>
        <a:lstStyle/>
        <a:p>
          <a:endParaRPr lang="en-IN"/>
        </a:p>
      </dgm:t>
    </dgm:pt>
    <dgm:pt modelId="{3398E9BB-64C2-4572-9948-CD28F29E2283}" type="sibTrans" cxnId="{BEB7A8B2-86AC-4ACD-BEE5-2FA51FBAA495}">
      <dgm:prSet/>
      <dgm:spPr/>
      <dgm:t>
        <a:bodyPr/>
        <a:lstStyle/>
        <a:p>
          <a:endParaRPr lang="en-IN"/>
        </a:p>
      </dgm:t>
    </dgm:pt>
    <dgm:pt modelId="{83AF8704-142E-4586-B26C-CFE2A42BD49F}" type="pres">
      <dgm:prSet presAssocID="{58506B71-8373-43BC-A973-FD74DB808B8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8CEEE9D-AB8D-47D7-A953-1E253B0F8DD2}" type="pres">
      <dgm:prSet presAssocID="{0A4E6651-5BF0-4641-BE71-86DED9AF26AE}" presName="compositeNode" presStyleCnt="0">
        <dgm:presLayoutVars>
          <dgm:bulletEnabled val="1"/>
        </dgm:presLayoutVars>
      </dgm:prSet>
      <dgm:spPr/>
    </dgm:pt>
    <dgm:pt modelId="{7BB70C9A-AAE3-4C29-8AF7-78AA8F6AE0F2}" type="pres">
      <dgm:prSet presAssocID="{0A4E6651-5BF0-4641-BE71-86DED9AF26AE}" presName="bgRect" presStyleLbl="node1" presStyleIdx="0" presStyleCnt="3"/>
      <dgm:spPr/>
      <dgm:t>
        <a:bodyPr/>
        <a:lstStyle/>
        <a:p>
          <a:endParaRPr lang="en-IN"/>
        </a:p>
      </dgm:t>
    </dgm:pt>
    <dgm:pt modelId="{B855351E-96FA-47AC-BEBA-8FBDC2265DC6}" type="pres">
      <dgm:prSet presAssocID="{0A4E6651-5BF0-4641-BE71-86DED9AF26AE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3A9604F-B883-49A4-A141-5F452E96E1CD}" type="pres">
      <dgm:prSet presAssocID="{0A4E6651-5BF0-4641-BE71-86DED9AF26AE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457FD26-68E2-411E-A5A7-14685F99320B}" type="pres">
      <dgm:prSet presAssocID="{60B7322B-8811-44E8-A929-DC5F6E5051F9}" presName="hSp" presStyleCnt="0"/>
      <dgm:spPr/>
    </dgm:pt>
    <dgm:pt modelId="{A2281455-DDF2-43BD-BEB9-4A1CF32F1345}" type="pres">
      <dgm:prSet presAssocID="{60B7322B-8811-44E8-A929-DC5F6E5051F9}" presName="vProcSp" presStyleCnt="0"/>
      <dgm:spPr/>
    </dgm:pt>
    <dgm:pt modelId="{E9FEF221-80B6-4FB8-AA0F-58FCD98BA6DB}" type="pres">
      <dgm:prSet presAssocID="{60B7322B-8811-44E8-A929-DC5F6E5051F9}" presName="vSp1" presStyleCnt="0"/>
      <dgm:spPr/>
    </dgm:pt>
    <dgm:pt modelId="{5C3D7227-E302-465F-993B-9DA6D2B20C54}" type="pres">
      <dgm:prSet presAssocID="{60B7322B-8811-44E8-A929-DC5F6E5051F9}" presName="simulatedConn" presStyleLbl="solidFgAcc1" presStyleIdx="0" presStyleCnt="2"/>
      <dgm:spPr/>
    </dgm:pt>
    <dgm:pt modelId="{6A9DCB8E-4A32-4801-9E5F-DC28A3CA00AB}" type="pres">
      <dgm:prSet presAssocID="{60B7322B-8811-44E8-A929-DC5F6E5051F9}" presName="vSp2" presStyleCnt="0"/>
      <dgm:spPr/>
    </dgm:pt>
    <dgm:pt modelId="{7F5D38F3-2DB9-4051-8316-C98A8D776278}" type="pres">
      <dgm:prSet presAssocID="{60B7322B-8811-44E8-A929-DC5F6E5051F9}" presName="sibTrans" presStyleCnt="0"/>
      <dgm:spPr/>
    </dgm:pt>
    <dgm:pt modelId="{FD8C34CB-8AB7-4FC8-82D8-B6AC9D8216A5}" type="pres">
      <dgm:prSet presAssocID="{ADD40C0C-17EF-4451-BD03-D95B3F459E32}" presName="compositeNode" presStyleCnt="0">
        <dgm:presLayoutVars>
          <dgm:bulletEnabled val="1"/>
        </dgm:presLayoutVars>
      </dgm:prSet>
      <dgm:spPr/>
    </dgm:pt>
    <dgm:pt modelId="{1A139D2A-7874-4A85-AA8F-E362F8E74FF5}" type="pres">
      <dgm:prSet presAssocID="{ADD40C0C-17EF-4451-BD03-D95B3F459E32}" presName="bgRect" presStyleLbl="node1" presStyleIdx="1" presStyleCnt="3"/>
      <dgm:spPr/>
      <dgm:t>
        <a:bodyPr/>
        <a:lstStyle/>
        <a:p>
          <a:endParaRPr lang="en-IN"/>
        </a:p>
      </dgm:t>
    </dgm:pt>
    <dgm:pt modelId="{D0F26137-6AED-4B30-9D46-E92DF10BC8A1}" type="pres">
      <dgm:prSet presAssocID="{ADD40C0C-17EF-4451-BD03-D95B3F459E32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0D81E49-612C-485D-A5A2-9DD55C023C22}" type="pres">
      <dgm:prSet presAssocID="{ADD40C0C-17EF-4451-BD03-D95B3F459E32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E306F5-8282-4416-AB94-7DD9A3250B15}" type="pres">
      <dgm:prSet presAssocID="{5C84986C-5721-4D2D-8311-EA666B2EDFAC}" presName="hSp" presStyleCnt="0"/>
      <dgm:spPr/>
    </dgm:pt>
    <dgm:pt modelId="{09FB6DDC-E471-4CCA-9B96-F1D09FDB0AB9}" type="pres">
      <dgm:prSet presAssocID="{5C84986C-5721-4D2D-8311-EA666B2EDFAC}" presName="vProcSp" presStyleCnt="0"/>
      <dgm:spPr/>
    </dgm:pt>
    <dgm:pt modelId="{770EAA0F-1E3E-47BE-B6C9-E304D6853DC6}" type="pres">
      <dgm:prSet presAssocID="{5C84986C-5721-4D2D-8311-EA666B2EDFAC}" presName="vSp1" presStyleCnt="0"/>
      <dgm:spPr/>
    </dgm:pt>
    <dgm:pt modelId="{3D686692-95B2-4347-A50F-5AECE405B526}" type="pres">
      <dgm:prSet presAssocID="{5C84986C-5721-4D2D-8311-EA666B2EDFAC}" presName="simulatedConn" presStyleLbl="solidFgAcc1" presStyleIdx="1" presStyleCnt="2"/>
      <dgm:spPr/>
    </dgm:pt>
    <dgm:pt modelId="{9E558D91-A975-4E61-A0D8-C3E9686F321A}" type="pres">
      <dgm:prSet presAssocID="{5C84986C-5721-4D2D-8311-EA666B2EDFAC}" presName="vSp2" presStyleCnt="0"/>
      <dgm:spPr/>
    </dgm:pt>
    <dgm:pt modelId="{CC5EE9BD-13A0-4936-8251-CD6A7DBED5B7}" type="pres">
      <dgm:prSet presAssocID="{5C84986C-5721-4D2D-8311-EA666B2EDFAC}" presName="sibTrans" presStyleCnt="0"/>
      <dgm:spPr/>
    </dgm:pt>
    <dgm:pt modelId="{E8A67369-ED34-42C0-97E9-B13AF29883C3}" type="pres">
      <dgm:prSet presAssocID="{90783771-4CFD-422A-97D2-DB524218E2ED}" presName="compositeNode" presStyleCnt="0">
        <dgm:presLayoutVars>
          <dgm:bulletEnabled val="1"/>
        </dgm:presLayoutVars>
      </dgm:prSet>
      <dgm:spPr/>
    </dgm:pt>
    <dgm:pt modelId="{09A88016-1394-4CD7-83F5-42531594CA33}" type="pres">
      <dgm:prSet presAssocID="{90783771-4CFD-422A-97D2-DB524218E2ED}" presName="bgRect" presStyleLbl="node1" presStyleIdx="2" presStyleCnt="3"/>
      <dgm:spPr/>
      <dgm:t>
        <a:bodyPr/>
        <a:lstStyle/>
        <a:p>
          <a:endParaRPr lang="en-IN"/>
        </a:p>
      </dgm:t>
    </dgm:pt>
    <dgm:pt modelId="{848D0188-5D21-4D7F-9333-240D3FDE5935}" type="pres">
      <dgm:prSet presAssocID="{90783771-4CFD-422A-97D2-DB524218E2ED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53EF128-514A-4C6D-9C85-7FD2A8E0A614}" type="pres">
      <dgm:prSet presAssocID="{90783771-4CFD-422A-97D2-DB524218E2ED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64A93AA-7F9F-4F08-A5B1-493644AB1EF2}" type="presOf" srcId="{90783771-4CFD-422A-97D2-DB524218E2ED}" destId="{09A88016-1394-4CD7-83F5-42531594CA33}" srcOrd="0" destOrd="0" presId="urn:microsoft.com/office/officeart/2005/8/layout/hProcess7"/>
    <dgm:cxn modelId="{BEB7A8B2-86AC-4ACD-BEE5-2FA51FBAA495}" srcId="{90783771-4CFD-422A-97D2-DB524218E2ED}" destId="{FBE41F02-5546-4BBB-822A-4066E367CB30}" srcOrd="0" destOrd="0" parTransId="{DD101ECC-C8D8-4266-B6B0-361B0F5603C1}" sibTransId="{3398E9BB-64C2-4572-9948-CD28F29E2283}"/>
    <dgm:cxn modelId="{832B2AD8-5F76-472C-901F-1135ADE29D9B}" type="presOf" srcId="{FBE41F02-5546-4BBB-822A-4066E367CB30}" destId="{553EF128-514A-4C6D-9C85-7FD2A8E0A614}" srcOrd="0" destOrd="0" presId="urn:microsoft.com/office/officeart/2005/8/layout/hProcess7"/>
    <dgm:cxn modelId="{DBA9F08C-0680-4685-B762-FF3E98BB8AF2}" type="presOf" srcId="{58506B71-8373-43BC-A973-FD74DB808B8B}" destId="{83AF8704-142E-4586-B26C-CFE2A42BD49F}" srcOrd="0" destOrd="0" presId="urn:microsoft.com/office/officeart/2005/8/layout/hProcess7"/>
    <dgm:cxn modelId="{CBF29EBA-F142-4088-956A-4C71018E3D75}" type="presOf" srcId="{90783771-4CFD-422A-97D2-DB524218E2ED}" destId="{848D0188-5D21-4D7F-9333-240D3FDE5935}" srcOrd="1" destOrd="0" presId="urn:microsoft.com/office/officeart/2005/8/layout/hProcess7"/>
    <dgm:cxn modelId="{870E8D08-C03A-4112-BB42-47FF51186F2D}" type="presOf" srcId="{ADD40C0C-17EF-4451-BD03-D95B3F459E32}" destId="{D0F26137-6AED-4B30-9D46-E92DF10BC8A1}" srcOrd="1" destOrd="0" presId="urn:microsoft.com/office/officeart/2005/8/layout/hProcess7"/>
    <dgm:cxn modelId="{A51C3827-6F99-4E08-BEBF-D8431AE3300D}" type="presOf" srcId="{FDE32820-ECF3-46B2-BE07-2C60244C34E8}" destId="{33A9604F-B883-49A4-A141-5F452E96E1CD}" srcOrd="0" destOrd="0" presId="urn:microsoft.com/office/officeart/2005/8/layout/hProcess7"/>
    <dgm:cxn modelId="{152EC1F7-A1EF-4B75-9587-D45BC4FAABD6}" type="presOf" srcId="{0A4E6651-5BF0-4641-BE71-86DED9AF26AE}" destId="{B855351E-96FA-47AC-BEBA-8FBDC2265DC6}" srcOrd="1" destOrd="0" presId="urn:microsoft.com/office/officeart/2005/8/layout/hProcess7"/>
    <dgm:cxn modelId="{36646AD0-6084-4188-BBBF-043F5CB5141D}" type="presOf" srcId="{ADD40C0C-17EF-4451-BD03-D95B3F459E32}" destId="{1A139D2A-7874-4A85-AA8F-E362F8E74FF5}" srcOrd="0" destOrd="0" presId="urn:microsoft.com/office/officeart/2005/8/layout/hProcess7"/>
    <dgm:cxn modelId="{A9E22186-B278-4C74-A7C9-929A870CAAC6}" type="presOf" srcId="{76C9B448-B5AA-4BFD-84BE-EB66250DA70D}" destId="{D0D81E49-612C-485D-A5A2-9DD55C023C22}" srcOrd="0" destOrd="0" presId="urn:microsoft.com/office/officeart/2005/8/layout/hProcess7"/>
    <dgm:cxn modelId="{29837CB5-D0D2-4D0E-9A07-A5812CE761AB}" srcId="{58506B71-8373-43BC-A973-FD74DB808B8B}" destId="{90783771-4CFD-422A-97D2-DB524218E2ED}" srcOrd="2" destOrd="0" parTransId="{21EEC3D6-EED1-49DD-803D-4FEB46117640}" sibTransId="{17F942B0-C70B-468F-A29A-ACDE3E7DB15C}"/>
    <dgm:cxn modelId="{7109B63A-335B-4BC1-B650-9E35B99EDC58}" srcId="{0A4E6651-5BF0-4641-BE71-86DED9AF26AE}" destId="{FDE32820-ECF3-46B2-BE07-2C60244C34E8}" srcOrd="0" destOrd="0" parTransId="{3C5E2551-3815-41E3-A7DC-0C5469E03B54}" sibTransId="{004CF234-E86F-4BAC-AA25-77F1EEF9529F}"/>
    <dgm:cxn modelId="{CB1F9B7A-0FE9-4BE9-8FE7-2E4C075A3047}" srcId="{58506B71-8373-43BC-A973-FD74DB808B8B}" destId="{0A4E6651-5BF0-4641-BE71-86DED9AF26AE}" srcOrd="0" destOrd="0" parTransId="{B74625BF-7462-456A-8CD5-12F3A367D7C8}" sibTransId="{60B7322B-8811-44E8-A929-DC5F6E5051F9}"/>
    <dgm:cxn modelId="{0101D1B1-C3AF-4AEB-B61A-9B366C61A843}" type="presOf" srcId="{0A4E6651-5BF0-4641-BE71-86DED9AF26AE}" destId="{7BB70C9A-AAE3-4C29-8AF7-78AA8F6AE0F2}" srcOrd="0" destOrd="0" presId="urn:microsoft.com/office/officeart/2005/8/layout/hProcess7"/>
    <dgm:cxn modelId="{0996F585-7160-4581-AFEF-EF863F4F2C7B}" srcId="{58506B71-8373-43BC-A973-FD74DB808B8B}" destId="{ADD40C0C-17EF-4451-BD03-D95B3F459E32}" srcOrd="1" destOrd="0" parTransId="{32BAD692-2DF9-4C5E-A3DD-9DE49A02933E}" sibTransId="{5C84986C-5721-4D2D-8311-EA666B2EDFAC}"/>
    <dgm:cxn modelId="{98B7B186-695E-4A66-B966-5196C6204E01}" srcId="{ADD40C0C-17EF-4451-BD03-D95B3F459E32}" destId="{76C9B448-B5AA-4BFD-84BE-EB66250DA70D}" srcOrd="0" destOrd="0" parTransId="{9D949F28-A95F-466B-91D4-BA4E23FC42CC}" sibTransId="{97EB362B-D434-4864-9B81-BB435611C5AA}"/>
    <dgm:cxn modelId="{FDF0962F-3088-4837-8816-ECBAA40F56FA}" type="presParOf" srcId="{83AF8704-142E-4586-B26C-CFE2A42BD49F}" destId="{98CEEE9D-AB8D-47D7-A953-1E253B0F8DD2}" srcOrd="0" destOrd="0" presId="urn:microsoft.com/office/officeart/2005/8/layout/hProcess7"/>
    <dgm:cxn modelId="{BD2A6F37-6741-46C3-8563-8AE711F2B262}" type="presParOf" srcId="{98CEEE9D-AB8D-47D7-A953-1E253B0F8DD2}" destId="{7BB70C9A-AAE3-4C29-8AF7-78AA8F6AE0F2}" srcOrd="0" destOrd="0" presId="urn:microsoft.com/office/officeart/2005/8/layout/hProcess7"/>
    <dgm:cxn modelId="{4AA8CE8E-EA99-40FC-9711-64FDDF733277}" type="presParOf" srcId="{98CEEE9D-AB8D-47D7-A953-1E253B0F8DD2}" destId="{B855351E-96FA-47AC-BEBA-8FBDC2265DC6}" srcOrd="1" destOrd="0" presId="urn:microsoft.com/office/officeart/2005/8/layout/hProcess7"/>
    <dgm:cxn modelId="{7CFA3020-6890-4308-A780-7C9CC9B60A6D}" type="presParOf" srcId="{98CEEE9D-AB8D-47D7-A953-1E253B0F8DD2}" destId="{33A9604F-B883-49A4-A141-5F452E96E1CD}" srcOrd="2" destOrd="0" presId="urn:microsoft.com/office/officeart/2005/8/layout/hProcess7"/>
    <dgm:cxn modelId="{E2A1DBAB-0FE0-440D-835D-81B758850444}" type="presParOf" srcId="{83AF8704-142E-4586-B26C-CFE2A42BD49F}" destId="{F457FD26-68E2-411E-A5A7-14685F99320B}" srcOrd="1" destOrd="0" presId="urn:microsoft.com/office/officeart/2005/8/layout/hProcess7"/>
    <dgm:cxn modelId="{167E24B2-223C-4D31-94F7-436E47E6AA01}" type="presParOf" srcId="{83AF8704-142E-4586-B26C-CFE2A42BD49F}" destId="{A2281455-DDF2-43BD-BEB9-4A1CF32F1345}" srcOrd="2" destOrd="0" presId="urn:microsoft.com/office/officeart/2005/8/layout/hProcess7"/>
    <dgm:cxn modelId="{82844104-42BE-4445-9D4E-ABC18E0838E8}" type="presParOf" srcId="{A2281455-DDF2-43BD-BEB9-4A1CF32F1345}" destId="{E9FEF221-80B6-4FB8-AA0F-58FCD98BA6DB}" srcOrd="0" destOrd="0" presId="urn:microsoft.com/office/officeart/2005/8/layout/hProcess7"/>
    <dgm:cxn modelId="{E93CD286-F2D6-483F-BFEE-6856FF3B0F1A}" type="presParOf" srcId="{A2281455-DDF2-43BD-BEB9-4A1CF32F1345}" destId="{5C3D7227-E302-465F-993B-9DA6D2B20C54}" srcOrd="1" destOrd="0" presId="urn:microsoft.com/office/officeart/2005/8/layout/hProcess7"/>
    <dgm:cxn modelId="{11AFDDDD-E71D-42AF-8947-DA9218129F33}" type="presParOf" srcId="{A2281455-DDF2-43BD-BEB9-4A1CF32F1345}" destId="{6A9DCB8E-4A32-4801-9E5F-DC28A3CA00AB}" srcOrd="2" destOrd="0" presId="urn:microsoft.com/office/officeart/2005/8/layout/hProcess7"/>
    <dgm:cxn modelId="{BFE1AD1B-01B8-4154-BE80-B21D1E7F8414}" type="presParOf" srcId="{83AF8704-142E-4586-B26C-CFE2A42BD49F}" destId="{7F5D38F3-2DB9-4051-8316-C98A8D776278}" srcOrd="3" destOrd="0" presId="urn:microsoft.com/office/officeart/2005/8/layout/hProcess7"/>
    <dgm:cxn modelId="{878A51B5-B7A4-481C-9F71-490179D5AC2E}" type="presParOf" srcId="{83AF8704-142E-4586-B26C-CFE2A42BD49F}" destId="{FD8C34CB-8AB7-4FC8-82D8-B6AC9D8216A5}" srcOrd="4" destOrd="0" presId="urn:microsoft.com/office/officeart/2005/8/layout/hProcess7"/>
    <dgm:cxn modelId="{DB57AE97-41B7-4B46-9661-C37E30562A9D}" type="presParOf" srcId="{FD8C34CB-8AB7-4FC8-82D8-B6AC9D8216A5}" destId="{1A139D2A-7874-4A85-AA8F-E362F8E74FF5}" srcOrd="0" destOrd="0" presId="urn:microsoft.com/office/officeart/2005/8/layout/hProcess7"/>
    <dgm:cxn modelId="{3E2C773B-3B3D-4225-BF0F-F46A565784EB}" type="presParOf" srcId="{FD8C34CB-8AB7-4FC8-82D8-B6AC9D8216A5}" destId="{D0F26137-6AED-4B30-9D46-E92DF10BC8A1}" srcOrd="1" destOrd="0" presId="urn:microsoft.com/office/officeart/2005/8/layout/hProcess7"/>
    <dgm:cxn modelId="{FDA6955A-ACEB-4C0F-A67C-4E8E7BCE691B}" type="presParOf" srcId="{FD8C34CB-8AB7-4FC8-82D8-B6AC9D8216A5}" destId="{D0D81E49-612C-485D-A5A2-9DD55C023C22}" srcOrd="2" destOrd="0" presId="urn:microsoft.com/office/officeart/2005/8/layout/hProcess7"/>
    <dgm:cxn modelId="{77C61D27-4A82-4A0E-A33C-DAC7AE82ACC0}" type="presParOf" srcId="{83AF8704-142E-4586-B26C-CFE2A42BD49F}" destId="{AAE306F5-8282-4416-AB94-7DD9A3250B15}" srcOrd="5" destOrd="0" presId="urn:microsoft.com/office/officeart/2005/8/layout/hProcess7"/>
    <dgm:cxn modelId="{3425E906-4B74-46A0-877A-D84780A685E6}" type="presParOf" srcId="{83AF8704-142E-4586-B26C-CFE2A42BD49F}" destId="{09FB6DDC-E471-4CCA-9B96-F1D09FDB0AB9}" srcOrd="6" destOrd="0" presId="urn:microsoft.com/office/officeart/2005/8/layout/hProcess7"/>
    <dgm:cxn modelId="{FBF59DBC-5064-482E-818E-2C2A39ADD43F}" type="presParOf" srcId="{09FB6DDC-E471-4CCA-9B96-F1D09FDB0AB9}" destId="{770EAA0F-1E3E-47BE-B6C9-E304D6853DC6}" srcOrd="0" destOrd="0" presId="urn:microsoft.com/office/officeart/2005/8/layout/hProcess7"/>
    <dgm:cxn modelId="{2BA27944-96B8-4365-97AA-0590DDF2FAB3}" type="presParOf" srcId="{09FB6DDC-E471-4CCA-9B96-F1D09FDB0AB9}" destId="{3D686692-95B2-4347-A50F-5AECE405B526}" srcOrd="1" destOrd="0" presId="urn:microsoft.com/office/officeart/2005/8/layout/hProcess7"/>
    <dgm:cxn modelId="{5EDD669A-341E-42BE-AFC1-6E6C120E74EC}" type="presParOf" srcId="{09FB6DDC-E471-4CCA-9B96-F1D09FDB0AB9}" destId="{9E558D91-A975-4E61-A0D8-C3E9686F321A}" srcOrd="2" destOrd="0" presId="urn:microsoft.com/office/officeart/2005/8/layout/hProcess7"/>
    <dgm:cxn modelId="{045B3DAB-3974-46BF-8E7B-1A02153C07DD}" type="presParOf" srcId="{83AF8704-142E-4586-B26C-CFE2A42BD49F}" destId="{CC5EE9BD-13A0-4936-8251-CD6A7DBED5B7}" srcOrd="7" destOrd="0" presId="urn:microsoft.com/office/officeart/2005/8/layout/hProcess7"/>
    <dgm:cxn modelId="{2F7AF88A-D042-4F96-ADB4-78A87C9AAD20}" type="presParOf" srcId="{83AF8704-142E-4586-B26C-CFE2A42BD49F}" destId="{E8A67369-ED34-42C0-97E9-B13AF29883C3}" srcOrd="8" destOrd="0" presId="urn:microsoft.com/office/officeart/2005/8/layout/hProcess7"/>
    <dgm:cxn modelId="{3581811B-B61D-4A72-BD51-D6E9493B9F65}" type="presParOf" srcId="{E8A67369-ED34-42C0-97E9-B13AF29883C3}" destId="{09A88016-1394-4CD7-83F5-42531594CA33}" srcOrd="0" destOrd="0" presId="urn:microsoft.com/office/officeart/2005/8/layout/hProcess7"/>
    <dgm:cxn modelId="{4B452E59-B704-46D8-B4E4-84D2246F34E4}" type="presParOf" srcId="{E8A67369-ED34-42C0-97E9-B13AF29883C3}" destId="{848D0188-5D21-4D7F-9333-240D3FDE5935}" srcOrd="1" destOrd="0" presId="urn:microsoft.com/office/officeart/2005/8/layout/hProcess7"/>
    <dgm:cxn modelId="{6E994696-62F9-43BE-B93F-FEAD0286F815}" type="presParOf" srcId="{E8A67369-ED34-42C0-97E9-B13AF29883C3}" destId="{553EF128-514A-4C6D-9C85-7FD2A8E0A614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506B71-8373-43BC-A973-FD74DB808B8B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0A4E6651-5BF0-4641-BE71-86DED9AF26AE}">
      <dgm:prSet phldrT="[Text]" phldr="1"/>
      <dgm:spPr/>
      <dgm:t>
        <a:bodyPr/>
        <a:lstStyle/>
        <a:p>
          <a:endParaRPr lang="en-IN"/>
        </a:p>
      </dgm:t>
    </dgm:pt>
    <dgm:pt modelId="{B74625BF-7462-456A-8CD5-12F3A367D7C8}" type="parTrans" cxnId="{CB1F9B7A-0FE9-4BE9-8FE7-2E4C075A3047}">
      <dgm:prSet/>
      <dgm:spPr/>
      <dgm:t>
        <a:bodyPr/>
        <a:lstStyle/>
        <a:p>
          <a:endParaRPr lang="en-IN"/>
        </a:p>
      </dgm:t>
    </dgm:pt>
    <dgm:pt modelId="{60B7322B-8811-44E8-A929-DC5F6E5051F9}" type="sibTrans" cxnId="{CB1F9B7A-0FE9-4BE9-8FE7-2E4C075A3047}">
      <dgm:prSet/>
      <dgm:spPr/>
      <dgm:t>
        <a:bodyPr/>
        <a:lstStyle/>
        <a:p>
          <a:endParaRPr lang="en-IN"/>
        </a:p>
      </dgm:t>
    </dgm:pt>
    <dgm:pt modelId="{FDE32820-ECF3-46B2-BE07-2C60244C34E8}">
      <dgm:prSet phldrT="[Text]" phldr="1"/>
      <dgm:spPr/>
      <dgm:t>
        <a:bodyPr/>
        <a:lstStyle/>
        <a:p>
          <a:endParaRPr lang="en-IN"/>
        </a:p>
      </dgm:t>
    </dgm:pt>
    <dgm:pt modelId="{3C5E2551-3815-41E3-A7DC-0C5469E03B54}" type="parTrans" cxnId="{7109B63A-335B-4BC1-B650-9E35B99EDC58}">
      <dgm:prSet/>
      <dgm:spPr/>
      <dgm:t>
        <a:bodyPr/>
        <a:lstStyle/>
        <a:p>
          <a:endParaRPr lang="en-IN"/>
        </a:p>
      </dgm:t>
    </dgm:pt>
    <dgm:pt modelId="{004CF234-E86F-4BAC-AA25-77F1EEF9529F}" type="sibTrans" cxnId="{7109B63A-335B-4BC1-B650-9E35B99EDC58}">
      <dgm:prSet/>
      <dgm:spPr/>
      <dgm:t>
        <a:bodyPr/>
        <a:lstStyle/>
        <a:p>
          <a:endParaRPr lang="en-IN"/>
        </a:p>
      </dgm:t>
    </dgm:pt>
    <dgm:pt modelId="{ADD40C0C-17EF-4451-BD03-D95B3F459E32}">
      <dgm:prSet phldrT="[Text]" phldr="1"/>
      <dgm:spPr/>
      <dgm:t>
        <a:bodyPr/>
        <a:lstStyle/>
        <a:p>
          <a:endParaRPr lang="en-IN"/>
        </a:p>
      </dgm:t>
    </dgm:pt>
    <dgm:pt modelId="{32BAD692-2DF9-4C5E-A3DD-9DE49A02933E}" type="parTrans" cxnId="{0996F585-7160-4581-AFEF-EF863F4F2C7B}">
      <dgm:prSet/>
      <dgm:spPr/>
      <dgm:t>
        <a:bodyPr/>
        <a:lstStyle/>
        <a:p>
          <a:endParaRPr lang="en-IN"/>
        </a:p>
      </dgm:t>
    </dgm:pt>
    <dgm:pt modelId="{5C84986C-5721-4D2D-8311-EA666B2EDFAC}" type="sibTrans" cxnId="{0996F585-7160-4581-AFEF-EF863F4F2C7B}">
      <dgm:prSet/>
      <dgm:spPr/>
      <dgm:t>
        <a:bodyPr/>
        <a:lstStyle/>
        <a:p>
          <a:endParaRPr lang="en-IN"/>
        </a:p>
      </dgm:t>
    </dgm:pt>
    <dgm:pt modelId="{76C9B448-B5AA-4BFD-84BE-EB66250DA70D}">
      <dgm:prSet phldrT="[Text]" phldr="1"/>
      <dgm:spPr/>
      <dgm:t>
        <a:bodyPr/>
        <a:lstStyle/>
        <a:p>
          <a:endParaRPr lang="en-IN"/>
        </a:p>
      </dgm:t>
    </dgm:pt>
    <dgm:pt modelId="{9D949F28-A95F-466B-91D4-BA4E23FC42CC}" type="parTrans" cxnId="{98B7B186-695E-4A66-B966-5196C6204E01}">
      <dgm:prSet/>
      <dgm:spPr/>
      <dgm:t>
        <a:bodyPr/>
        <a:lstStyle/>
        <a:p>
          <a:endParaRPr lang="en-IN"/>
        </a:p>
      </dgm:t>
    </dgm:pt>
    <dgm:pt modelId="{97EB362B-D434-4864-9B81-BB435611C5AA}" type="sibTrans" cxnId="{98B7B186-695E-4A66-B966-5196C6204E01}">
      <dgm:prSet/>
      <dgm:spPr/>
      <dgm:t>
        <a:bodyPr/>
        <a:lstStyle/>
        <a:p>
          <a:endParaRPr lang="en-IN"/>
        </a:p>
      </dgm:t>
    </dgm:pt>
    <dgm:pt modelId="{90783771-4CFD-422A-97D2-DB524218E2ED}">
      <dgm:prSet phldrT="[Text]" phldr="1"/>
      <dgm:spPr/>
      <dgm:t>
        <a:bodyPr/>
        <a:lstStyle/>
        <a:p>
          <a:endParaRPr lang="en-IN"/>
        </a:p>
      </dgm:t>
    </dgm:pt>
    <dgm:pt modelId="{21EEC3D6-EED1-49DD-803D-4FEB46117640}" type="parTrans" cxnId="{29837CB5-D0D2-4D0E-9A07-A5812CE761AB}">
      <dgm:prSet/>
      <dgm:spPr/>
      <dgm:t>
        <a:bodyPr/>
        <a:lstStyle/>
        <a:p>
          <a:endParaRPr lang="en-IN"/>
        </a:p>
      </dgm:t>
    </dgm:pt>
    <dgm:pt modelId="{17F942B0-C70B-468F-A29A-ACDE3E7DB15C}" type="sibTrans" cxnId="{29837CB5-D0D2-4D0E-9A07-A5812CE761AB}">
      <dgm:prSet/>
      <dgm:spPr/>
      <dgm:t>
        <a:bodyPr/>
        <a:lstStyle/>
        <a:p>
          <a:endParaRPr lang="en-IN"/>
        </a:p>
      </dgm:t>
    </dgm:pt>
    <dgm:pt modelId="{FBE41F02-5546-4BBB-822A-4066E367CB30}">
      <dgm:prSet phldrT="[Text]" phldr="1"/>
      <dgm:spPr/>
      <dgm:t>
        <a:bodyPr/>
        <a:lstStyle/>
        <a:p>
          <a:endParaRPr lang="en-IN"/>
        </a:p>
      </dgm:t>
    </dgm:pt>
    <dgm:pt modelId="{DD101ECC-C8D8-4266-B6B0-361B0F5603C1}" type="parTrans" cxnId="{BEB7A8B2-86AC-4ACD-BEE5-2FA51FBAA495}">
      <dgm:prSet/>
      <dgm:spPr/>
      <dgm:t>
        <a:bodyPr/>
        <a:lstStyle/>
        <a:p>
          <a:endParaRPr lang="en-IN"/>
        </a:p>
      </dgm:t>
    </dgm:pt>
    <dgm:pt modelId="{3398E9BB-64C2-4572-9948-CD28F29E2283}" type="sibTrans" cxnId="{BEB7A8B2-86AC-4ACD-BEE5-2FA51FBAA495}">
      <dgm:prSet/>
      <dgm:spPr/>
      <dgm:t>
        <a:bodyPr/>
        <a:lstStyle/>
        <a:p>
          <a:endParaRPr lang="en-IN"/>
        </a:p>
      </dgm:t>
    </dgm:pt>
    <dgm:pt modelId="{83AF8704-142E-4586-B26C-CFE2A42BD49F}" type="pres">
      <dgm:prSet presAssocID="{58506B71-8373-43BC-A973-FD74DB808B8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8CEEE9D-AB8D-47D7-A953-1E253B0F8DD2}" type="pres">
      <dgm:prSet presAssocID="{0A4E6651-5BF0-4641-BE71-86DED9AF26AE}" presName="compositeNode" presStyleCnt="0">
        <dgm:presLayoutVars>
          <dgm:bulletEnabled val="1"/>
        </dgm:presLayoutVars>
      </dgm:prSet>
      <dgm:spPr/>
    </dgm:pt>
    <dgm:pt modelId="{7BB70C9A-AAE3-4C29-8AF7-78AA8F6AE0F2}" type="pres">
      <dgm:prSet presAssocID="{0A4E6651-5BF0-4641-BE71-86DED9AF26AE}" presName="bgRect" presStyleLbl="node1" presStyleIdx="0" presStyleCnt="3"/>
      <dgm:spPr/>
      <dgm:t>
        <a:bodyPr/>
        <a:lstStyle/>
        <a:p>
          <a:endParaRPr lang="en-IN"/>
        </a:p>
      </dgm:t>
    </dgm:pt>
    <dgm:pt modelId="{B855351E-96FA-47AC-BEBA-8FBDC2265DC6}" type="pres">
      <dgm:prSet presAssocID="{0A4E6651-5BF0-4641-BE71-86DED9AF26AE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3A9604F-B883-49A4-A141-5F452E96E1CD}" type="pres">
      <dgm:prSet presAssocID="{0A4E6651-5BF0-4641-BE71-86DED9AF26AE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457FD26-68E2-411E-A5A7-14685F99320B}" type="pres">
      <dgm:prSet presAssocID="{60B7322B-8811-44E8-A929-DC5F6E5051F9}" presName="hSp" presStyleCnt="0"/>
      <dgm:spPr/>
    </dgm:pt>
    <dgm:pt modelId="{A2281455-DDF2-43BD-BEB9-4A1CF32F1345}" type="pres">
      <dgm:prSet presAssocID="{60B7322B-8811-44E8-A929-DC5F6E5051F9}" presName="vProcSp" presStyleCnt="0"/>
      <dgm:spPr/>
    </dgm:pt>
    <dgm:pt modelId="{E9FEF221-80B6-4FB8-AA0F-58FCD98BA6DB}" type="pres">
      <dgm:prSet presAssocID="{60B7322B-8811-44E8-A929-DC5F6E5051F9}" presName="vSp1" presStyleCnt="0"/>
      <dgm:spPr/>
    </dgm:pt>
    <dgm:pt modelId="{5C3D7227-E302-465F-993B-9DA6D2B20C54}" type="pres">
      <dgm:prSet presAssocID="{60B7322B-8811-44E8-A929-DC5F6E5051F9}" presName="simulatedConn" presStyleLbl="solidFgAcc1" presStyleIdx="0" presStyleCnt="2"/>
      <dgm:spPr/>
    </dgm:pt>
    <dgm:pt modelId="{6A9DCB8E-4A32-4801-9E5F-DC28A3CA00AB}" type="pres">
      <dgm:prSet presAssocID="{60B7322B-8811-44E8-A929-DC5F6E5051F9}" presName="vSp2" presStyleCnt="0"/>
      <dgm:spPr/>
    </dgm:pt>
    <dgm:pt modelId="{7F5D38F3-2DB9-4051-8316-C98A8D776278}" type="pres">
      <dgm:prSet presAssocID="{60B7322B-8811-44E8-A929-DC5F6E5051F9}" presName="sibTrans" presStyleCnt="0"/>
      <dgm:spPr/>
    </dgm:pt>
    <dgm:pt modelId="{FD8C34CB-8AB7-4FC8-82D8-B6AC9D8216A5}" type="pres">
      <dgm:prSet presAssocID="{ADD40C0C-17EF-4451-BD03-D95B3F459E32}" presName="compositeNode" presStyleCnt="0">
        <dgm:presLayoutVars>
          <dgm:bulletEnabled val="1"/>
        </dgm:presLayoutVars>
      </dgm:prSet>
      <dgm:spPr/>
    </dgm:pt>
    <dgm:pt modelId="{1A139D2A-7874-4A85-AA8F-E362F8E74FF5}" type="pres">
      <dgm:prSet presAssocID="{ADD40C0C-17EF-4451-BD03-D95B3F459E32}" presName="bgRect" presStyleLbl="node1" presStyleIdx="1" presStyleCnt="3"/>
      <dgm:spPr/>
      <dgm:t>
        <a:bodyPr/>
        <a:lstStyle/>
        <a:p>
          <a:endParaRPr lang="en-IN"/>
        </a:p>
      </dgm:t>
    </dgm:pt>
    <dgm:pt modelId="{D0F26137-6AED-4B30-9D46-E92DF10BC8A1}" type="pres">
      <dgm:prSet presAssocID="{ADD40C0C-17EF-4451-BD03-D95B3F459E32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0D81E49-612C-485D-A5A2-9DD55C023C22}" type="pres">
      <dgm:prSet presAssocID="{ADD40C0C-17EF-4451-BD03-D95B3F459E32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E306F5-8282-4416-AB94-7DD9A3250B15}" type="pres">
      <dgm:prSet presAssocID="{5C84986C-5721-4D2D-8311-EA666B2EDFAC}" presName="hSp" presStyleCnt="0"/>
      <dgm:spPr/>
    </dgm:pt>
    <dgm:pt modelId="{09FB6DDC-E471-4CCA-9B96-F1D09FDB0AB9}" type="pres">
      <dgm:prSet presAssocID="{5C84986C-5721-4D2D-8311-EA666B2EDFAC}" presName="vProcSp" presStyleCnt="0"/>
      <dgm:spPr/>
    </dgm:pt>
    <dgm:pt modelId="{770EAA0F-1E3E-47BE-B6C9-E304D6853DC6}" type="pres">
      <dgm:prSet presAssocID="{5C84986C-5721-4D2D-8311-EA666B2EDFAC}" presName="vSp1" presStyleCnt="0"/>
      <dgm:spPr/>
    </dgm:pt>
    <dgm:pt modelId="{3D686692-95B2-4347-A50F-5AECE405B526}" type="pres">
      <dgm:prSet presAssocID="{5C84986C-5721-4D2D-8311-EA666B2EDFAC}" presName="simulatedConn" presStyleLbl="solidFgAcc1" presStyleIdx="1" presStyleCnt="2"/>
      <dgm:spPr/>
    </dgm:pt>
    <dgm:pt modelId="{9E558D91-A975-4E61-A0D8-C3E9686F321A}" type="pres">
      <dgm:prSet presAssocID="{5C84986C-5721-4D2D-8311-EA666B2EDFAC}" presName="vSp2" presStyleCnt="0"/>
      <dgm:spPr/>
    </dgm:pt>
    <dgm:pt modelId="{CC5EE9BD-13A0-4936-8251-CD6A7DBED5B7}" type="pres">
      <dgm:prSet presAssocID="{5C84986C-5721-4D2D-8311-EA666B2EDFAC}" presName="sibTrans" presStyleCnt="0"/>
      <dgm:spPr/>
    </dgm:pt>
    <dgm:pt modelId="{E8A67369-ED34-42C0-97E9-B13AF29883C3}" type="pres">
      <dgm:prSet presAssocID="{90783771-4CFD-422A-97D2-DB524218E2ED}" presName="compositeNode" presStyleCnt="0">
        <dgm:presLayoutVars>
          <dgm:bulletEnabled val="1"/>
        </dgm:presLayoutVars>
      </dgm:prSet>
      <dgm:spPr/>
    </dgm:pt>
    <dgm:pt modelId="{09A88016-1394-4CD7-83F5-42531594CA33}" type="pres">
      <dgm:prSet presAssocID="{90783771-4CFD-422A-97D2-DB524218E2ED}" presName="bgRect" presStyleLbl="node1" presStyleIdx="2" presStyleCnt="3"/>
      <dgm:spPr/>
      <dgm:t>
        <a:bodyPr/>
        <a:lstStyle/>
        <a:p>
          <a:endParaRPr lang="en-IN"/>
        </a:p>
      </dgm:t>
    </dgm:pt>
    <dgm:pt modelId="{848D0188-5D21-4D7F-9333-240D3FDE5935}" type="pres">
      <dgm:prSet presAssocID="{90783771-4CFD-422A-97D2-DB524218E2ED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53EF128-514A-4C6D-9C85-7FD2A8E0A614}" type="pres">
      <dgm:prSet presAssocID="{90783771-4CFD-422A-97D2-DB524218E2ED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64A93AA-7F9F-4F08-A5B1-493644AB1EF2}" type="presOf" srcId="{90783771-4CFD-422A-97D2-DB524218E2ED}" destId="{09A88016-1394-4CD7-83F5-42531594CA33}" srcOrd="0" destOrd="0" presId="urn:microsoft.com/office/officeart/2005/8/layout/hProcess7"/>
    <dgm:cxn modelId="{BEB7A8B2-86AC-4ACD-BEE5-2FA51FBAA495}" srcId="{90783771-4CFD-422A-97D2-DB524218E2ED}" destId="{FBE41F02-5546-4BBB-822A-4066E367CB30}" srcOrd="0" destOrd="0" parTransId="{DD101ECC-C8D8-4266-B6B0-361B0F5603C1}" sibTransId="{3398E9BB-64C2-4572-9948-CD28F29E2283}"/>
    <dgm:cxn modelId="{832B2AD8-5F76-472C-901F-1135ADE29D9B}" type="presOf" srcId="{FBE41F02-5546-4BBB-822A-4066E367CB30}" destId="{553EF128-514A-4C6D-9C85-7FD2A8E0A614}" srcOrd="0" destOrd="0" presId="urn:microsoft.com/office/officeart/2005/8/layout/hProcess7"/>
    <dgm:cxn modelId="{DBA9F08C-0680-4685-B762-FF3E98BB8AF2}" type="presOf" srcId="{58506B71-8373-43BC-A973-FD74DB808B8B}" destId="{83AF8704-142E-4586-B26C-CFE2A42BD49F}" srcOrd="0" destOrd="0" presId="urn:microsoft.com/office/officeart/2005/8/layout/hProcess7"/>
    <dgm:cxn modelId="{CBF29EBA-F142-4088-956A-4C71018E3D75}" type="presOf" srcId="{90783771-4CFD-422A-97D2-DB524218E2ED}" destId="{848D0188-5D21-4D7F-9333-240D3FDE5935}" srcOrd="1" destOrd="0" presId="urn:microsoft.com/office/officeart/2005/8/layout/hProcess7"/>
    <dgm:cxn modelId="{870E8D08-C03A-4112-BB42-47FF51186F2D}" type="presOf" srcId="{ADD40C0C-17EF-4451-BD03-D95B3F459E32}" destId="{D0F26137-6AED-4B30-9D46-E92DF10BC8A1}" srcOrd="1" destOrd="0" presId="urn:microsoft.com/office/officeart/2005/8/layout/hProcess7"/>
    <dgm:cxn modelId="{A51C3827-6F99-4E08-BEBF-D8431AE3300D}" type="presOf" srcId="{FDE32820-ECF3-46B2-BE07-2C60244C34E8}" destId="{33A9604F-B883-49A4-A141-5F452E96E1CD}" srcOrd="0" destOrd="0" presId="urn:microsoft.com/office/officeart/2005/8/layout/hProcess7"/>
    <dgm:cxn modelId="{152EC1F7-A1EF-4B75-9587-D45BC4FAABD6}" type="presOf" srcId="{0A4E6651-5BF0-4641-BE71-86DED9AF26AE}" destId="{B855351E-96FA-47AC-BEBA-8FBDC2265DC6}" srcOrd="1" destOrd="0" presId="urn:microsoft.com/office/officeart/2005/8/layout/hProcess7"/>
    <dgm:cxn modelId="{36646AD0-6084-4188-BBBF-043F5CB5141D}" type="presOf" srcId="{ADD40C0C-17EF-4451-BD03-D95B3F459E32}" destId="{1A139D2A-7874-4A85-AA8F-E362F8E74FF5}" srcOrd="0" destOrd="0" presId="urn:microsoft.com/office/officeart/2005/8/layout/hProcess7"/>
    <dgm:cxn modelId="{A9E22186-B278-4C74-A7C9-929A870CAAC6}" type="presOf" srcId="{76C9B448-B5AA-4BFD-84BE-EB66250DA70D}" destId="{D0D81E49-612C-485D-A5A2-9DD55C023C22}" srcOrd="0" destOrd="0" presId="urn:microsoft.com/office/officeart/2005/8/layout/hProcess7"/>
    <dgm:cxn modelId="{29837CB5-D0D2-4D0E-9A07-A5812CE761AB}" srcId="{58506B71-8373-43BC-A973-FD74DB808B8B}" destId="{90783771-4CFD-422A-97D2-DB524218E2ED}" srcOrd="2" destOrd="0" parTransId="{21EEC3D6-EED1-49DD-803D-4FEB46117640}" sibTransId="{17F942B0-C70B-468F-A29A-ACDE3E7DB15C}"/>
    <dgm:cxn modelId="{7109B63A-335B-4BC1-B650-9E35B99EDC58}" srcId="{0A4E6651-5BF0-4641-BE71-86DED9AF26AE}" destId="{FDE32820-ECF3-46B2-BE07-2C60244C34E8}" srcOrd="0" destOrd="0" parTransId="{3C5E2551-3815-41E3-A7DC-0C5469E03B54}" sibTransId="{004CF234-E86F-4BAC-AA25-77F1EEF9529F}"/>
    <dgm:cxn modelId="{CB1F9B7A-0FE9-4BE9-8FE7-2E4C075A3047}" srcId="{58506B71-8373-43BC-A973-FD74DB808B8B}" destId="{0A4E6651-5BF0-4641-BE71-86DED9AF26AE}" srcOrd="0" destOrd="0" parTransId="{B74625BF-7462-456A-8CD5-12F3A367D7C8}" sibTransId="{60B7322B-8811-44E8-A929-DC5F6E5051F9}"/>
    <dgm:cxn modelId="{0101D1B1-C3AF-4AEB-B61A-9B366C61A843}" type="presOf" srcId="{0A4E6651-5BF0-4641-BE71-86DED9AF26AE}" destId="{7BB70C9A-AAE3-4C29-8AF7-78AA8F6AE0F2}" srcOrd="0" destOrd="0" presId="urn:microsoft.com/office/officeart/2005/8/layout/hProcess7"/>
    <dgm:cxn modelId="{0996F585-7160-4581-AFEF-EF863F4F2C7B}" srcId="{58506B71-8373-43BC-A973-FD74DB808B8B}" destId="{ADD40C0C-17EF-4451-BD03-D95B3F459E32}" srcOrd="1" destOrd="0" parTransId="{32BAD692-2DF9-4C5E-A3DD-9DE49A02933E}" sibTransId="{5C84986C-5721-4D2D-8311-EA666B2EDFAC}"/>
    <dgm:cxn modelId="{98B7B186-695E-4A66-B966-5196C6204E01}" srcId="{ADD40C0C-17EF-4451-BD03-D95B3F459E32}" destId="{76C9B448-B5AA-4BFD-84BE-EB66250DA70D}" srcOrd="0" destOrd="0" parTransId="{9D949F28-A95F-466B-91D4-BA4E23FC42CC}" sibTransId="{97EB362B-D434-4864-9B81-BB435611C5AA}"/>
    <dgm:cxn modelId="{FDF0962F-3088-4837-8816-ECBAA40F56FA}" type="presParOf" srcId="{83AF8704-142E-4586-B26C-CFE2A42BD49F}" destId="{98CEEE9D-AB8D-47D7-A953-1E253B0F8DD2}" srcOrd="0" destOrd="0" presId="urn:microsoft.com/office/officeart/2005/8/layout/hProcess7"/>
    <dgm:cxn modelId="{BD2A6F37-6741-46C3-8563-8AE711F2B262}" type="presParOf" srcId="{98CEEE9D-AB8D-47D7-A953-1E253B0F8DD2}" destId="{7BB70C9A-AAE3-4C29-8AF7-78AA8F6AE0F2}" srcOrd="0" destOrd="0" presId="urn:microsoft.com/office/officeart/2005/8/layout/hProcess7"/>
    <dgm:cxn modelId="{4AA8CE8E-EA99-40FC-9711-64FDDF733277}" type="presParOf" srcId="{98CEEE9D-AB8D-47D7-A953-1E253B0F8DD2}" destId="{B855351E-96FA-47AC-BEBA-8FBDC2265DC6}" srcOrd="1" destOrd="0" presId="urn:microsoft.com/office/officeart/2005/8/layout/hProcess7"/>
    <dgm:cxn modelId="{7CFA3020-6890-4308-A780-7C9CC9B60A6D}" type="presParOf" srcId="{98CEEE9D-AB8D-47D7-A953-1E253B0F8DD2}" destId="{33A9604F-B883-49A4-A141-5F452E96E1CD}" srcOrd="2" destOrd="0" presId="urn:microsoft.com/office/officeart/2005/8/layout/hProcess7"/>
    <dgm:cxn modelId="{E2A1DBAB-0FE0-440D-835D-81B758850444}" type="presParOf" srcId="{83AF8704-142E-4586-B26C-CFE2A42BD49F}" destId="{F457FD26-68E2-411E-A5A7-14685F99320B}" srcOrd="1" destOrd="0" presId="urn:microsoft.com/office/officeart/2005/8/layout/hProcess7"/>
    <dgm:cxn modelId="{167E24B2-223C-4D31-94F7-436E47E6AA01}" type="presParOf" srcId="{83AF8704-142E-4586-B26C-CFE2A42BD49F}" destId="{A2281455-DDF2-43BD-BEB9-4A1CF32F1345}" srcOrd="2" destOrd="0" presId="urn:microsoft.com/office/officeart/2005/8/layout/hProcess7"/>
    <dgm:cxn modelId="{82844104-42BE-4445-9D4E-ABC18E0838E8}" type="presParOf" srcId="{A2281455-DDF2-43BD-BEB9-4A1CF32F1345}" destId="{E9FEF221-80B6-4FB8-AA0F-58FCD98BA6DB}" srcOrd="0" destOrd="0" presId="urn:microsoft.com/office/officeart/2005/8/layout/hProcess7"/>
    <dgm:cxn modelId="{E93CD286-F2D6-483F-BFEE-6856FF3B0F1A}" type="presParOf" srcId="{A2281455-DDF2-43BD-BEB9-4A1CF32F1345}" destId="{5C3D7227-E302-465F-993B-9DA6D2B20C54}" srcOrd="1" destOrd="0" presId="urn:microsoft.com/office/officeart/2005/8/layout/hProcess7"/>
    <dgm:cxn modelId="{11AFDDDD-E71D-42AF-8947-DA9218129F33}" type="presParOf" srcId="{A2281455-DDF2-43BD-BEB9-4A1CF32F1345}" destId="{6A9DCB8E-4A32-4801-9E5F-DC28A3CA00AB}" srcOrd="2" destOrd="0" presId="urn:microsoft.com/office/officeart/2005/8/layout/hProcess7"/>
    <dgm:cxn modelId="{BFE1AD1B-01B8-4154-BE80-B21D1E7F8414}" type="presParOf" srcId="{83AF8704-142E-4586-B26C-CFE2A42BD49F}" destId="{7F5D38F3-2DB9-4051-8316-C98A8D776278}" srcOrd="3" destOrd="0" presId="urn:microsoft.com/office/officeart/2005/8/layout/hProcess7"/>
    <dgm:cxn modelId="{878A51B5-B7A4-481C-9F71-490179D5AC2E}" type="presParOf" srcId="{83AF8704-142E-4586-B26C-CFE2A42BD49F}" destId="{FD8C34CB-8AB7-4FC8-82D8-B6AC9D8216A5}" srcOrd="4" destOrd="0" presId="urn:microsoft.com/office/officeart/2005/8/layout/hProcess7"/>
    <dgm:cxn modelId="{DB57AE97-41B7-4B46-9661-C37E30562A9D}" type="presParOf" srcId="{FD8C34CB-8AB7-4FC8-82D8-B6AC9D8216A5}" destId="{1A139D2A-7874-4A85-AA8F-E362F8E74FF5}" srcOrd="0" destOrd="0" presId="urn:microsoft.com/office/officeart/2005/8/layout/hProcess7"/>
    <dgm:cxn modelId="{3E2C773B-3B3D-4225-BF0F-F46A565784EB}" type="presParOf" srcId="{FD8C34CB-8AB7-4FC8-82D8-B6AC9D8216A5}" destId="{D0F26137-6AED-4B30-9D46-E92DF10BC8A1}" srcOrd="1" destOrd="0" presId="urn:microsoft.com/office/officeart/2005/8/layout/hProcess7"/>
    <dgm:cxn modelId="{FDA6955A-ACEB-4C0F-A67C-4E8E7BCE691B}" type="presParOf" srcId="{FD8C34CB-8AB7-4FC8-82D8-B6AC9D8216A5}" destId="{D0D81E49-612C-485D-A5A2-9DD55C023C22}" srcOrd="2" destOrd="0" presId="urn:microsoft.com/office/officeart/2005/8/layout/hProcess7"/>
    <dgm:cxn modelId="{77C61D27-4A82-4A0E-A33C-DAC7AE82ACC0}" type="presParOf" srcId="{83AF8704-142E-4586-B26C-CFE2A42BD49F}" destId="{AAE306F5-8282-4416-AB94-7DD9A3250B15}" srcOrd="5" destOrd="0" presId="urn:microsoft.com/office/officeart/2005/8/layout/hProcess7"/>
    <dgm:cxn modelId="{3425E906-4B74-46A0-877A-D84780A685E6}" type="presParOf" srcId="{83AF8704-142E-4586-B26C-CFE2A42BD49F}" destId="{09FB6DDC-E471-4CCA-9B96-F1D09FDB0AB9}" srcOrd="6" destOrd="0" presId="urn:microsoft.com/office/officeart/2005/8/layout/hProcess7"/>
    <dgm:cxn modelId="{FBF59DBC-5064-482E-818E-2C2A39ADD43F}" type="presParOf" srcId="{09FB6DDC-E471-4CCA-9B96-F1D09FDB0AB9}" destId="{770EAA0F-1E3E-47BE-B6C9-E304D6853DC6}" srcOrd="0" destOrd="0" presId="urn:microsoft.com/office/officeart/2005/8/layout/hProcess7"/>
    <dgm:cxn modelId="{2BA27944-96B8-4365-97AA-0590DDF2FAB3}" type="presParOf" srcId="{09FB6DDC-E471-4CCA-9B96-F1D09FDB0AB9}" destId="{3D686692-95B2-4347-A50F-5AECE405B526}" srcOrd="1" destOrd="0" presId="urn:microsoft.com/office/officeart/2005/8/layout/hProcess7"/>
    <dgm:cxn modelId="{5EDD669A-341E-42BE-AFC1-6E6C120E74EC}" type="presParOf" srcId="{09FB6DDC-E471-4CCA-9B96-F1D09FDB0AB9}" destId="{9E558D91-A975-4E61-A0D8-C3E9686F321A}" srcOrd="2" destOrd="0" presId="urn:microsoft.com/office/officeart/2005/8/layout/hProcess7"/>
    <dgm:cxn modelId="{045B3DAB-3974-46BF-8E7B-1A02153C07DD}" type="presParOf" srcId="{83AF8704-142E-4586-B26C-CFE2A42BD49F}" destId="{CC5EE9BD-13A0-4936-8251-CD6A7DBED5B7}" srcOrd="7" destOrd="0" presId="urn:microsoft.com/office/officeart/2005/8/layout/hProcess7"/>
    <dgm:cxn modelId="{2F7AF88A-D042-4F96-ADB4-78A87C9AAD20}" type="presParOf" srcId="{83AF8704-142E-4586-B26C-CFE2A42BD49F}" destId="{E8A67369-ED34-42C0-97E9-B13AF29883C3}" srcOrd="8" destOrd="0" presId="urn:microsoft.com/office/officeart/2005/8/layout/hProcess7"/>
    <dgm:cxn modelId="{3581811B-B61D-4A72-BD51-D6E9493B9F65}" type="presParOf" srcId="{E8A67369-ED34-42C0-97E9-B13AF29883C3}" destId="{09A88016-1394-4CD7-83F5-42531594CA33}" srcOrd="0" destOrd="0" presId="urn:microsoft.com/office/officeart/2005/8/layout/hProcess7"/>
    <dgm:cxn modelId="{4B452E59-B704-46D8-B4E4-84D2246F34E4}" type="presParOf" srcId="{E8A67369-ED34-42C0-97E9-B13AF29883C3}" destId="{848D0188-5D21-4D7F-9333-240D3FDE5935}" srcOrd="1" destOrd="0" presId="urn:microsoft.com/office/officeart/2005/8/layout/hProcess7"/>
    <dgm:cxn modelId="{6E994696-62F9-43BE-B93F-FEAD0286F815}" type="presParOf" srcId="{E8A67369-ED34-42C0-97E9-B13AF29883C3}" destId="{553EF128-514A-4C6D-9C85-7FD2A8E0A614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475B5A5F-1033-4F1D-9C43-5348C4A7ECBF}" type="presOf" srcId="{72674AEB-E3C3-4D46-A60D-4EF84FAC9741}" destId="{44F70A27-C1AE-447E-A18A-AE9E03231C6E}" srcOrd="0" destOrd="0" presId="urn:microsoft.com/office/officeart/2005/8/layout/vList6"/>
    <dgm:cxn modelId="{954B9F79-4A76-4AFF-A2BA-1604208CF692}" type="presOf" srcId="{0B600AA9-163B-4A45-B214-27B81863CAF2}" destId="{12B41468-4C42-420E-A8EA-CD4A6FF6730D}" srcOrd="0" destOrd="0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05BB3FF4-9604-4967-A7D0-40122B1FA295}" type="presOf" srcId="{ED606BCC-4AA0-4BFD-AE7F-D33273DA54A9}" destId="{12B41468-4C42-420E-A8EA-CD4A6FF6730D}" srcOrd="0" destOrd="1" presId="urn:microsoft.com/office/officeart/2005/8/layout/vList6"/>
    <dgm:cxn modelId="{3B82C81D-A280-418F-8966-50446411456F}" type="presOf" srcId="{C4450F1B-F52D-4069-8EC3-3F90EE95BEDC}" destId="{42D61BD2-E58B-4FC9-B789-C45CB578BCC3}" srcOrd="0" destOrd="0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C67D90CE-1611-4C5B-A9F9-4D398F757025}" type="presOf" srcId="{906DF87A-6B75-4BBC-B459-18CA0E8701BE}" destId="{0D9872A0-C71A-4C9A-A6A6-AC4E5C96CD7F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B3C34E6A-3701-45C4-B585-D503F59BF3F8}" type="presOf" srcId="{471BC312-268F-4052-BCCA-792FF66AC263}" destId="{7ACAF23B-BE2D-4588-849F-DF4F1549FFD0}" srcOrd="0" destOrd="0" presId="urn:microsoft.com/office/officeart/2005/8/layout/vList6"/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A90D915C-1FA1-401E-AE7D-9E6B0FD26734}" type="presOf" srcId="{BCB1CFC5-4167-4876-9B2C-082BB1F57D70}" destId="{7ACAF23B-BE2D-4588-849F-DF4F1549FFD0}" srcOrd="0" destOrd="1" presId="urn:microsoft.com/office/officeart/2005/8/layout/vList6"/>
    <dgm:cxn modelId="{AD85E3E4-52D8-40B9-8D01-B705E3A942BA}" type="presParOf" srcId="{44F70A27-C1AE-447E-A18A-AE9E03231C6E}" destId="{20A4FD1B-183D-4DD7-B288-C9664B367EE0}" srcOrd="0" destOrd="0" presId="urn:microsoft.com/office/officeart/2005/8/layout/vList6"/>
    <dgm:cxn modelId="{9FFDDE1E-8649-46A0-8239-681490CC14EF}" type="presParOf" srcId="{20A4FD1B-183D-4DD7-B288-C9664B367EE0}" destId="{0D9872A0-C71A-4C9A-A6A6-AC4E5C96CD7F}" srcOrd="0" destOrd="0" presId="urn:microsoft.com/office/officeart/2005/8/layout/vList6"/>
    <dgm:cxn modelId="{BD0FCD41-471D-4E9D-8DC4-082BCA714E9E}" type="presParOf" srcId="{20A4FD1B-183D-4DD7-B288-C9664B367EE0}" destId="{12B41468-4C42-420E-A8EA-CD4A6FF6730D}" srcOrd="1" destOrd="0" presId="urn:microsoft.com/office/officeart/2005/8/layout/vList6"/>
    <dgm:cxn modelId="{EEEBF43A-00DD-4FFF-93EB-6C8DCCC87C0D}" type="presParOf" srcId="{44F70A27-C1AE-447E-A18A-AE9E03231C6E}" destId="{15492467-8487-4598-9EA0-A17E67B3521C}" srcOrd="1" destOrd="0" presId="urn:microsoft.com/office/officeart/2005/8/layout/vList6"/>
    <dgm:cxn modelId="{57E43B74-8F54-4EF3-A437-E94529BAA755}" type="presParOf" srcId="{44F70A27-C1AE-447E-A18A-AE9E03231C6E}" destId="{BBE32010-4BAB-41C5-AF54-3B17FDBDFF72}" srcOrd="2" destOrd="0" presId="urn:microsoft.com/office/officeart/2005/8/layout/vList6"/>
    <dgm:cxn modelId="{1AF5085C-D3F0-41F5-A552-41A77C1A774F}" type="presParOf" srcId="{BBE32010-4BAB-41C5-AF54-3B17FDBDFF72}" destId="{42D61BD2-E58B-4FC9-B789-C45CB578BCC3}" srcOrd="0" destOrd="0" presId="urn:microsoft.com/office/officeart/2005/8/layout/vList6"/>
    <dgm:cxn modelId="{27389673-3BFA-4A99-A2EC-B2C6F1FD9D14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60D22CC9-F19A-4088-9A89-774E1F5A5AF0}" type="presOf" srcId="{ED606BCC-4AA0-4BFD-AE7F-D33273DA54A9}" destId="{12B41468-4C42-420E-A8EA-CD4A6FF6730D}" srcOrd="0" destOrd="1" presId="urn:microsoft.com/office/officeart/2005/8/layout/vList6"/>
    <dgm:cxn modelId="{7F645AFF-3046-44FC-8755-76E1367BD527}" type="presOf" srcId="{906DF87A-6B75-4BBC-B459-18CA0E8701BE}" destId="{0D9872A0-C71A-4C9A-A6A6-AC4E5C96CD7F}" srcOrd="0" destOrd="0" presId="urn:microsoft.com/office/officeart/2005/8/layout/vList6"/>
    <dgm:cxn modelId="{C9A0669E-DEC4-4F56-9277-5788EDBF7A9D}" type="presOf" srcId="{471BC312-268F-4052-BCCA-792FF66AC263}" destId="{7ACAF23B-BE2D-4588-849F-DF4F1549FFD0}" srcOrd="0" destOrd="0" presId="urn:microsoft.com/office/officeart/2005/8/layout/vList6"/>
    <dgm:cxn modelId="{2BC435CB-075A-428E-91A8-16D2E897A810}" type="presOf" srcId="{72674AEB-E3C3-4D46-A60D-4EF84FAC9741}" destId="{44F70A27-C1AE-447E-A18A-AE9E03231C6E}" srcOrd="0" destOrd="0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20BEBBEE-CDCE-4EDB-AF3B-EEDC4F44F1A8}" type="presOf" srcId="{0B600AA9-163B-4A45-B214-27B81863CAF2}" destId="{12B41468-4C42-420E-A8EA-CD4A6FF6730D}" srcOrd="0" destOrd="0" presId="urn:microsoft.com/office/officeart/2005/8/layout/vList6"/>
    <dgm:cxn modelId="{2A1DCA5D-D5CD-4FAD-BBA9-0623A5F5A178}" type="presOf" srcId="{BCB1CFC5-4167-4876-9B2C-082BB1F57D70}" destId="{7ACAF23B-BE2D-4588-849F-DF4F1549FFD0}" srcOrd="0" destOrd="1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3F21BCB9-580B-45D1-806A-0A3E588133E5}" type="presOf" srcId="{C4450F1B-F52D-4069-8EC3-3F90EE95BEDC}" destId="{42D61BD2-E58B-4FC9-B789-C45CB578BCC3}" srcOrd="0" destOrd="0" presId="urn:microsoft.com/office/officeart/2005/8/layout/vList6"/>
    <dgm:cxn modelId="{8FDE361C-4B56-4099-B5BF-CCCC3F672B76}" type="presParOf" srcId="{44F70A27-C1AE-447E-A18A-AE9E03231C6E}" destId="{20A4FD1B-183D-4DD7-B288-C9664B367EE0}" srcOrd="0" destOrd="0" presId="urn:microsoft.com/office/officeart/2005/8/layout/vList6"/>
    <dgm:cxn modelId="{E57D9E28-6DDD-4AB4-8130-E90262D91FD1}" type="presParOf" srcId="{20A4FD1B-183D-4DD7-B288-C9664B367EE0}" destId="{0D9872A0-C71A-4C9A-A6A6-AC4E5C96CD7F}" srcOrd="0" destOrd="0" presId="urn:microsoft.com/office/officeart/2005/8/layout/vList6"/>
    <dgm:cxn modelId="{777C498E-1233-42FF-B646-D83C1E394876}" type="presParOf" srcId="{20A4FD1B-183D-4DD7-B288-C9664B367EE0}" destId="{12B41468-4C42-420E-A8EA-CD4A6FF6730D}" srcOrd="1" destOrd="0" presId="urn:microsoft.com/office/officeart/2005/8/layout/vList6"/>
    <dgm:cxn modelId="{F15D8850-C29B-4E2F-AD50-B6F1D2A2D783}" type="presParOf" srcId="{44F70A27-C1AE-447E-A18A-AE9E03231C6E}" destId="{15492467-8487-4598-9EA0-A17E67B3521C}" srcOrd="1" destOrd="0" presId="urn:microsoft.com/office/officeart/2005/8/layout/vList6"/>
    <dgm:cxn modelId="{683AD1DA-EFFB-463F-A35C-999AAF77B2D1}" type="presParOf" srcId="{44F70A27-C1AE-447E-A18A-AE9E03231C6E}" destId="{BBE32010-4BAB-41C5-AF54-3B17FDBDFF72}" srcOrd="2" destOrd="0" presId="urn:microsoft.com/office/officeart/2005/8/layout/vList6"/>
    <dgm:cxn modelId="{0CDCF0A0-7347-4141-A1D2-F0B21CE28C56}" type="presParOf" srcId="{BBE32010-4BAB-41C5-AF54-3B17FDBDFF72}" destId="{42D61BD2-E58B-4FC9-B789-C45CB578BCC3}" srcOrd="0" destOrd="0" presId="urn:microsoft.com/office/officeart/2005/8/layout/vList6"/>
    <dgm:cxn modelId="{E4F44B58-1DEB-41CD-A0B2-C984C5934C52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60D22CC9-F19A-4088-9A89-774E1F5A5AF0}" type="presOf" srcId="{ED606BCC-4AA0-4BFD-AE7F-D33273DA54A9}" destId="{12B41468-4C42-420E-A8EA-CD4A6FF6730D}" srcOrd="0" destOrd="1" presId="urn:microsoft.com/office/officeart/2005/8/layout/vList6"/>
    <dgm:cxn modelId="{7F645AFF-3046-44FC-8755-76E1367BD527}" type="presOf" srcId="{906DF87A-6B75-4BBC-B459-18CA0E8701BE}" destId="{0D9872A0-C71A-4C9A-A6A6-AC4E5C96CD7F}" srcOrd="0" destOrd="0" presId="urn:microsoft.com/office/officeart/2005/8/layout/vList6"/>
    <dgm:cxn modelId="{C9A0669E-DEC4-4F56-9277-5788EDBF7A9D}" type="presOf" srcId="{471BC312-268F-4052-BCCA-792FF66AC263}" destId="{7ACAF23B-BE2D-4588-849F-DF4F1549FFD0}" srcOrd="0" destOrd="0" presId="urn:microsoft.com/office/officeart/2005/8/layout/vList6"/>
    <dgm:cxn modelId="{2BC435CB-075A-428E-91A8-16D2E897A810}" type="presOf" srcId="{72674AEB-E3C3-4D46-A60D-4EF84FAC9741}" destId="{44F70A27-C1AE-447E-A18A-AE9E03231C6E}" srcOrd="0" destOrd="0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20BEBBEE-CDCE-4EDB-AF3B-EEDC4F44F1A8}" type="presOf" srcId="{0B600AA9-163B-4A45-B214-27B81863CAF2}" destId="{12B41468-4C42-420E-A8EA-CD4A6FF6730D}" srcOrd="0" destOrd="0" presId="urn:microsoft.com/office/officeart/2005/8/layout/vList6"/>
    <dgm:cxn modelId="{2A1DCA5D-D5CD-4FAD-BBA9-0623A5F5A178}" type="presOf" srcId="{BCB1CFC5-4167-4876-9B2C-082BB1F57D70}" destId="{7ACAF23B-BE2D-4588-849F-DF4F1549FFD0}" srcOrd="0" destOrd="1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3F21BCB9-580B-45D1-806A-0A3E588133E5}" type="presOf" srcId="{C4450F1B-F52D-4069-8EC3-3F90EE95BEDC}" destId="{42D61BD2-E58B-4FC9-B789-C45CB578BCC3}" srcOrd="0" destOrd="0" presId="urn:microsoft.com/office/officeart/2005/8/layout/vList6"/>
    <dgm:cxn modelId="{8FDE361C-4B56-4099-B5BF-CCCC3F672B76}" type="presParOf" srcId="{44F70A27-C1AE-447E-A18A-AE9E03231C6E}" destId="{20A4FD1B-183D-4DD7-B288-C9664B367EE0}" srcOrd="0" destOrd="0" presId="urn:microsoft.com/office/officeart/2005/8/layout/vList6"/>
    <dgm:cxn modelId="{E57D9E28-6DDD-4AB4-8130-E90262D91FD1}" type="presParOf" srcId="{20A4FD1B-183D-4DD7-B288-C9664B367EE0}" destId="{0D9872A0-C71A-4C9A-A6A6-AC4E5C96CD7F}" srcOrd="0" destOrd="0" presId="urn:microsoft.com/office/officeart/2005/8/layout/vList6"/>
    <dgm:cxn modelId="{777C498E-1233-42FF-B646-D83C1E394876}" type="presParOf" srcId="{20A4FD1B-183D-4DD7-B288-C9664B367EE0}" destId="{12B41468-4C42-420E-A8EA-CD4A6FF6730D}" srcOrd="1" destOrd="0" presId="urn:microsoft.com/office/officeart/2005/8/layout/vList6"/>
    <dgm:cxn modelId="{F15D8850-C29B-4E2F-AD50-B6F1D2A2D783}" type="presParOf" srcId="{44F70A27-C1AE-447E-A18A-AE9E03231C6E}" destId="{15492467-8487-4598-9EA0-A17E67B3521C}" srcOrd="1" destOrd="0" presId="urn:microsoft.com/office/officeart/2005/8/layout/vList6"/>
    <dgm:cxn modelId="{683AD1DA-EFFB-463F-A35C-999AAF77B2D1}" type="presParOf" srcId="{44F70A27-C1AE-447E-A18A-AE9E03231C6E}" destId="{BBE32010-4BAB-41C5-AF54-3B17FDBDFF72}" srcOrd="2" destOrd="0" presId="urn:microsoft.com/office/officeart/2005/8/layout/vList6"/>
    <dgm:cxn modelId="{0CDCF0A0-7347-4141-A1D2-F0B21CE28C56}" type="presParOf" srcId="{BBE32010-4BAB-41C5-AF54-3B17FDBDFF72}" destId="{42D61BD2-E58B-4FC9-B789-C45CB578BCC3}" srcOrd="0" destOrd="0" presId="urn:microsoft.com/office/officeart/2005/8/layout/vList6"/>
    <dgm:cxn modelId="{E4F44B58-1DEB-41CD-A0B2-C984C5934C52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4E7D619-9A1F-41AF-888E-81186C4C8368}" type="presOf" srcId="{BCB1CFC5-4167-4876-9B2C-082BB1F57D70}" destId="{7ACAF23B-BE2D-4588-849F-DF4F1549FFD0}" srcOrd="0" destOrd="1" presId="urn:microsoft.com/office/officeart/2005/8/layout/vList6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70634D21-52D5-4285-ABE5-5B4C3E838197}" type="presOf" srcId="{C4450F1B-F52D-4069-8EC3-3F90EE95BEDC}" destId="{42D61BD2-E58B-4FC9-B789-C45CB578BCC3}" srcOrd="0" destOrd="0" presId="urn:microsoft.com/office/officeart/2005/8/layout/vList6"/>
    <dgm:cxn modelId="{98775193-1B72-434A-BD6A-89CC662E1A71}" type="presOf" srcId="{0B600AA9-163B-4A45-B214-27B81863CAF2}" destId="{12B41468-4C42-420E-A8EA-CD4A6FF6730D}" srcOrd="0" destOrd="0" presId="urn:microsoft.com/office/officeart/2005/8/layout/vList6"/>
    <dgm:cxn modelId="{88EB2C6E-1464-4AD2-AF08-8BEF7CC5A950}" type="presOf" srcId="{72674AEB-E3C3-4D46-A60D-4EF84FAC9741}" destId="{44F70A27-C1AE-447E-A18A-AE9E03231C6E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EA931FCB-E072-4998-805E-75E18FFA6EBB}" type="presOf" srcId="{ED606BCC-4AA0-4BFD-AE7F-D33273DA54A9}" destId="{12B41468-4C42-420E-A8EA-CD4A6FF6730D}" srcOrd="0" destOrd="1" presId="urn:microsoft.com/office/officeart/2005/8/layout/vList6"/>
    <dgm:cxn modelId="{6390EC93-F683-4C15-9C66-BC495DC34F7E}" type="presOf" srcId="{906DF87A-6B75-4BBC-B459-18CA0E8701BE}" destId="{0D9872A0-C71A-4C9A-A6A6-AC4E5C96CD7F}" srcOrd="0" destOrd="0" presId="urn:microsoft.com/office/officeart/2005/8/layout/vList6"/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18FDEB8A-8BD3-42EF-B526-718A04828415}" type="presOf" srcId="{471BC312-268F-4052-BCCA-792FF66AC263}" destId="{7ACAF23B-BE2D-4588-849F-DF4F1549FFD0}" srcOrd="0" destOrd="0" presId="urn:microsoft.com/office/officeart/2005/8/layout/vList6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1379BB57-50F3-4280-80B0-CB16F1DEC5F0}" type="presParOf" srcId="{44F70A27-C1AE-447E-A18A-AE9E03231C6E}" destId="{20A4FD1B-183D-4DD7-B288-C9664B367EE0}" srcOrd="0" destOrd="0" presId="urn:microsoft.com/office/officeart/2005/8/layout/vList6"/>
    <dgm:cxn modelId="{63879682-818F-407A-9075-CF8B3378BEFB}" type="presParOf" srcId="{20A4FD1B-183D-4DD7-B288-C9664B367EE0}" destId="{0D9872A0-C71A-4C9A-A6A6-AC4E5C96CD7F}" srcOrd="0" destOrd="0" presId="urn:microsoft.com/office/officeart/2005/8/layout/vList6"/>
    <dgm:cxn modelId="{F93C4EA8-DCE8-45EB-A3AE-56AC2836C973}" type="presParOf" srcId="{20A4FD1B-183D-4DD7-B288-C9664B367EE0}" destId="{12B41468-4C42-420E-A8EA-CD4A6FF6730D}" srcOrd="1" destOrd="0" presId="urn:microsoft.com/office/officeart/2005/8/layout/vList6"/>
    <dgm:cxn modelId="{E65BB719-06BF-4316-BBB5-52D0A8B997E2}" type="presParOf" srcId="{44F70A27-C1AE-447E-A18A-AE9E03231C6E}" destId="{15492467-8487-4598-9EA0-A17E67B3521C}" srcOrd="1" destOrd="0" presId="urn:microsoft.com/office/officeart/2005/8/layout/vList6"/>
    <dgm:cxn modelId="{B208DB8B-8C80-46A4-A00C-4D19FA412C93}" type="presParOf" srcId="{44F70A27-C1AE-447E-A18A-AE9E03231C6E}" destId="{BBE32010-4BAB-41C5-AF54-3B17FDBDFF72}" srcOrd="2" destOrd="0" presId="urn:microsoft.com/office/officeart/2005/8/layout/vList6"/>
    <dgm:cxn modelId="{A6E732B2-BEE9-48C3-AABD-52D69C8D32E5}" type="presParOf" srcId="{BBE32010-4BAB-41C5-AF54-3B17FDBDFF72}" destId="{42D61BD2-E58B-4FC9-B789-C45CB578BCC3}" srcOrd="0" destOrd="0" presId="urn:microsoft.com/office/officeart/2005/8/layout/vList6"/>
    <dgm:cxn modelId="{83026DB0-3B4A-4EB4-AB4B-C272A2156197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ACF5A1E-863F-435D-B690-B9F03185C13E}" type="presOf" srcId="{0B600AA9-163B-4A45-B214-27B81863CAF2}" destId="{12B41468-4C42-420E-A8EA-CD4A6FF6730D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644D2615-A3C0-410D-A99B-867B89860341}" type="presOf" srcId="{471BC312-268F-4052-BCCA-792FF66AC263}" destId="{7ACAF23B-BE2D-4588-849F-DF4F1549FFD0}" srcOrd="0" destOrd="0" presId="urn:microsoft.com/office/officeart/2005/8/layout/vList6"/>
    <dgm:cxn modelId="{A54B0AC2-2E5E-4DCA-BDD1-DDCAA7AF5268}" type="presOf" srcId="{906DF87A-6B75-4BBC-B459-18CA0E8701BE}" destId="{0D9872A0-C71A-4C9A-A6A6-AC4E5C96CD7F}" srcOrd="0" destOrd="0" presId="urn:microsoft.com/office/officeart/2005/8/layout/vList6"/>
    <dgm:cxn modelId="{EA576264-6D77-4C5C-9954-BCF57009713C}" type="presOf" srcId="{ED606BCC-4AA0-4BFD-AE7F-D33273DA54A9}" destId="{12B41468-4C42-420E-A8EA-CD4A6FF6730D}" srcOrd="0" destOrd="1" presId="urn:microsoft.com/office/officeart/2005/8/layout/vList6"/>
    <dgm:cxn modelId="{001DB6B2-C0E4-4D5C-9788-76D3F583792F}" type="presOf" srcId="{BCB1CFC5-4167-4876-9B2C-082BB1F57D70}" destId="{7ACAF23B-BE2D-4588-849F-DF4F1549FFD0}" srcOrd="0" destOrd="1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2532D1C2-910F-48DE-B2DC-5F97F757E003}" type="presOf" srcId="{72674AEB-E3C3-4D46-A60D-4EF84FAC9741}" destId="{44F70A27-C1AE-447E-A18A-AE9E03231C6E}" srcOrd="0" destOrd="0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C1BA3F3D-6935-4C17-A40B-5E0EB233A563}" type="presOf" srcId="{C4450F1B-F52D-4069-8EC3-3F90EE95BEDC}" destId="{42D61BD2-E58B-4FC9-B789-C45CB578BCC3}" srcOrd="0" destOrd="0" presId="urn:microsoft.com/office/officeart/2005/8/layout/vList6"/>
    <dgm:cxn modelId="{D8E5417B-D097-42E2-B664-CA2DDA0F9C22}" type="presParOf" srcId="{44F70A27-C1AE-447E-A18A-AE9E03231C6E}" destId="{20A4FD1B-183D-4DD7-B288-C9664B367EE0}" srcOrd="0" destOrd="0" presId="urn:microsoft.com/office/officeart/2005/8/layout/vList6"/>
    <dgm:cxn modelId="{3471C03F-B84D-4CE0-9676-D3651C3C8223}" type="presParOf" srcId="{20A4FD1B-183D-4DD7-B288-C9664B367EE0}" destId="{0D9872A0-C71A-4C9A-A6A6-AC4E5C96CD7F}" srcOrd="0" destOrd="0" presId="urn:microsoft.com/office/officeart/2005/8/layout/vList6"/>
    <dgm:cxn modelId="{7B39963E-4F17-4072-898C-8BA557BB657C}" type="presParOf" srcId="{20A4FD1B-183D-4DD7-B288-C9664B367EE0}" destId="{12B41468-4C42-420E-A8EA-CD4A6FF6730D}" srcOrd="1" destOrd="0" presId="urn:microsoft.com/office/officeart/2005/8/layout/vList6"/>
    <dgm:cxn modelId="{7BB03866-7758-4355-AC92-CAA4EBB81C08}" type="presParOf" srcId="{44F70A27-C1AE-447E-A18A-AE9E03231C6E}" destId="{15492467-8487-4598-9EA0-A17E67B3521C}" srcOrd="1" destOrd="0" presId="urn:microsoft.com/office/officeart/2005/8/layout/vList6"/>
    <dgm:cxn modelId="{055BB20E-0FCC-4D21-A125-FEE104C2639B}" type="presParOf" srcId="{44F70A27-C1AE-447E-A18A-AE9E03231C6E}" destId="{BBE32010-4BAB-41C5-AF54-3B17FDBDFF72}" srcOrd="2" destOrd="0" presId="urn:microsoft.com/office/officeart/2005/8/layout/vList6"/>
    <dgm:cxn modelId="{FAE1F474-51E1-4A1E-B5B1-4A2F240E0489}" type="presParOf" srcId="{BBE32010-4BAB-41C5-AF54-3B17FDBDFF72}" destId="{42D61BD2-E58B-4FC9-B789-C45CB578BCC3}" srcOrd="0" destOrd="0" presId="urn:microsoft.com/office/officeart/2005/8/layout/vList6"/>
    <dgm:cxn modelId="{947AC2EA-4587-4641-84BC-D645236391F2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DB3FF6-D626-4587-9156-95EFB78CF19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5F1D78-39E7-4422-B99B-C8C7C8E9FA35}">
      <dgm:prSet phldrT="[Text]" custT="1"/>
      <dgm:spPr/>
      <dgm:t>
        <a:bodyPr/>
        <a:lstStyle/>
        <a:p>
          <a:r>
            <a:rPr lang="en-US" sz="1600" b="0" dirty="0">
              <a:latin typeface="Bookman Old Style" panose="02050604050505020204" pitchFamily="18" charset="0"/>
            </a:rPr>
            <a:t>Screening of BMF Applications submitted with DPR</a:t>
          </a:r>
          <a:endParaRPr lang="en-IN" sz="1600" b="0" dirty="0">
            <a:latin typeface="Bookman Old Style" panose="02050604050505020204" pitchFamily="18" charset="0"/>
          </a:endParaRPr>
        </a:p>
      </dgm:t>
    </dgm:pt>
    <dgm:pt modelId="{577E5B4A-D482-427D-904D-264B9C464793}" type="parTrans" cxnId="{61788708-AB79-46D4-9D74-AB1BCDF7BB20}">
      <dgm:prSet/>
      <dgm:spPr/>
      <dgm:t>
        <a:bodyPr/>
        <a:lstStyle/>
        <a:p>
          <a:endParaRPr lang="en-IN"/>
        </a:p>
      </dgm:t>
    </dgm:pt>
    <dgm:pt modelId="{BC0DDF52-A359-49CC-A02C-425590DEA69F}" type="sibTrans" cxnId="{61788708-AB79-46D4-9D74-AB1BCDF7BB20}">
      <dgm:prSet/>
      <dgm:spPr/>
      <dgm:t>
        <a:bodyPr/>
        <a:lstStyle/>
        <a:p>
          <a:endParaRPr lang="en-IN"/>
        </a:p>
      </dgm:t>
    </dgm:pt>
    <dgm:pt modelId="{778DFD63-65ED-4696-B8A4-AE44986CCE55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Eligibility based on </a:t>
          </a:r>
          <a:r>
            <a:rPr lang="en-US" sz="1400" b="1" dirty="0">
              <a:latin typeface="Bookman Old Style" panose="02050604050505020204" pitchFamily="18" charset="0"/>
            </a:rPr>
            <a:t>Land requirements</a:t>
          </a:r>
          <a:r>
            <a:rPr lang="en-US" sz="1400" dirty="0">
              <a:latin typeface="Bookman Old Style" panose="02050604050505020204" pitchFamily="18" charset="0"/>
            </a:rPr>
            <a:t> </a:t>
          </a:r>
          <a:r>
            <a:rPr lang="en-US" sz="1400" b="1" dirty="0">
              <a:latin typeface="Bookman Old Style" panose="02050604050505020204" pitchFamily="18" charset="0"/>
            </a:rPr>
            <a:t>&amp; Net-worth</a:t>
          </a:r>
          <a:r>
            <a:rPr lang="en-US" sz="1400" dirty="0">
              <a:latin typeface="Bookman Old Style" panose="02050604050505020204" pitchFamily="18" charset="0"/>
            </a:rPr>
            <a:t> of the applicant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1F6F9189-E852-4185-AFF2-785B74CA2696}" type="parTrans" cxnId="{9A5880DD-51CF-45E6-836E-4BAC3502003E}">
      <dgm:prSet/>
      <dgm:spPr/>
      <dgm:t>
        <a:bodyPr/>
        <a:lstStyle/>
        <a:p>
          <a:endParaRPr lang="en-IN"/>
        </a:p>
      </dgm:t>
    </dgm:pt>
    <dgm:pt modelId="{09E25FE6-D5F5-40AE-9CC8-05A242DA81AA}" type="sibTrans" cxnId="{9A5880DD-51CF-45E6-836E-4BAC3502003E}">
      <dgm:prSet/>
      <dgm:spPr/>
      <dgm:t>
        <a:bodyPr/>
        <a:lstStyle/>
        <a:p>
          <a:endParaRPr lang="en-IN"/>
        </a:p>
      </dgm:t>
    </dgm:pt>
    <dgm:pt modelId="{D59641B9-DEF4-479E-9DA4-A7CB9F2F7B83}">
      <dgm:prSet phldrT="[Text]" custT="1"/>
      <dgm:spPr/>
      <dgm:t>
        <a:bodyPr/>
        <a:lstStyle/>
        <a:p>
          <a:r>
            <a:rPr lang="en-US" sz="1400" b="1" dirty="0">
              <a:latin typeface="Bookman Old Style" panose="02050604050505020204" pitchFamily="18" charset="0"/>
            </a:rPr>
            <a:t>Supporting documents</a:t>
          </a:r>
          <a:r>
            <a:rPr lang="en-US" sz="1400" dirty="0">
              <a:latin typeface="Bookman Old Style" panose="02050604050505020204" pitchFamily="18" charset="0"/>
            </a:rPr>
            <a:t> related to BMF application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9EB93BC1-7667-404D-9511-246464B9F816}" type="parTrans" cxnId="{ECCBEB53-CDDE-4896-8152-11483042012A}">
      <dgm:prSet/>
      <dgm:spPr/>
      <dgm:t>
        <a:bodyPr/>
        <a:lstStyle/>
        <a:p>
          <a:endParaRPr lang="en-IN"/>
        </a:p>
      </dgm:t>
    </dgm:pt>
    <dgm:pt modelId="{514FB59E-62E8-4C4D-86C3-CD67DD113BA9}" type="sibTrans" cxnId="{ECCBEB53-CDDE-4896-8152-11483042012A}">
      <dgm:prSet/>
      <dgm:spPr/>
      <dgm:t>
        <a:bodyPr/>
        <a:lstStyle/>
        <a:p>
          <a:endParaRPr lang="en-IN"/>
        </a:p>
      </dgm:t>
    </dgm:pt>
    <dgm:pt modelId="{D4E054F1-953C-43E8-BAB1-316B65056590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Bank Forwarding Letters issued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D8DE5661-E8C0-4A33-B0C0-6DC64DDC4182}" type="parTrans" cxnId="{7E433E1C-EE95-4935-9738-17F887B6BF48}">
      <dgm:prSet/>
      <dgm:spPr/>
      <dgm:t>
        <a:bodyPr/>
        <a:lstStyle/>
        <a:p>
          <a:endParaRPr lang="en-IN"/>
        </a:p>
      </dgm:t>
    </dgm:pt>
    <dgm:pt modelId="{4565BD9B-A0C1-4FB8-B0FA-18C1F1BDEFFF}" type="sibTrans" cxnId="{7E433E1C-EE95-4935-9738-17F887B6BF48}">
      <dgm:prSet/>
      <dgm:spPr/>
      <dgm:t>
        <a:bodyPr/>
        <a:lstStyle/>
        <a:p>
          <a:endParaRPr lang="en-IN"/>
        </a:p>
      </dgm:t>
    </dgm:pt>
    <dgm:pt modelId="{A9BCAE34-746E-4FE0-A74F-1019E68FD16B}">
      <dgm:prSet phldrT="[Text]" custT="1"/>
      <dgm:spPr/>
      <dgm:t>
        <a:bodyPr/>
        <a:lstStyle/>
        <a:p>
          <a:r>
            <a:rPr lang="en-US" sz="1400" dirty="0">
              <a:solidFill>
                <a:srgbClr val="FF0000"/>
              </a:solidFill>
              <a:latin typeface="Bookman Old Style" panose="02050604050505020204" pitchFamily="18" charset="0"/>
            </a:rPr>
            <a:t>Please note that receipt of Bank Forwarding letter does not mean the application is selected/approved for subsidy. 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8D69EA6A-0349-436E-9F72-560D36DBDBEB}" type="parTrans" cxnId="{DA6257CD-0AD0-46CE-9E5C-E53CD61608FE}">
      <dgm:prSet/>
      <dgm:spPr/>
      <dgm:t>
        <a:bodyPr/>
        <a:lstStyle/>
        <a:p>
          <a:endParaRPr lang="en-IN"/>
        </a:p>
      </dgm:t>
    </dgm:pt>
    <dgm:pt modelId="{977880EA-D9B8-48A8-9B19-162EA6CAE41B}" type="sibTrans" cxnId="{DA6257CD-0AD0-46CE-9E5C-E53CD61608FE}">
      <dgm:prSet/>
      <dgm:spPr/>
      <dgm:t>
        <a:bodyPr/>
        <a:lstStyle/>
        <a:p>
          <a:endParaRPr lang="en-IN"/>
        </a:p>
      </dgm:t>
    </dgm:pt>
    <dgm:pt modelId="{63786406-1DA8-4119-B8A1-6D1F6A69782B}">
      <dgm:prSet phldrT="[Text]" custT="1"/>
      <dgm:spPr/>
      <dgm:t>
        <a:bodyPr/>
        <a:lstStyle/>
        <a:p>
          <a:r>
            <a:rPr lang="en-US" sz="1800" dirty="0">
              <a:latin typeface="Bookman Old Style" panose="02050604050505020204" pitchFamily="18" charset="0"/>
            </a:rPr>
            <a:t>Applications with bank loan sanction letter</a:t>
          </a:r>
          <a:endParaRPr lang="en-IN" sz="1800" dirty="0">
            <a:latin typeface="Bookman Old Style" panose="02050604050505020204" pitchFamily="18" charset="0"/>
          </a:endParaRPr>
        </a:p>
      </dgm:t>
    </dgm:pt>
    <dgm:pt modelId="{EF449750-EE13-49D0-86CA-CE32EE12620B}" type="parTrans" cxnId="{6A4E2316-EB3E-41E5-9F99-330256F85585}">
      <dgm:prSet/>
      <dgm:spPr/>
      <dgm:t>
        <a:bodyPr/>
        <a:lstStyle/>
        <a:p>
          <a:endParaRPr lang="en-IN"/>
        </a:p>
      </dgm:t>
    </dgm:pt>
    <dgm:pt modelId="{131448E3-7D71-408F-894E-7B6B4B8EE702}" type="sibTrans" cxnId="{6A4E2316-EB3E-41E5-9F99-330256F85585}">
      <dgm:prSet/>
      <dgm:spPr/>
      <dgm:t>
        <a:bodyPr/>
        <a:lstStyle/>
        <a:p>
          <a:endParaRPr lang="en-IN"/>
        </a:p>
      </dgm:t>
    </dgm:pt>
    <dgm:pt modelId="{B90A4B44-38AA-44E6-BDA8-5923489FE78F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All documents (</a:t>
          </a:r>
          <a:r>
            <a:rPr lang="en-US" sz="1400" b="1" dirty="0">
              <a:latin typeface="Bookman Old Style" panose="02050604050505020204" pitchFamily="18" charset="0"/>
            </a:rPr>
            <a:t>Land Documents, Net worth Certificate, DPR, Final Bank Sanction letter, ROI IRR sheet</a:t>
          </a:r>
          <a:r>
            <a:rPr lang="en-US" sz="1400" dirty="0">
              <a:latin typeface="Bookman Old Style" panose="02050604050505020204" pitchFamily="18" charset="0"/>
            </a:rPr>
            <a:t>) of the applicant will be forwarded to DAHD for putting forth in upcoming National Steering Committee (NSC) meeting. 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63DA46CB-5E8A-439A-AC08-8C9A6EDAC619}" type="parTrans" cxnId="{05F5EB3A-16FE-4939-AC93-0A86F6DA5EEA}">
      <dgm:prSet/>
      <dgm:spPr/>
      <dgm:t>
        <a:bodyPr/>
        <a:lstStyle/>
        <a:p>
          <a:endParaRPr lang="en-IN"/>
        </a:p>
      </dgm:t>
    </dgm:pt>
    <dgm:pt modelId="{43345978-9DE5-4ED1-B342-44061AFAD91A}" type="sibTrans" cxnId="{05F5EB3A-16FE-4939-AC93-0A86F6DA5EEA}">
      <dgm:prSet/>
      <dgm:spPr/>
      <dgm:t>
        <a:bodyPr/>
        <a:lstStyle/>
        <a:p>
          <a:endParaRPr lang="en-IN"/>
        </a:p>
      </dgm:t>
    </dgm:pt>
    <dgm:pt modelId="{2B9A26A3-56F1-47F3-B728-A56726775901}">
      <dgm:prSet phldrT="[Text]" custT="1"/>
      <dgm:spPr/>
      <dgm:t>
        <a:bodyPr/>
        <a:lstStyle/>
        <a:p>
          <a:r>
            <a:rPr lang="en-US" sz="1400" b="1" dirty="0">
              <a:latin typeface="Bookman Old Style" panose="02050604050505020204" pitchFamily="18" charset="0"/>
            </a:rPr>
            <a:t>Grant Agreement </a:t>
          </a:r>
          <a:r>
            <a:rPr lang="en-US" sz="1400" dirty="0">
              <a:latin typeface="Bookman Old Style" panose="02050604050505020204" pitchFamily="18" charset="0"/>
            </a:rPr>
            <a:t>b/w NDDB &amp; Applicant  (hard copy)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30B93065-73FA-4799-9DE7-099C585EC47A}" type="parTrans" cxnId="{E9010C66-A610-43A5-97F9-0F34871FE533}">
      <dgm:prSet/>
      <dgm:spPr/>
      <dgm:t>
        <a:bodyPr/>
        <a:lstStyle/>
        <a:p>
          <a:endParaRPr lang="en-IN"/>
        </a:p>
      </dgm:t>
    </dgm:pt>
    <dgm:pt modelId="{AD2D91B3-0FD7-4615-8FAE-47F1190848DD}" type="sibTrans" cxnId="{E9010C66-A610-43A5-97F9-0F34871FE533}">
      <dgm:prSet/>
      <dgm:spPr/>
      <dgm:t>
        <a:bodyPr/>
        <a:lstStyle/>
        <a:p>
          <a:endParaRPr lang="en-IN"/>
        </a:p>
      </dgm:t>
    </dgm:pt>
    <dgm:pt modelId="{625F6031-85F7-497B-B3C4-412D1C9A67B1}">
      <dgm:prSet phldrT="[Text]" custT="1"/>
      <dgm:spPr/>
      <dgm:t>
        <a:bodyPr/>
        <a:lstStyle/>
        <a:p>
          <a:r>
            <a:rPr lang="en-US" sz="1600" b="1" dirty="0">
              <a:latin typeface="Bookman Old Style" panose="02050604050505020204" pitchFamily="18" charset="0"/>
            </a:rPr>
            <a:t>Approved by DAHD</a:t>
          </a:r>
        </a:p>
      </dgm:t>
    </dgm:pt>
    <dgm:pt modelId="{8387ED1A-47FA-4656-A9DA-9FC119E22E74}" type="parTrans" cxnId="{62578375-CE7B-4471-A843-954978999F60}">
      <dgm:prSet/>
      <dgm:spPr/>
      <dgm:t>
        <a:bodyPr/>
        <a:lstStyle/>
        <a:p>
          <a:endParaRPr lang="en-IN"/>
        </a:p>
      </dgm:t>
    </dgm:pt>
    <dgm:pt modelId="{B47E0725-782D-403B-BF2E-1BA51DC9AD47}" type="sibTrans" cxnId="{62578375-CE7B-4471-A843-954978999F60}">
      <dgm:prSet/>
      <dgm:spPr/>
      <dgm:t>
        <a:bodyPr/>
        <a:lstStyle/>
        <a:p>
          <a:endParaRPr lang="en-IN"/>
        </a:p>
      </dgm:t>
    </dgm:pt>
    <dgm:pt modelId="{F9B50DC2-C46B-487E-B1FB-A5C7700BC5FD}">
      <dgm:prSet phldrT="[Text]" custT="1"/>
      <dgm:spPr/>
      <dgm:t>
        <a:bodyPr/>
        <a:lstStyle/>
        <a:p>
          <a:r>
            <a:rPr lang="en-US" sz="1400" b="1" dirty="0">
              <a:latin typeface="Bookman Old Style" panose="02050604050505020204" pitchFamily="18" charset="0"/>
            </a:rPr>
            <a:t>Release of Grant Subsidy as per guidelines</a:t>
          </a:r>
          <a:endParaRPr lang="en-IN" sz="1400" b="1" dirty="0">
            <a:latin typeface="Bookman Old Style" panose="02050604050505020204" pitchFamily="18" charset="0"/>
          </a:endParaRPr>
        </a:p>
      </dgm:t>
    </dgm:pt>
    <dgm:pt modelId="{E2F68C00-7512-45CC-B5F0-FFA3A9E8BE50}" type="parTrans" cxnId="{2D71D042-07F3-4BF9-B888-A11A4D21F64C}">
      <dgm:prSet/>
      <dgm:spPr/>
      <dgm:t>
        <a:bodyPr/>
        <a:lstStyle/>
        <a:p>
          <a:endParaRPr lang="en-IN"/>
        </a:p>
      </dgm:t>
    </dgm:pt>
    <dgm:pt modelId="{00078495-E615-4B6A-B8BB-8196667BF80C}" type="sibTrans" cxnId="{2D71D042-07F3-4BF9-B888-A11A4D21F64C}">
      <dgm:prSet/>
      <dgm:spPr/>
      <dgm:t>
        <a:bodyPr/>
        <a:lstStyle/>
        <a:p>
          <a:endParaRPr lang="en-IN"/>
        </a:p>
      </dgm:t>
    </dgm:pt>
    <dgm:pt modelId="{CD72E01C-CC7A-43E3-B002-EBE851AE70BD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Implementation &amp; Monitoring of the project 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7A58A8B6-7B9A-4A63-8CAF-32929D01C53E}" type="parTrans" cxnId="{D696226A-DC69-43A6-A3DF-04B900CADF21}">
      <dgm:prSet/>
      <dgm:spPr/>
      <dgm:t>
        <a:bodyPr/>
        <a:lstStyle/>
        <a:p>
          <a:endParaRPr lang="en-IN"/>
        </a:p>
      </dgm:t>
    </dgm:pt>
    <dgm:pt modelId="{EBD314F2-F9AC-4B52-9E2F-B55B64B98D9C}" type="sibTrans" cxnId="{D696226A-DC69-43A6-A3DF-04B900CADF21}">
      <dgm:prSet/>
      <dgm:spPr/>
      <dgm:t>
        <a:bodyPr/>
        <a:lstStyle/>
        <a:p>
          <a:endParaRPr lang="en-IN"/>
        </a:p>
      </dgm:t>
    </dgm:pt>
    <dgm:pt modelId="{872D08CB-62F1-4C96-950F-B666B37F0B83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DPR will be reviewed only if above mentioned criteria are fulfilled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5F5009AD-23A6-45BB-A1A6-8020377BCFCE}" type="parTrans" cxnId="{6B90F362-6E76-4160-B932-37496F7A520A}">
      <dgm:prSet/>
      <dgm:spPr/>
      <dgm:t>
        <a:bodyPr/>
        <a:lstStyle/>
        <a:p>
          <a:endParaRPr lang="en-IN"/>
        </a:p>
      </dgm:t>
    </dgm:pt>
    <dgm:pt modelId="{4A09F2DC-7AF9-4FE8-BDEE-526E5097F53F}" type="sibTrans" cxnId="{6B90F362-6E76-4160-B932-37496F7A520A}">
      <dgm:prSet/>
      <dgm:spPr/>
      <dgm:t>
        <a:bodyPr/>
        <a:lstStyle/>
        <a:p>
          <a:endParaRPr lang="en-IN"/>
        </a:p>
      </dgm:t>
    </dgm:pt>
    <dgm:pt modelId="{489062C6-E3E5-478C-8BE8-73B90CA19E22}">
      <dgm:prSet phldrT="[Text]" custT="1"/>
      <dgm:spPr/>
      <dgm:t>
        <a:bodyPr/>
        <a:lstStyle/>
        <a:p>
          <a:r>
            <a:rPr lang="en-US" sz="1400" dirty="0">
              <a:solidFill>
                <a:srgbClr val="FF0000"/>
              </a:solidFill>
              <a:latin typeface="Bookman Old Style" panose="02050604050505020204" pitchFamily="18" charset="0"/>
            </a:rPr>
            <a:t>Applicant is supposed to arrange for </a:t>
          </a:r>
          <a:r>
            <a:rPr lang="en-US" sz="1400" b="1" dirty="0">
              <a:solidFill>
                <a:srgbClr val="FF0000"/>
              </a:solidFill>
              <a:latin typeface="Bookman Old Style" panose="02050604050505020204" pitchFamily="18" charset="0"/>
            </a:rPr>
            <a:t>FINAL BANK SANCTION LETTER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6169F468-310F-4088-BB56-9253C83FBF6A}" type="parTrans" cxnId="{8A0547A2-E8C3-4C10-8552-CCD77AF235D0}">
      <dgm:prSet/>
      <dgm:spPr/>
      <dgm:t>
        <a:bodyPr/>
        <a:lstStyle/>
        <a:p>
          <a:endParaRPr lang="en-IN"/>
        </a:p>
      </dgm:t>
    </dgm:pt>
    <dgm:pt modelId="{A5063FF3-B074-4F1A-84A0-95E0E10538E9}" type="sibTrans" cxnId="{8A0547A2-E8C3-4C10-8552-CCD77AF235D0}">
      <dgm:prSet/>
      <dgm:spPr/>
      <dgm:t>
        <a:bodyPr/>
        <a:lstStyle/>
        <a:p>
          <a:endParaRPr lang="en-IN"/>
        </a:p>
      </dgm:t>
    </dgm:pt>
    <dgm:pt modelId="{27A4B7D7-D1FD-4EEE-817A-3033B54D423E}">
      <dgm:prSet phldrT="[Text]" custT="1"/>
      <dgm:spPr/>
      <dgm:t>
        <a:bodyPr/>
        <a:lstStyle/>
        <a:p>
          <a:r>
            <a:rPr lang="en-US" sz="1400" b="1" dirty="0">
              <a:latin typeface="Bookman Old Style" panose="02050604050505020204" pitchFamily="18" charset="0"/>
            </a:rPr>
            <a:t>Sanction Letter </a:t>
          </a:r>
          <a:r>
            <a:rPr lang="en-US" sz="1400" dirty="0">
              <a:latin typeface="Bookman Old Style" panose="02050604050505020204" pitchFamily="18" charset="0"/>
            </a:rPr>
            <a:t>is mailed to the applicant 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D36B8BF7-1E35-4812-8582-3B1F902EF4DE}" type="parTrans" cxnId="{786CDFC6-47F7-4EF0-826C-E6EB56C98F13}">
      <dgm:prSet/>
      <dgm:spPr/>
      <dgm:t>
        <a:bodyPr/>
        <a:lstStyle/>
        <a:p>
          <a:endParaRPr lang="en-IN"/>
        </a:p>
      </dgm:t>
    </dgm:pt>
    <dgm:pt modelId="{9DBCB1CA-43E9-4D31-ABDA-F03D7B6194C6}" type="sibTrans" cxnId="{786CDFC6-47F7-4EF0-826C-E6EB56C98F13}">
      <dgm:prSet/>
      <dgm:spPr/>
      <dgm:t>
        <a:bodyPr/>
        <a:lstStyle/>
        <a:p>
          <a:endParaRPr lang="en-IN"/>
        </a:p>
      </dgm:t>
    </dgm:pt>
    <dgm:pt modelId="{D3185E42-A88D-49BF-9144-482F2DDA3FB1}">
      <dgm:prSet phldrT="[Text]" custT="1"/>
      <dgm:spPr/>
      <dgm:t>
        <a:bodyPr/>
        <a:lstStyle/>
        <a:p>
          <a:r>
            <a:rPr lang="en-US" sz="1400" b="1" dirty="0">
              <a:latin typeface="Bookman Old Style" panose="02050604050505020204" pitchFamily="18" charset="0"/>
            </a:rPr>
            <a:t>Physical Verification </a:t>
          </a:r>
          <a:r>
            <a:rPr lang="en-US" sz="1400" dirty="0">
              <a:latin typeface="Bookman Old Style" panose="02050604050505020204" pitchFamily="18" charset="0"/>
            </a:rPr>
            <a:t>by NDDB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3C923D65-5FE0-4216-B452-13B83BD90287}" type="parTrans" cxnId="{505462AC-45B3-4A72-8384-242775483C90}">
      <dgm:prSet/>
      <dgm:spPr/>
      <dgm:t>
        <a:bodyPr/>
        <a:lstStyle/>
        <a:p>
          <a:endParaRPr lang="en-IN"/>
        </a:p>
      </dgm:t>
    </dgm:pt>
    <dgm:pt modelId="{A0618DBC-042C-4B37-9C66-CE3561E9A65C}" type="sibTrans" cxnId="{505462AC-45B3-4A72-8384-242775483C90}">
      <dgm:prSet/>
      <dgm:spPr/>
      <dgm:t>
        <a:bodyPr/>
        <a:lstStyle/>
        <a:p>
          <a:endParaRPr lang="en-IN"/>
        </a:p>
      </dgm:t>
    </dgm:pt>
    <dgm:pt modelId="{39CD32DD-3119-407F-BE5D-4B12E7C26710}">
      <dgm:prSet phldrT="[Text]" custT="1"/>
      <dgm:spPr/>
      <dgm:t>
        <a:bodyPr/>
        <a:lstStyle/>
        <a:p>
          <a:r>
            <a:rPr lang="en-US" sz="1400" b="0" dirty="0">
              <a:latin typeface="Bookman Old Style" panose="02050604050505020204" pitchFamily="18" charset="0"/>
            </a:rPr>
            <a:t>Proof of</a:t>
          </a:r>
          <a:r>
            <a:rPr lang="en-US" sz="1400" b="1" dirty="0">
              <a:latin typeface="Bookman Old Style" panose="02050604050505020204" pitchFamily="18" charset="0"/>
            </a:rPr>
            <a:t> Loan disbursement </a:t>
          </a:r>
          <a:r>
            <a:rPr lang="en-US" sz="1400" dirty="0">
              <a:latin typeface="Bookman Old Style" panose="02050604050505020204" pitchFamily="18" charset="0"/>
            </a:rPr>
            <a:t>and </a:t>
          </a:r>
          <a:r>
            <a:rPr lang="en-US" sz="1400" b="1" dirty="0">
              <a:latin typeface="Bookman Old Style" panose="02050604050505020204" pitchFamily="18" charset="0"/>
            </a:rPr>
            <a:t>promoter’s</a:t>
          </a:r>
          <a:r>
            <a:rPr lang="en-US" sz="1400" dirty="0">
              <a:latin typeface="Bookman Old Style" panose="02050604050505020204" pitchFamily="18" charset="0"/>
            </a:rPr>
            <a:t> </a:t>
          </a:r>
          <a:r>
            <a:rPr lang="en-US" sz="1400" b="1" dirty="0">
              <a:latin typeface="Bookman Old Style" panose="02050604050505020204" pitchFamily="18" charset="0"/>
            </a:rPr>
            <a:t>contribution</a:t>
          </a:r>
          <a:r>
            <a:rPr lang="en-US" sz="1400" dirty="0">
              <a:latin typeface="Bookman Old Style" panose="02050604050505020204" pitchFamily="18" charset="0"/>
            </a:rPr>
            <a:t> in BMF project account.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073551FF-05F1-40DC-928E-85230E68A1BF}" type="parTrans" cxnId="{64C31927-2DA4-42C3-B7F1-C5EFE736AD44}">
      <dgm:prSet/>
      <dgm:spPr/>
      <dgm:t>
        <a:bodyPr/>
        <a:lstStyle/>
        <a:p>
          <a:endParaRPr lang="en-IN"/>
        </a:p>
      </dgm:t>
    </dgm:pt>
    <dgm:pt modelId="{7380A8AB-FDB7-49B3-A311-46158E649A1F}" type="sibTrans" cxnId="{64C31927-2DA4-42C3-B7F1-C5EFE736AD44}">
      <dgm:prSet/>
      <dgm:spPr/>
      <dgm:t>
        <a:bodyPr/>
        <a:lstStyle/>
        <a:p>
          <a:endParaRPr lang="en-IN"/>
        </a:p>
      </dgm:t>
    </dgm:pt>
    <dgm:pt modelId="{CCA36F12-3FEA-413C-8CC2-E6B95BAC5B18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Opening of </a:t>
          </a:r>
          <a:r>
            <a:rPr lang="en-US" sz="1400" b="1" dirty="0">
              <a:latin typeface="Bookman Old Style" panose="02050604050505020204" pitchFamily="18" charset="0"/>
            </a:rPr>
            <a:t>saving bank </a:t>
          </a:r>
          <a:r>
            <a:rPr lang="en-US" sz="1400" dirty="0">
              <a:latin typeface="Bookman Old Style" panose="02050604050505020204" pitchFamily="18" charset="0"/>
            </a:rPr>
            <a:t>a/c (Vendor code creation)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F5B55AE2-D851-419E-904C-CCB6BCDD4CB1}" type="parTrans" cxnId="{B7FD05EA-95FE-4657-9CA6-9828A47623FF}">
      <dgm:prSet/>
      <dgm:spPr/>
      <dgm:t>
        <a:bodyPr/>
        <a:lstStyle/>
        <a:p>
          <a:endParaRPr lang="en-IN"/>
        </a:p>
      </dgm:t>
    </dgm:pt>
    <dgm:pt modelId="{E58692A8-46BC-434A-8E3C-67402F6B123D}" type="sibTrans" cxnId="{B7FD05EA-95FE-4657-9CA6-9828A47623FF}">
      <dgm:prSet/>
      <dgm:spPr/>
      <dgm:t>
        <a:bodyPr/>
        <a:lstStyle/>
        <a:p>
          <a:endParaRPr lang="en-IN"/>
        </a:p>
      </dgm:t>
    </dgm:pt>
    <dgm:pt modelId="{53D1D4F0-4F9F-48B3-B71B-848F26736B79}">
      <dgm:prSet phldrT="[Text]" custT="1"/>
      <dgm:spPr/>
      <dgm:t>
        <a:bodyPr/>
        <a:lstStyle/>
        <a:p>
          <a:r>
            <a:rPr lang="en-US" sz="1400" dirty="0">
              <a:latin typeface="Bookman Old Style" panose="02050604050505020204" pitchFamily="18" charset="0"/>
            </a:rPr>
            <a:t>Interest refund of </a:t>
          </a:r>
          <a:r>
            <a:rPr lang="en-US" sz="1400" dirty="0" err="1">
              <a:latin typeface="Bookman Old Style" panose="02050604050505020204" pitchFamily="18" charset="0"/>
            </a:rPr>
            <a:t>GoI</a:t>
          </a:r>
          <a:r>
            <a:rPr lang="en-US" sz="1400" dirty="0">
              <a:latin typeface="Bookman Old Style" panose="02050604050505020204" pitchFamily="18" charset="0"/>
            </a:rPr>
            <a:t> subsidy on 31</a:t>
          </a:r>
          <a:r>
            <a:rPr lang="en-US" sz="1400" baseline="30000" dirty="0">
              <a:latin typeface="Bookman Old Style" panose="02050604050505020204" pitchFamily="18" charset="0"/>
            </a:rPr>
            <a:t>st</a:t>
          </a:r>
          <a:r>
            <a:rPr lang="en-US" sz="1400" dirty="0">
              <a:latin typeface="Bookman Old Style" panose="02050604050505020204" pitchFamily="18" charset="0"/>
            </a:rPr>
            <a:t> March of every year</a:t>
          </a:r>
          <a:endParaRPr lang="en-IN" sz="1400" dirty="0">
            <a:latin typeface="Bookman Old Style" panose="02050604050505020204" pitchFamily="18" charset="0"/>
          </a:endParaRPr>
        </a:p>
      </dgm:t>
    </dgm:pt>
    <dgm:pt modelId="{1FF0C563-F032-465F-A8AA-553E4D03B44A}" type="parTrans" cxnId="{DBCBE558-FDF0-4D84-A06B-DB1A39BEA05F}">
      <dgm:prSet/>
      <dgm:spPr/>
      <dgm:t>
        <a:bodyPr/>
        <a:lstStyle/>
        <a:p>
          <a:endParaRPr lang="en-IN"/>
        </a:p>
      </dgm:t>
    </dgm:pt>
    <dgm:pt modelId="{74C4948B-4704-4E1D-9BCD-320ED2A7303C}" type="sibTrans" cxnId="{DBCBE558-FDF0-4D84-A06B-DB1A39BEA05F}">
      <dgm:prSet/>
      <dgm:spPr/>
      <dgm:t>
        <a:bodyPr/>
        <a:lstStyle/>
        <a:p>
          <a:endParaRPr lang="en-IN"/>
        </a:p>
      </dgm:t>
    </dgm:pt>
    <dgm:pt modelId="{C150EB31-C3B7-47CD-94C1-A728EA6934CE}" type="pres">
      <dgm:prSet presAssocID="{EBDB3FF6-D626-4587-9156-95EFB78CF19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56BCF896-69E4-43B8-97D9-7652F370D348}" type="pres">
      <dgm:prSet presAssocID="{F05F1D78-39E7-4422-B99B-C8C7C8E9FA35}" presName="linNode" presStyleCnt="0"/>
      <dgm:spPr/>
    </dgm:pt>
    <dgm:pt modelId="{CE4137A1-BDD5-44E2-A6B6-FA1183C7F6A5}" type="pres">
      <dgm:prSet presAssocID="{F05F1D78-39E7-4422-B99B-C8C7C8E9FA35}" presName="parentText" presStyleLbl="node1" presStyleIdx="0" presStyleCnt="4" custScaleX="76991" custScaleY="27481" custLinFactNeighborY="291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B3CBCE1-105A-49FD-9E63-0877F7301FD6}" type="pres">
      <dgm:prSet presAssocID="{F05F1D78-39E7-4422-B99B-C8C7C8E9FA35}" presName="descendantText" presStyleLbl="alignAccFollowNode1" presStyleIdx="0" presStyleCnt="4" custScaleY="32774" custLinFactNeighborY="364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B9040D7-5BBC-41A7-AAB0-20BF788C0B52}" type="pres">
      <dgm:prSet presAssocID="{BC0DDF52-A359-49CC-A02C-425590DEA69F}" presName="sp" presStyleCnt="0"/>
      <dgm:spPr/>
    </dgm:pt>
    <dgm:pt modelId="{16F2EA76-4AEB-4481-8051-A2E01069EDCF}" type="pres">
      <dgm:prSet presAssocID="{D4E054F1-953C-43E8-BAB1-316B65056590}" presName="linNode" presStyleCnt="0"/>
      <dgm:spPr/>
    </dgm:pt>
    <dgm:pt modelId="{FBD5DA9E-C0B7-47E3-B3F3-450E1134578A}" type="pres">
      <dgm:prSet presAssocID="{D4E054F1-953C-43E8-BAB1-316B65056590}" presName="parentText" presStyleLbl="node1" presStyleIdx="1" presStyleCnt="4" custScaleX="71096" custScaleY="24681" custLinFactNeighborX="1827" custLinFactNeighborY="-1351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994177-87D5-4A5D-8FED-052511975EEF}" type="pres">
      <dgm:prSet presAssocID="{D4E054F1-953C-43E8-BAB1-316B65056590}" presName="descendantText" presStyleLbl="alignAccFollowNode1" presStyleIdx="1" presStyleCnt="4" custScaleX="101943" custScaleY="30882" custLinFactNeighborX="3385" custLinFactNeighborY="-149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2435FD4-DAD5-4145-BC67-16B60AC33D06}" type="pres">
      <dgm:prSet presAssocID="{4565BD9B-A0C1-4FB8-B0FA-18C1F1BDEFFF}" presName="sp" presStyleCnt="0"/>
      <dgm:spPr/>
    </dgm:pt>
    <dgm:pt modelId="{ABDA7325-F3CB-4432-9E8B-734CB132C227}" type="pres">
      <dgm:prSet presAssocID="{63786406-1DA8-4119-B8A1-6D1F6A69782B}" presName="linNode" presStyleCnt="0"/>
      <dgm:spPr/>
    </dgm:pt>
    <dgm:pt modelId="{C6B02F05-D336-49D8-BD85-FFF608B36408}" type="pres">
      <dgm:prSet presAssocID="{63786406-1DA8-4119-B8A1-6D1F6A69782B}" presName="parentText" presStyleLbl="node1" presStyleIdx="2" presStyleCnt="4" custScaleX="72081" custScaleY="27471" custLinFactNeighborX="1660" custLinFactNeighborY="-328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03A73F9-7D9B-4206-A38C-DF0A1B027586}" type="pres">
      <dgm:prSet presAssocID="{63786406-1DA8-4119-B8A1-6D1F6A69782B}" presName="descendantText" presStyleLbl="alignAccFollowNode1" presStyleIdx="2" presStyleCnt="4" custScaleX="101323" custScaleY="33018" custLinFactNeighborX="2951" custLinFactNeighborY="-411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3AB5341-8928-43C7-9E25-0C756BA609D1}" type="pres">
      <dgm:prSet presAssocID="{131448E3-7D71-408F-894E-7B6B4B8EE702}" presName="sp" presStyleCnt="0"/>
      <dgm:spPr/>
    </dgm:pt>
    <dgm:pt modelId="{C79E0382-7ACC-4A50-8E3B-08F67C27600E}" type="pres">
      <dgm:prSet presAssocID="{625F6031-85F7-497B-B3C4-412D1C9A67B1}" presName="linNode" presStyleCnt="0"/>
      <dgm:spPr/>
    </dgm:pt>
    <dgm:pt modelId="{4A2222A0-0CFE-4409-8CB2-5A7238D08FEA}" type="pres">
      <dgm:prSet presAssocID="{625F6031-85F7-497B-B3C4-412D1C9A67B1}" presName="parentText" presStyleLbl="node1" presStyleIdx="3" presStyleCnt="4" custScaleX="76998" custScaleY="43446" custLinFactNeighborX="1660" custLinFactNeighborY="-641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6CA9C0-3A94-42BE-8B75-22A36B3AD76C}" type="pres">
      <dgm:prSet presAssocID="{625F6031-85F7-497B-B3C4-412D1C9A67B1}" presName="descendantText" presStyleLbl="alignAccFollowNode1" presStyleIdx="3" presStyleCnt="4" custScaleY="60274" custLinFactNeighborX="2951" custLinFactNeighborY="-569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B90F362-6E76-4160-B932-37496F7A520A}" srcId="{F05F1D78-39E7-4422-B99B-C8C7C8E9FA35}" destId="{872D08CB-62F1-4C96-950F-B666B37F0B83}" srcOrd="2" destOrd="0" parTransId="{5F5009AD-23A6-45BB-A1A6-8020377BCFCE}" sibTransId="{4A09F2DC-7AF9-4FE8-BDEE-526E5097F53F}"/>
    <dgm:cxn modelId="{E9010C66-A610-43A5-97F9-0F34871FE533}" srcId="{625F6031-85F7-497B-B3C4-412D1C9A67B1}" destId="{2B9A26A3-56F1-47F3-B728-A56726775901}" srcOrd="1" destOrd="0" parTransId="{30B93065-73FA-4799-9DE7-099C585EC47A}" sibTransId="{AD2D91B3-0FD7-4615-8FAE-47F1190848DD}"/>
    <dgm:cxn modelId="{52905E4D-5AD9-4B3E-88E8-2B8E7FA068EC}" type="presOf" srcId="{39CD32DD-3119-407F-BE5D-4B12E7C26710}" destId="{3D6CA9C0-3A94-42BE-8B75-22A36B3AD76C}" srcOrd="0" destOrd="4" presId="urn:microsoft.com/office/officeart/2005/8/layout/vList5"/>
    <dgm:cxn modelId="{1547B98A-5150-40D7-8C74-1BEE911F2F68}" type="presOf" srcId="{D59641B9-DEF4-479E-9DA4-A7CB9F2F7B83}" destId="{8B3CBCE1-105A-49FD-9E63-0877F7301FD6}" srcOrd="0" destOrd="1" presId="urn:microsoft.com/office/officeart/2005/8/layout/vList5"/>
    <dgm:cxn modelId="{D75CCFA1-F227-4C26-889D-79A7976BDACC}" type="presOf" srcId="{63786406-1DA8-4119-B8A1-6D1F6A69782B}" destId="{C6B02F05-D336-49D8-BD85-FFF608B36408}" srcOrd="0" destOrd="0" presId="urn:microsoft.com/office/officeart/2005/8/layout/vList5"/>
    <dgm:cxn modelId="{9A5880DD-51CF-45E6-836E-4BAC3502003E}" srcId="{F05F1D78-39E7-4422-B99B-C8C7C8E9FA35}" destId="{778DFD63-65ED-4696-B8A4-AE44986CCE55}" srcOrd="0" destOrd="0" parTransId="{1F6F9189-E852-4185-AFF2-785B74CA2696}" sibTransId="{09E25FE6-D5F5-40AE-9CC8-05A242DA81AA}"/>
    <dgm:cxn modelId="{61788708-AB79-46D4-9D74-AB1BCDF7BB20}" srcId="{EBDB3FF6-D626-4587-9156-95EFB78CF195}" destId="{F05F1D78-39E7-4422-B99B-C8C7C8E9FA35}" srcOrd="0" destOrd="0" parTransId="{577E5B4A-D482-427D-904D-264B9C464793}" sibTransId="{BC0DDF52-A359-49CC-A02C-425590DEA69F}"/>
    <dgm:cxn modelId="{77429E6C-0EF3-44F0-94D6-854A064EFBC5}" type="presOf" srcId="{27A4B7D7-D1FD-4EEE-817A-3033B54D423E}" destId="{3D6CA9C0-3A94-42BE-8B75-22A36B3AD76C}" srcOrd="0" destOrd="0" presId="urn:microsoft.com/office/officeart/2005/8/layout/vList5"/>
    <dgm:cxn modelId="{8A0547A2-E8C3-4C10-8552-CCD77AF235D0}" srcId="{D4E054F1-953C-43E8-BAB1-316B65056590}" destId="{489062C6-E3E5-478C-8BE8-73B90CA19E22}" srcOrd="1" destOrd="0" parTransId="{6169F468-310F-4088-BB56-9253C83FBF6A}" sibTransId="{A5063FF3-B074-4F1A-84A0-95E0E10538E9}"/>
    <dgm:cxn modelId="{D696226A-DC69-43A6-A3DF-04B900CADF21}" srcId="{625F6031-85F7-497B-B3C4-412D1C9A67B1}" destId="{CD72E01C-CC7A-43E3-B002-EBE851AE70BD}" srcOrd="6" destOrd="0" parTransId="{7A58A8B6-7B9A-4A63-8CAF-32929D01C53E}" sibTransId="{EBD314F2-F9AC-4B52-9E2F-B55B64B98D9C}"/>
    <dgm:cxn modelId="{346F4139-9905-4A89-B6CF-B49C02FB9943}" type="presOf" srcId="{CD72E01C-CC7A-43E3-B002-EBE851AE70BD}" destId="{3D6CA9C0-3A94-42BE-8B75-22A36B3AD76C}" srcOrd="0" destOrd="6" presId="urn:microsoft.com/office/officeart/2005/8/layout/vList5"/>
    <dgm:cxn modelId="{6A4E2316-EB3E-41E5-9F99-330256F85585}" srcId="{EBDB3FF6-D626-4587-9156-95EFB78CF195}" destId="{63786406-1DA8-4119-B8A1-6D1F6A69782B}" srcOrd="2" destOrd="0" parTransId="{EF449750-EE13-49D0-86CA-CE32EE12620B}" sibTransId="{131448E3-7D71-408F-894E-7B6B4B8EE702}"/>
    <dgm:cxn modelId="{DBCBE558-FDF0-4D84-A06B-DB1A39BEA05F}" srcId="{625F6031-85F7-497B-B3C4-412D1C9A67B1}" destId="{53D1D4F0-4F9F-48B3-B71B-848F26736B79}" srcOrd="7" destOrd="0" parTransId="{1FF0C563-F032-465F-A8AA-553E4D03B44A}" sibTransId="{74C4948B-4704-4E1D-9BCD-320ED2A7303C}"/>
    <dgm:cxn modelId="{2D71D042-07F3-4BF9-B888-A11A4D21F64C}" srcId="{625F6031-85F7-497B-B3C4-412D1C9A67B1}" destId="{F9B50DC2-C46B-487E-B1FB-A5C7700BC5FD}" srcOrd="5" destOrd="0" parTransId="{E2F68C00-7512-45CC-B5F0-FFA3A9E8BE50}" sibTransId="{00078495-E615-4B6A-B8BB-8196667BF80C}"/>
    <dgm:cxn modelId="{786CDFC6-47F7-4EF0-826C-E6EB56C98F13}" srcId="{625F6031-85F7-497B-B3C4-412D1C9A67B1}" destId="{27A4B7D7-D1FD-4EEE-817A-3033B54D423E}" srcOrd="0" destOrd="0" parTransId="{D36B8BF7-1E35-4812-8582-3B1F902EF4DE}" sibTransId="{9DBCB1CA-43E9-4D31-ABDA-F03D7B6194C6}"/>
    <dgm:cxn modelId="{AAD55A04-F654-410E-894F-ADE27162900C}" type="presOf" srcId="{CCA36F12-3FEA-413C-8CC2-E6B95BAC5B18}" destId="{3D6CA9C0-3A94-42BE-8B75-22A36B3AD76C}" srcOrd="0" destOrd="2" presId="urn:microsoft.com/office/officeart/2005/8/layout/vList5"/>
    <dgm:cxn modelId="{A89F7765-2E6A-451A-8A5D-0DEF6DCCD9EE}" type="presOf" srcId="{2B9A26A3-56F1-47F3-B728-A56726775901}" destId="{3D6CA9C0-3A94-42BE-8B75-22A36B3AD76C}" srcOrd="0" destOrd="1" presId="urn:microsoft.com/office/officeart/2005/8/layout/vList5"/>
    <dgm:cxn modelId="{05B0BE3F-8B8C-4594-9CAF-4B92B6121EAD}" type="presOf" srcId="{778DFD63-65ED-4696-B8A4-AE44986CCE55}" destId="{8B3CBCE1-105A-49FD-9E63-0877F7301FD6}" srcOrd="0" destOrd="0" presId="urn:microsoft.com/office/officeart/2005/8/layout/vList5"/>
    <dgm:cxn modelId="{B7FD05EA-95FE-4657-9CA6-9828A47623FF}" srcId="{625F6031-85F7-497B-B3C4-412D1C9A67B1}" destId="{CCA36F12-3FEA-413C-8CC2-E6B95BAC5B18}" srcOrd="2" destOrd="0" parTransId="{F5B55AE2-D851-419E-904C-CCB6BCDD4CB1}" sibTransId="{E58692A8-46BC-434A-8E3C-67402F6B123D}"/>
    <dgm:cxn modelId="{05F5EB3A-16FE-4939-AC93-0A86F6DA5EEA}" srcId="{63786406-1DA8-4119-B8A1-6D1F6A69782B}" destId="{B90A4B44-38AA-44E6-BDA8-5923489FE78F}" srcOrd="0" destOrd="0" parTransId="{63DA46CB-5E8A-439A-AC08-8C9A6EDAC619}" sibTransId="{43345978-9DE5-4ED1-B342-44061AFAD91A}"/>
    <dgm:cxn modelId="{96162226-4D3F-41FD-B6D6-81C3C7D05499}" type="presOf" srcId="{A9BCAE34-746E-4FE0-A74F-1019E68FD16B}" destId="{84994177-87D5-4A5D-8FED-052511975EEF}" srcOrd="0" destOrd="0" presId="urn:microsoft.com/office/officeart/2005/8/layout/vList5"/>
    <dgm:cxn modelId="{64C31927-2DA4-42C3-B7F1-C5EFE736AD44}" srcId="{625F6031-85F7-497B-B3C4-412D1C9A67B1}" destId="{39CD32DD-3119-407F-BE5D-4B12E7C26710}" srcOrd="4" destOrd="0" parTransId="{073551FF-05F1-40DC-928E-85230E68A1BF}" sibTransId="{7380A8AB-FDB7-49B3-A311-46158E649A1F}"/>
    <dgm:cxn modelId="{04F0D78E-DBA4-4426-86E7-60532C451A51}" type="presOf" srcId="{B90A4B44-38AA-44E6-BDA8-5923489FE78F}" destId="{D03A73F9-7D9B-4206-A38C-DF0A1B027586}" srcOrd="0" destOrd="0" presId="urn:microsoft.com/office/officeart/2005/8/layout/vList5"/>
    <dgm:cxn modelId="{47D72FDB-5E74-44F3-90AD-2E10EAF1D2FC}" type="presOf" srcId="{D3185E42-A88D-49BF-9144-482F2DDA3FB1}" destId="{3D6CA9C0-3A94-42BE-8B75-22A36B3AD76C}" srcOrd="0" destOrd="3" presId="urn:microsoft.com/office/officeart/2005/8/layout/vList5"/>
    <dgm:cxn modelId="{505462AC-45B3-4A72-8384-242775483C90}" srcId="{625F6031-85F7-497B-B3C4-412D1C9A67B1}" destId="{D3185E42-A88D-49BF-9144-482F2DDA3FB1}" srcOrd="3" destOrd="0" parTransId="{3C923D65-5FE0-4216-B452-13B83BD90287}" sibTransId="{A0618DBC-042C-4B37-9C66-CE3561E9A65C}"/>
    <dgm:cxn modelId="{7E433E1C-EE95-4935-9738-17F887B6BF48}" srcId="{EBDB3FF6-D626-4587-9156-95EFB78CF195}" destId="{D4E054F1-953C-43E8-BAB1-316B65056590}" srcOrd="1" destOrd="0" parTransId="{D8DE5661-E8C0-4A33-B0C0-6DC64DDC4182}" sibTransId="{4565BD9B-A0C1-4FB8-B0FA-18C1F1BDEFFF}"/>
    <dgm:cxn modelId="{62578375-CE7B-4471-A843-954978999F60}" srcId="{EBDB3FF6-D626-4587-9156-95EFB78CF195}" destId="{625F6031-85F7-497B-B3C4-412D1C9A67B1}" srcOrd="3" destOrd="0" parTransId="{8387ED1A-47FA-4656-A9DA-9FC119E22E74}" sibTransId="{B47E0725-782D-403B-BF2E-1BA51DC9AD47}"/>
    <dgm:cxn modelId="{38D9520C-09BB-44AF-8AF3-C8440515F731}" type="presOf" srcId="{F05F1D78-39E7-4422-B99B-C8C7C8E9FA35}" destId="{CE4137A1-BDD5-44E2-A6B6-FA1183C7F6A5}" srcOrd="0" destOrd="0" presId="urn:microsoft.com/office/officeart/2005/8/layout/vList5"/>
    <dgm:cxn modelId="{F0AE2619-F842-4CB3-8468-7D45FDD1811C}" type="presOf" srcId="{EBDB3FF6-D626-4587-9156-95EFB78CF195}" destId="{C150EB31-C3B7-47CD-94C1-A728EA6934CE}" srcOrd="0" destOrd="0" presId="urn:microsoft.com/office/officeart/2005/8/layout/vList5"/>
    <dgm:cxn modelId="{DA6257CD-0AD0-46CE-9E5C-E53CD61608FE}" srcId="{D4E054F1-953C-43E8-BAB1-316B65056590}" destId="{A9BCAE34-746E-4FE0-A74F-1019E68FD16B}" srcOrd="0" destOrd="0" parTransId="{8D69EA6A-0349-436E-9F72-560D36DBDBEB}" sibTransId="{977880EA-D9B8-48A8-9B19-162EA6CAE41B}"/>
    <dgm:cxn modelId="{3C80D32A-F2CD-4C1C-B4BE-AC8C1B5D38DE}" type="presOf" srcId="{489062C6-E3E5-478C-8BE8-73B90CA19E22}" destId="{84994177-87D5-4A5D-8FED-052511975EEF}" srcOrd="0" destOrd="1" presId="urn:microsoft.com/office/officeart/2005/8/layout/vList5"/>
    <dgm:cxn modelId="{3931241B-D505-48E0-AAF7-2BC62A0FCFEE}" type="presOf" srcId="{D4E054F1-953C-43E8-BAB1-316B65056590}" destId="{FBD5DA9E-C0B7-47E3-B3F3-450E1134578A}" srcOrd="0" destOrd="0" presId="urn:microsoft.com/office/officeart/2005/8/layout/vList5"/>
    <dgm:cxn modelId="{ECCBEB53-CDDE-4896-8152-11483042012A}" srcId="{F05F1D78-39E7-4422-B99B-C8C7C8E9FA35}" destId="{D59641B9-DEF4-479E-9DA4-A7CB9F2F7B83}" srcOrd="1" destOrd="0" parTransId="{9EB93BC1-7667-404D-9511-246464B9F816}" sibTransId="{514FB59E-62E8-4C4D-86C3-CD67DD113BA9}"/>
    <dgm:cxn modelId="{C7CB0270-5590-4A48-BCCB-6BBC477D7D6B}" type="presOf" srcId="{F9B50DC2-C46B-487E-B1FB-A5C7700BC5FD}" destId="{3D6CA9C0-3A94-42BE-8B75-22A36B3AD76C}" srcOrd="0" destOrd="5" presId="urn:microsoft.com/office/officeart/2005/8/layout/vList5"/>
    <dgm:cxn modelId="{204899DC-CCF2-4D85-B413-C45F05A99FB1}" type="presOf" srcId="{872D08CB-62F1-4C96-950F-B666B37F0B83}" destId="{8B3CBCE1-105A-49FD-9E63-0877F7301FD6}" srcOrd="0" destOrd="2" presId="urn:microsoft.com/office/officeart/2005/8/layout/vList5"/>
    <dgm:cxn modelId="{D08C4634-7B59-4185-AF0D-23C2FEF018AA}" type="presOf" srcId="{53D1D4F0-4F9F-48B3-B71B-848F26736B79}" destId="{3D6CA9C0-3A94-42BE-8B75-22A36B3AD76C}" srcOrd="0" destOrd="7" presId="urn:microsoft.com/office/officeart/2005/8/layout/vList5"/>
    <dgm:cxn modelId="{B8FAB2EB-56D3-4037-ADA0-DA41440F69D9}" type="presOf" srcId="{625F6031-85F7-497B-B3C4-412D1C9A67B1}" destId="{4A2222A0-0CFE-4409-8CB2-5A7238D08FEA}" srcOrd="0" destOrd="0" presId="urn:microsoft.com/office/officeart/2005/8/layout/vList5"/>
    <dgm:cxn modelId="{C37BD16F-CE33-407C-9F38-E7B68BBCF00B}" type="presParOf" srcId="{C150EB31-C3B7-47CD-94C1-A728EA6934CE}" destId="{56BCF896-69E4-43B8-97D9-7652F370D348}" srcOrd="0" destOrd="0" presId="urn:microsoft.com/office/officeart/2005/8/layout/vList5"/>
    <dgm:cxn modelId="{3E0EC330-B25C-4E9A-A1F8-32EB46FD4DCB}" type="presParOf" srcId="{56BCF896-69E4-43B8-97D9-7652F370D348}" destId="{CE4137A1-BDD5-44E2-A6B6-FA1183C7F6A5}" srcOrd="0" destOrd="0" presId="urn:microsoft.com/office/officeart/2005/8/layout/vList5"/>
    <dgm:cxn modelId="{B138D516-93E8-4A3A-BBAC-692A31FDC6DB}" type="presParOf" srcId="{56BCF896-69E4-43B8-97D9-7652F370D348}" destId="{8B3CBCE1-105A-49FD-9E63-0877F7301FD6}" srcOrd="1" destOrd="0" presId="urn:microsoft.com/office/officeart/2005/8/layout/vList5"/>
    <dgm:cxn modelId="{10F0F4A6-D771-4FDB-ABFF-EBB0C6A3D8B0}" type="presParOf" srcId="{C150EB31-C3B7-47CD-94C1-A728EA6934CE}" destId="{9B9040D7-5BBC-41A7-AAB0-20BF788C0B52}" srcOrd="1" destOrd="0" presId="urn:microsoft.com/office/officeart/2005/8/layout/vList5"/>
    <dgm:cxn modelId="{F197F822-259A-42F5-9979-AFF26ECF935F}" type="presParOf" srcId="{C150EB31-C3B7-47CD-94C1-A728EA6934CE}" destId="{16F2EA76-4AEB-4481-8051-A2E01069EDCF}" srcOrd="2" destOrd="0" presId="urn:microsoft.com/office/officeart/2005/8/layout/vList5"/>
    <dgm:cxn modelId="{B5C4B979-1C7C-4CA5-983F-BB4D10DEF222}" type="presParOf" srcId="{16F2EA76-4AEB-4481-8051-A2E01069EDCF}" destId="{FBD5DA9E-C0B7-47E3-B3F3-450E1134578A}" srcOrd="0" destOrd="0" presId="urn:microsoft.com/office/officeart/2005/8/layout/vList5"/>
    <dgm:cxn modelId="{2216FC60-36E6-4A5C-88EA-1AADD0D5D27A}" type="presParOf" srcId="{16F2EA76-4AEB-4481-8051-A2E01069EDCF}" destId="{84994177-87D5-4A5D-8FED-052511975EEF}" srcOrd="1" destOrd="0" presId="urn:microsoft.com/office/officeart/2005/8/layout/vList5"/>
    <dgm:cxn modelId="{0318A891-D7CC-47ED-B3D7-E2FF593EC264}" type="presParOf" srcId="{C150EB31-C3B7-47CD-94C1-A728EA6934CE}" destId="{A2435FD4-DAD5-4145-BC67-16B60AC33D06}" srcOrd="3" destOrd="0" presId="urn:microsoft.com/office/officeart/2005/8/layout/vList5"/>
    <dgm:cxn modelId="{23F1C349-FCDC-4E3B-A814-3CCDFED32579}" type="presParOf" srcId="{C150EB31-C3B7-47CD-94C1-A728EA6934CE}" destId="{ABDA7325-F3CB-4432-9E8B-734CB132C227}" srcOrd="4" destOrd="0" presId="urn:microsoft.com/office/officeart/2005/8/layout/vList5"/>
    <dgm:cxn modelId="{5EFF32BB-2AF9-466B-9264-1F0199B9B638}" type="presParOf" srcId="{ABDA7325-F3CB-4432-9E8B-734CB132C227}" destId="{C6B02F05-D336-49D8-BD85-FFF608B36408}" srcOrd="0" destOrd="0" presId="urn:microsoft.com/office/officeart/2005/8/layout/vList5"/>
    <dgm:cxn modelId="{41B243C5-835C-4272-8633-4A8A82BAD087}" type="presParOf" srcId="{ABDA7325-F3CB-4432-9E8B-734CB132C227}" destId="{D03A73F9-7D9B-4206-A38C-DF0A1B027586}" srcOrd="1" destOrd="0" presId="urn:microsoft.com/office/officeart/2005/8/layout/vList5"/>
    <dgm:cxn modelId="{D8D6BEFF-60AA-436B-964B-705F4651997F}" type="presParOf" srcId="{C150EB31-C3B7-47CD-94C1-A728EA6934CE}" destId="{E3AB5341-8928-43C7-9E25-0C756BA609D1}" srcOrd="5" destOrd="0" presId="urn:microsoft.com/office/officeart/2005/8/layout/vList5"/>
    <dgm:cxn modelId="{CA86837E-CC20-4BF1-B85E-E8964626DB30}" type="presParOf" srcId="{C150EB31-C3B7-47CD-94C1-A728EA6934CE}" destId="{C79E0382-7ACC-4A50-8E3B-08F67C27600E}" srcOrd="6" destOrd="0" presId="urn:microsoft.com/office/officeart/2005/8/layout/vList5"/>
    <dgm:cxn modelId="{50B17E65-75A2-4551-A16A-8A039A77C1CE}" type="presParOf" srcId="{C79E0382-7ACC-4A50-8E3B-08F67C27600E}" destId="{4A2222A0-0CFE-4409-8CB2-5A7238D08FEA}" srcOrd="0" destOrd="0" presId="urn:microsoft.com/office/officeart/2005/8/layout/vList5"/>
    <dgm:cxn modelId="{1A4B3F79-2D2D-4D07-90B2-7548DA9A8ABF}" type="presParOf" srcId="{C79E0382-7ACC-4A50-8E3B-08F67C27600E}" destId="{3D6CA9C0-3A94-42BE-8B75-22A36B3AD76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ACF5A1E-863F-435D-B690-B9F03185C13E}" type="presOf" srcId="{0B600AA9-163B-4A45-B214-27B81863CAF2}" destId="{12B41468-4C42-420E-A8EA-CD4A6FF6730D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644D2615-A3C0-410D-A99B-867B89860341}" type="presOf" srcId="{471BC312-268F-4052-BCCA-792FF66AC263}" destId="{7ACAF23B-BE2D-4588-849F-DF4F1549FFD0}" srcOrd="0" destOrd="0" presId="urn:microsoft.com/office/officeart/2005/8/layout/vList6"/>
    <dgm:cxn modelId="{A54B0AC2-2E5E-4DCA-BDD1-DDCAA7AF5268}" type="presOf" srcId="{906DF87A-6B75-4BBC-B459-18CA0E8701BE}" destId="{0D9872A0-C71A-4C9A-A6A6-AC4E5C96CD7F}" srcOrd="0" destOrd="0" presId="urn:microsoft.com/office/officeart/2005/8/layout/vList6"/>
    <dgm:cxn modelId="{EA576264-6D77-4C5C-9954-BCF57009713C}" type="presOf" srcId="{ED606BCC-4AA0-4BFD-AE7F-D33273DA54A9}" destId="{12B41468-4C42-420E-A8EA-CD4A6FF6730D}" srcOrd="0" destOrd="1" presId="urn:microsoft.com/office/officeart/2005/8/layout/vList6"/>
    <dgm:cxn modelId="{001DB6B2-C0E4-4D5C-9788-76D3F583792F}" type="presOf" srcId="{BCB1CFC5-4167-4876-9B2C-082BB1F57D70}" destId="{7ACAF23B-BE2D-4588-849F-DF4F1549FFD0}" srcOrd="0" destOrd="1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2532D1C2-910F-48DE-B2DC-5F97F757E003}" type="presOf" srcId="{72674AEB-E3C3-4D46-A60D-4EF84FAC9741}" destId="{44F70A27-C1AE-447E-A18A-AE9E03231C6E}" srcOrd="0" destOrd="0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C1BA3F3D-6935-4C17-A40B-5E0EB233A563}" type="presOf" srcId="{C4450F1B-F52D-4069-8EC3-3F90EE95BEDC}" destId="{42D61BD2-E58B-4FC9-B789-C45CB578BCC3}" srcOrd="0" destOrd="0" presId="urn:microsoft.com/office/officeart/2005/8/layout/vList6"/>
    <dgm:cxn modelId="{D8E5417B-D097-42E2-B664-CA2DDA0F9C22}" type="presParOf" srcId="{44F70A27-C1AE-447E-A18A-AE9E03231C6E}" destId="{20A4FD1B-183D-4DD7-B288-C9664B367EE0}" srcOrd="0" destOrd="0" presId="urn:microsoft.com/office/officeart/2005/8/layout/vList6"/>
    <dgm:cxn modelId="{3471C03F-B84D-4CE0-9676-D3651C3C8223}" type="presParOf" srcId="{20A4FD1B-183D-4DD7-B288-C9664B367EE0}" destId="{0D9872A0-C71A-4C9A-A6A6-AC4E5C96CD7F}" srcOrd="0" destOrd="0" presId="urn:microsoft.com/office/officeart/2005/8/layout/vList6"/>
    <dgm:cxn modelId="{7B39963E-4F17-4072-898C-8BA557BB657C}" type="presParOf" srcId="{20A4FD1B-183D-4DD7-B288-C9664B367EE0}" destId="{12B41468-4C42-420E-A8EA-CD4A6FF6730D}" srcOrd="1" destOrd="0" presId="urn:microsoft.com/office/officeart/2005/8/layout/vList6"/>
    <dgm:cxn modelId="{7BB03866-7758-4355-AC92-CAA4EBB81C08}" type="presParOf" srcId="{44F70A27-C1AE-447E-A18A-AE9E03231C6E}" destId="{15492467-8487-4598-9EA0-A17E67B3521C}" srcOrd="1" destOrd="0" presId="urn:microsoft.com/office/officeart/2005/8/layout/vList6"/>
    <dgm:cxn modelId="{055BB20E-0FCC-4D21-A125-FEE104C2639B}" type="presParOf" srcId="{44F70A27-C1AE-447E-A18A-AE9E03231C6E}" destId="{BBE32010-4BAB-41C5-AF54-3B17FDBDFF72}" srcOrd="2" destOrd="0" presId="urn:microsoft.com/office/officeart/2005/8/layout/vList6"/>
    <dgm:cxn modelId="{FAE1F474-51E1-4A1E-B5B1-4A2F240E0489}" type="presParOf" srcId="{BBE32010-4BAB-41C5-AF54-3B17FDBDFF72}" destId="{42D61BD2-E58B-4FC9-B789-C45CB578BCC3}" srcOrd="0" destOrd="0" presId="urn:microsoft.com/office/officeart/2005/8/layout/vList6"/>
    <dgm:cxn modelId="{947AC2EA-4587-4641-84BC-D645236391F2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994C7E3-0D13-4426-A3B2-B372942FFCB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1CF202-0558-4A54-A5BA-3F344F8D849B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1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st</a:t>
          </a:r>
        </a:p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3DA6115A-8CD5-496E-AA90-DAD3A0AAFFB2}" type="parTrans" cxnId="{DC4A1CEF-88A5-4EFA-9451-C16080BEEE33}">
      <dgm:prSet/>
      <dgm:spPr/>
      <dgm:t>
        <a:bodyPr/>
        <a:lstStyle/>
        <a:p>
          <a:endParaRPr lang="en-IN"/>
        </a:p>
      </dgm:t>
    </dgm:pt>
    <dgm:pt modelId="{1C2A262C-0EC6-46D7-BD07-2F54E59E7D89}" type="sibTrans" cxnId="{DC4A1CEF-88A5-4EFA-9451-C16080BEEE33}">
      <dgm:prSet/>
      <dgm:spPr/>
      <dgm:t>
        <a:bodyPr/>
        <a:lstStyle/>
        <a:p>
          <a:endParaRPr lang="en-IN"/>
        </a:p>
      </dgm:t>
    </dgm:pt>
    <dgm:pt modelId="{FC443D5C-5424-455B-893E-92C4B4F65122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Proof of disbursement by Bank and Promoter’s Contribution adding up to 12.5% of sanctioned loan amount and own contribution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94346D29-5EB2-4E88-AF99-E6FF1B468368}" type="parTrans" cxnId="{A6B5240B-B91D-4B90-A858-733E925F0E6F}">
      <dgm:prSet/>
      <dgm:spPr/>
      <dgm:t>
        <a:bodyPr/>
        <a:lstStyle/>
        <a:p>
          <a:endParaRPr lang="en-IN"/>
        </a:p>
      </dgm:t>
    </dgm:pt>
    <dgm:pt modelId="{6B66B5A3-952B-4220-828B-E1346AA3E496}" type="sibTrans" cxnId="{A6B5240B-B91D-4B90-A858-733E925F0E6F}">
      <dgm:prSet/>
      <dgm:spPr/>
      <dgm:t>
        <a:bodyPr/>
        <a:lstStyle/>
        <a:p>
          <a:endParaRPr lang="en-IN"/>
        </a:p>
      </dgm:t>
    </dgm:pt>
    <dgm:pt modelId="{48454542-85E3-4068-A286-83DB9E89DF80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2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nd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D295501E-C5E4-4705-969A-0D708A523832}" type="parTrans" cxnId="{23313C28-139D-4FD2-80C8-96012D872F85}">
      <dgm:prSet/>
      <dgm:spPr/>
      <dgm:t>
        <a:bodyPr/>
        <a:lstStyle/>
        <a:p>
          <a:endParaRPr lang="en-IN"/>
        </a:p>
      </dgm:t>
    </dgm:pt>
    <dgm:pt modelId="{11DC67D2-1BD1-4E07-85A4-E8CA003B4FAB}" type="sibTrans" cxnId="{23313C28-139D-4FD2-80C8-96012D872F85}">
      <dgm:prSet/>
      <dgm:spPr/>
      <dgm:t>
        <a:bodyPr/>
        <a:lstStyle/>
        <a:p>
          <a:endParaRPr lang="en-IN"/>
        </a:p>
      </dgm:t>
    </dgm:pt>
    <dgm:pt modelId="{6F717FEB-F6DF-461A-A97C-057AD9BE3719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Submission of duly audited Fund Utilization Certificate (FUC) with supporting documents like bank statement, bills/invoices etc.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1E19AFEA-3EAE-4DFE-AE5F-6BD282A8B38C}" type="parTrans" cxnId="{32D9FC57-11D7-4BEF-BB44-A8B9218E55E1}">
      <dgm:prSet/>
      <dgm:spPr/>
      <dgm:t>
        <a:bodyPr/>
        <a:lstStyle/>
        <a:p>
          <a:endParaRPr lang="en-IN"/>
        </a:p>
      </dgm:t>
    </dgm:pt>
    <dgm:pt modelId="{D2156509-BE62-42E1-ABD2-D5A435F1F586}" type="sibTrans" cxnId="{32D9FC57-11D7-4BEF-BB44-A8B9218E55E1}">
      <dgm:prSet/>
      <dgm:spPr/>
      <dgm:t>
        <a:bodyPr/>
        <a:lstStyle/>
        <a:p>
          <a:endParaRPr lang="en-IN"/>
        </a:p>
      </dgm:t>
    </dgm:pt>
    <dgm:pt modelId="{455AE243-BFD7-48CC-897E-1C05B985A787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3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rd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B2DF7C1B-CD66-4CDF-BFB0-430C6DE73E1D}" type="parTrans" cxnId="{D8EDE2E9-1438-4063-9589-6D89932E60B3}">
      <dgm:prSet/>
      <dgm:spPr/>
      <dgm:t>
        <a:bodyPr/>
        <a:lstStyle/>
        <a:p>
          <a:endParaRPr lang="en-IN"/>
        </a:p>
      </dgm:t>
    </dgm:pt>
    <dgm:pt modelId="{6EF61DB4-D901-46F0-B6CA-B9CB0097B5C3}" type="sibTrans" cxnId="{D8EDE2E9-1438-4063-9589-6D89932E60B3}">
      <dgm:prSet/>
      <dgm:spPr/>
      <dgm:t>
        <a:bodyPr/>
        <a:lstStyle/>
        <a:p>
          <a:endParaRPr lang="en-IN"/>
        </a:p>
      </dgm:t>
    </dgm:pt>
    <dgm:pt modelId="{0F3CF94E-6745-4451-BD45-75713EEE0FBF}">
      <dgm:prSet phldrT="[Text]" custT="1"/>
      <dgm:spPr/>
      <dgm:t>
        <a:bodyPr/>
        <a:lstStyle/>
        <a:p>
          <a:r>
            <a:rPr lang="en-US" sz="1600" kern="1200" dirty="0">
              <a:latin typeface="Bookman Old Style" panose="02050604050505020204" pitchFamily="18" charset="0"/>
            </a:rPr>
            <a:t>Monitoring report of second physical verification confirming civil work for 200 animal shed is complete</a:t>
          </a:r>
          <a:endParaRPr lang="en-IN" sz="1600" kern="1200" dirty="0">
            <a:latin typeface="Bookman Old Style" panose="02050604050505020204" pitchFamily="18" charset="0"/>
          </a:endParaRPr>
        </a:p>
      </dgm:t>
    </dgm:pt>
    <dgm:pt modelId="{443460D9-4763-4A0B-B3A8-9AFAD769508E}" type="parTrans" cxnId="{9F2A321A-3EF5-4AA1-81AE-F5AB2EB4B0B3}">
      <dgm:prSet/>
      <dgm:spPr/>
      <dgm:t>
        <a:bodyPr/>
        <a:lstStyle/>
        <a:p>
          <a:endParaRPr lang="en-IN"/>
        </a:p>
      </dgm:t>
    </dgm:pt>
    <dgm:pt modelId="{30B86661-5CEB-48BE-94B2-743843B9E41A}" type="sibTrans" cxnId="{9F2A321A-3EF5-4AA1-81AE-F5AB2EB4B0B3}">
      <dgm:prSet/>
      <dgm:spPr/>
      <dgm:t>
        <a:bodyPr/>
        <a:lstStyle/>
        <a:p>
          <a:endParaRPr lang="en-IN"/>
        </a:p>
      </dgm:t>
    </dgm:pt>
    <dgm:pt modelId="{23A9E7A7-153C-45C1-8679-3D5B1DDB196C}">
      <dgm:prSet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4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52E43A69-A32B-4AE8-9A5A-1ED9062ED8A3}" type="parTrans" cxnId="{A70C0526-5FC6-4F36-BA37-33275C1153F8}">
      <dgm:prSet/>
      <dgm:spPr/>
      <dgm:t>
        <a:bodyPr/>
        <a:lstStyle/>
        <a:p>
          <a:endParaRPr lang="en-IN"/>
        </a:p>
      </dgm:t>
    </dgm:pt>
    <dgm:pt modelId="{EEB7A42A-D3A7-4F5C-B840-3583CFC29D8E}" type="sibTrans" cxnId="{A70C0526-5FC6-4F36-BA37-33275C1153F8}">
      <dgm:prSet/>
      <dgm:spPr/>
      <dgm:t>
        <a:bodyPr/>
        <a:lstStyle/>
        <a:p>
          <a:endParaRPr lang="en-IN"/>
        </a:p>
      </dgm:t>
    </dgm:pt>
    <dgm:pt modelId="{D6B938B7-EC21-4437-B459-0D4439D10EFB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Receipt of hard copy of duly signed Grant Agreement from Applicant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4DA0AA34-416B-404B-9F4E-E51513ED1002}" type="parTrans" cxnId="{5131FF5F-FFC5-4A22-8B71-D575A9A65C46}">
      <dgm:prSet/>
      <dgm:spPr/>
      <dgm:t>
        <a:bodyPr/>
        <a:lstStyle/>
        <a:p>
          <a:endParaRPr lang="en-IN"/>
        </a:p>
      </dgm:t>
    </dgm:pt>
    <dgm:pt modelId="{AB50CB59-61EB-4ABB-8F99-344B245551CF}" type="sibTrans" cxnId="{5131FF5F-FFC5-4A22-8B71-D575A9A65C46}">
      <dgm:prSet/>
      <dgm:spPr/>
      <dgm:t>
        <a:bodyPr/>
        <a:lstStyle/>
        <a:p>
          <a:endParaRPr lang="en-IN"/>
        </a:p>
      </dgm:t>
    </dgm:pt>
    <dgm:pt modelId="{FD94D790-447A-46C7-AE5B-5AD5BC9AA692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50%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</dgm:t>
    </dgm:pt>
    <dgm:pt modelId="{FBCA535B-E917-41EB-99C8-5C551E83FCBE}" type="parTrans" cxnId="{6BB9A62E-7988-4E7A-9FE5-00E65555C993}">
      <dgm:prSet/>
      <dgm:spPr/>
      <dgm:t>
        <a:bodyPr/>
        <a:lstStyle/>
        <a:p>
          <a:endParaRPr lang="en-IN"/>
        </a:p>
      </dgm:t>
    </dgm:pt>
    <dgm:pt modelId="{DEAD5116-6601-4BB3-9C55-359389D97CF6}" type="sibTrans" cxnId="{6BB9A62E-7988-4E7A-9FE5-00E65555C993}">
      <dgm:prSet/>
      <dgm:spPr/>
      <dgm:t>
        <a:bodyPr/>
        <a:lstStyle/>
        <a:p>
          <a:endParaRPr lang="en-IN"/>
        </a:p>
      </dgm:t>
    </dgm:pt>
    <dgm:pt modelId="{DBB93C7F-6A85-4FE4-8500-B99BCCC52735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Monitoring report of first physical verification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76A9E812-26DE-45F5-9A1C-12498D38EAE4}" type="parTrans" cxnId="{58DAB0B2-94E8-4023-83E6-4BDFDD10E51E}">
      <dgm:prSet/>
      <dgm:spPr/>
      <dgm:t>
        <a:bodyPr/>
        <a:lstStyle/>
        <a:p>
          <a:endParaRPr lang="en-IN"/>
        </a:p>
      </dgm:t>
    </dgm:pt>
    <dgm:pt modelId="{E9AAC146-7B98-424C-B9B7-D40837903905}" type="sibTrans" cxnId="{58DAB0B2-94E8-4023-83E6-4BDFDD10E51E}">
      <dgm:prSet/>
      <dgm:spPr/>
      <dgm:t>
        <a:bodyPr/>
        <a:lstStyle/>
        <a:p>
          <a:endParaRPr lang="en-IN"/>
        </a:p>
      </dgm:t>
    </dgm:pt>
    <dgm:pt modelId="{EB42AEAD-283C-4CB1-A005-489A86ADEA68}">
      <dgm:prSet phldrT="[Text]"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Proof of disbursement by Bank and Promoter’s Contribution adding up to 25% of sanctioned loan amount and own contribution</a:t>
          </a:r>
          <a:endParaRPr lang="en-IN" sz="1600" dirty="0">
            <a:latin typeface="Bookman Old Style" panose="02050604050505020204" pitchFamily="18" charset="0"/>
          </a:endParaRPr>
        </a:p>
      </dgm:t>
    </dgm:pt>
    <dgm:pt modelId="{D3EEE2EB-4AC9-41B3-AA84-3ACAB350F72E}" type="parTrans" cxnId="{7B0989E8-0AC0-499E-9E0B-24DFCE4D3473}">
      <dgm:prSet/>
      <dgm:spPr/>
      <dgm:t>
        <a:bodyPr/>
        <a:lstStyle/>
        <a:p>
          <a:endParaRPr lang="en-IN"/>
        </a:p>
      </dgm:t>
    </dgm:pt>
    <dgm:pt modelId="{6B3D0BE1-EA6C-4D74-A18F-CFD4FA9EC9AB}" type="sibTrans" cxnId="{7B0989E8-0AC0-499E-9E0B-24DFCE4D3473}">
      <dgm:prSet/>
      <dgm:spPr/>
      <dgm:t>
        <a:bodyPr/>
        <a:lstStyle/>
        <a:p>
          <a:endParaRPr lang="en-IN"/>
        </a:p>
      </dgm:t>
    </dgm:pt>
    <dgm:pt modelId="{9BA5165B-8835-4E15-9604-0FE09DCC1134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37.5%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2DBA9CC0-7210-4577-A7F6-4328A5D99740}" type="parTrans" cxnId="{6E04EF1C-5D4E-48F8-895C-3FE486D2D14D}">
      <dgm:prSet/>
      <dgm:spPr/>
      <dgm:t>
        <a:bodyPr/>
        <a:lstStyle/>
        <a:p>
          <a:endParaRPr lang="en-IN"/>
        </a:p>
      </dgm:t>
    </dgm:pt>
    <dgm:pt modelId="{FC5A3512-C279-4F26-9BD0-B65128D150ED}" type="sibTrans" cxnId="{6E04EF1C-5D4E-48F8-895C-3FE486D2D14D}">
      <dgm:prSet/>
      <dgm:spPr/>
      <dgm:t>
        <a:bodyPr/>
        <a:lstStyle/>
        <a:p>
          <a:endParaRPr lang="en-IN"/>
        </a:p>
      </dgm:t>
    </dgm:pt>
    <dgm:pt modelId="{52F86393-D255-4086-9FCE-751944E8FEC8}">
      <dgm:prSet custT="1"/>
      <dgm:spPr/>
      <dgm:t>
        <a:bodyPr/>
        <a:lstStyle/>
        <a:p>
          <a:r>
            <a:rPr lang="en-US" sz="1600" kern="1200" dirty="0">
              <a:latin typeface="Bookman Old Style" panose="02050604050505020204" pitchFamily="18" charset="0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15303361-09B1-4735-8AE5-D22D34CA681F}" type="parTrans" cxnId="{D051D0F8-FB3C-4B7A-89A5-38C56009E1A3}">
      <dgm:prSet/>
      <dgm:spPr/>
      <dgm:t>
        <a:bodyPr/>
        <a:lstStyle/>
        <a:p>
          <a:endParaRPr lang="en-IN"/>
        </a:p>
      </dgm:t>
    </dgm:pt>
    <dgm:pt modelId="{C35E7838-F227-4819-A235-3D39EE5F529B}" type="sibTrans" cxnId="{D051D0F8-FB3C-4B7A-89A5-38C56009E1A3}">
      <dgm:prSet/>
      <dgm:spPr/>
      <dgm:t>
        <a:bodyPr/>
        <a:lstStyle/>
        <a:p>
          <a:endParaRPr lang="en-IN"/>
        </a:p>
      </dgm:t>
    </dgm:pt>
    <dgm:pt modelId="{020DAAEF-623D-4CC6-B6BC-8BF81BE890C0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A830DCD3-6EA2-4798-B514-B33DACA6C271}" type="parTrans" cxnId="{AE1398F4-4853-4C11-84FB-696F5F9CB5C5}">
      <dgm:prSet/>
      <dgm:spPr/>
      <dgm:t>
        <a:bodyPr/>
        <a:lstStyle/>
        <a:p>
          <a:endParaRPr lang="en-IN"/>
        </a:p>
      </dgm:t>
    </dgm:pt>
    <dgm:pt modelId="{CDE064B5-6A66-49E7-B96B-1DA44D3B1965}" type="sibTrans" cxnId="{AE1398F4-4853-4C11-84FB-696F5F9CB5C5}">
      <dgm:prSet/>
      <dgm:spPr/>
      <dgm:t>
        <a:bodyPr/>
        <a:lstStyle/>
        <a:p>
          <a:endParaRPr lang="en-IN"/>
        </a:p>
      </dgm:t>
    </dgm:pt>
    <dgm:pt modelId="{36F23BD7-C5D6-46EE-9F90-8D55ADCE7C1F}" type="pres">
      <dgm:prSet presAssocID="{6994C7E3-0D13-4426-A3B2-B372942FFCB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232ED86-279A-460D-9F18-B0DDBAA74D45}" type="pres">
      <dgm:prSet presAssocID="{9D1CF202-0558-4A54-A5BA-3F344F8D849B}" presName="composite" presStyleCnt="0"/>
      <dgm:spPr/>
    </dgm:pt>
    <dgm:pt modelId="{92828F79-3881-4597-BE40-BD28926BEAAD}" type="pres">
      <dgm:prSet presAssocID="{9D1CF202-0558-4A54-A5BA-3F344F8D849B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BD7A535-2BFC-4367-9CB6-1D3623230052}" type="pres">
      <dgm:prSet presAssocID="{9D1CF202-0558-4A54-A5BA-3F344F8D849B}" presName="descendantText" presStyleLbl="alignAcc1" presStyleIdx="0" presStyleCnt="4" custScaleY="13802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E7BA86-E3FD-4A6A-A5CC-927742E20085}" type="pres">
      <dgm:prSet presAssocID="{1C2A262C-0EC6-46D7-BD07-2F54E59E7D89}" presName="sp" presStyleCnt="0"/>
      <dgm:spPr/>
    </dgm:pt>
    <dgm:pt modelId="{04F54C51-610C-4A54-BC42-82D4FA4BBEE0}" type="pres">
      <dgm:prSet presAssocID="{48454542-85E3-4068-A286-83DB9E89DF80}" presName="composite" presStyleCnt="0"/>
      <dgm:spPr/>
    </dgm:pt>
    <dgm:pt modelId="{B18D5F79-B606-4C52-BDFC-C3C64E93A013}" type="pres">
      <dgm:prSet presAssocID="{48454542-85E3-4068-A286-83DB9E89DF80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0468A30-047C-48C8-9104-AC93F72D8123}" type="pres">
      <dgm:prSet presAssocID="{48454542-85E3-4068-A286-83DB9E89DF80}" presName="descendantText" presStyleLbl="alignAcc1" presStyleIdx="1" presStyleCnt="4" custScaleY="15124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D0C441-DF6F-4736-873C-10F5530F9CE4}" type="pres">
      <dgm:prSet presAssocID="{11DC67D2-1BD1-4E07-85A4-E8CA003B4FAB}" presName="sp" presStyleCnt="0"/>
      <dgm:spPr/>
    </dgm:pt>
    <dgm:pt modelId="{4CCF1C1B-CDB8-45C6-8EE8-F1F5D7B03CB7}" type="pres">
      <dgm:prSet presAssocID="{455AE243-BFD7-48CC-897E-1C05B985A787}" presName="composite" presStyleCnt="0"/>
      <dgm:spPr/>
    </dgm:pt>
    <dgm:pt modelId="{ABAADA87-683B-405F-BE49-C380BF0B56A7}" type="pres">
      <dgm:prSet presAssocID="{455AE243-BFD7-48CC-897E-1C05B985A787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303D99-0898-479D-8EED-7967D76B065B}" type="pres">
      <dgm:prSet presAssocID="{455AE243-BFD7-48CC-897E-1C05B985A787}" presName="descendantText" presStyleLbl="alignAcc1" presStyleIdx="2" presStyleCnt="4" custScaleY="21272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0847E8F-0441-42CE-AF81-AAB193E7FB5B}" type="pres">
      <dgm:prSet presAssocID="{6EF61DB4-D901-46F0-B6CA-B9CB0097B5C3}" presName="sp" presStyleCnt="0"/>
      <dgm:spPr/>
    </dgm:pt>
    <dgm:pt modelId="{9B3AF13D-FF03-419F-A5E7-3385FFEB780D}" type="pres">
      <dgm:prSet presAssocID="{23A9E7A7-153C-45C1-8679-3D5B1DDB196C}" presName="composite" presStyleCnt="0"/>
      <dgm:spPr/>
    </dgm:pt>
    <dgm:pt modelId="{179849BF-8391-4273-ACBA-E3EDEF4CA1AE}" type="pres">
      <dgm:prSet presAssocID="{23A9E7A7-153C-45C1-8679-3D5B1DDB196C}" presName="parentText" presStyleLbl="alignNode1" presStyleIdx="3" presStyleCnt="4" custLinFactNeighborX="0" custLinFactNeighborY="1789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EE310F0-A0DB-4037-80C5-9E0AA716F111}" type="pres">
      <dgm:prSet presAssocID="{23A9E7A7-153C-45C1-8679-3D5B1DDB196C}" presName="descendantText" presStyleLbl="alignAcc1" presStyleIdx="3" presStyleCnt="4" custScaleY="144257" custLinFactNeighborX="307" custLinFactNeighborY="3893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E1398F4-4853-4C11-84FB-696F5F9CB5C5}" srcId="{23A9E7A7-153C-45C1-8679-3D5B1DDB196C}" destId="{020DAAEF-623D-4CC6-B6BC-8BF81BE890C0}" srcOrd="1" destOrd="0" parTransId="{A830DCD3-6EA2-4798-B514-B33DACA6C271}" sibTransId="{CDE064B5-6A66-49E7-B96B-1DA44D3B1965}"/>
    <dgm:cxn modelId="{1ED4F288-2BC5-42C1-BB0A-B102BCBC4A90}" type="presOf" srcId="{D6B938B7-EC21-4437-B459-0D4439D10EFB}" destId="{8BD7A535-2BFC-4367-9CB6-1D3623230052}" srcOrd="0" destOrd="0" presId="urn:microsoft.com/office/officeart/2005/8/layout/chevron2"/>
    <dgm:cxn modelId="{376CDBED-C7F0-4552-AEF5-A7978601FE11}" type="presOf" srcId="{23A9E7A7-153C-45C1-8679-3D5B1DDB196C}" destId="{179849BF-8391-4273-ACBA-E3EDEF4CA1AE}" srcOrd="0" destOrd="0" presId="urn:microsoft.com/office/officeart/2005/8/layout/chevron2"/>
    <dgm:cxn modelId="{22E71E92-477F-4A7C-ABBE-2F82513A37E9}" type="presOf" srcId="{FD94D790-447A-46C7-AE5B-5AD5BC9AA692}" destId="{5EE310F0-A0DB-4037-80C5-9E0AA716F111}" srcOrd="0" destOrd="0" presId="urn:microsoft.com/office/officeart/2005/8/layout/chevron2"/>
    <dgm:cxn modelId="{23313C28-139D-4FD2-80C8-96012D872F85}" srcId="{6994C7E3-0D13-4426-A3B2-B372942FFCBB}" destId="{48454542-85E3-4068-A286-83DB9E89DF80}" srcOrd="1" destOrd="0" parTransId="{D295501E-C5E4-4705-969A-0D708A523832}" sibTransId="{11DC67D2-1BD1-4E07-85A4-E8CA003B4FAB}"/>
    <dgm:cxn modelId="{9CE87DEA-BB18-4393-B7C1-E7157824077A}" type="presOf" srcId="{0F3CF94E-6745-4451-BD45-75713EEE0FBF}" destId="{4C303D99-0898-479D-8EED-7967D76B065B}" srcOrd="0" destOrd="0" presId="urn:microsoft.com/office/officeart/2005/8/layout/chevron2"/>
    <dgm:cxn modelId="{32D9FC57-11D7-4BEF-BB44-A8B9218E55E1}" srcId="{48454542-85E3-4068-A286-83DB9E89DF80}" destId="{6F717FEB-F6DF-461A-A97C-057AD9BE3719}" srcOrd="0" destOrd="0" parTransId="{1E19AFEA-3EAE-4DFE-AE5F-6BD282A8B38C}" sibTransId="{D2156509-BE62-42E1-ABD2-D5A435F1F586}"/>
    <dgm:cxn modelId="{AE5B34C3-5F85-4513-AE52-B38271188B6E}" type="presOf" srcId="{FC443D5C-5424-455B-893E-92C4B4F65122}" destId="{8BD7A535-2BFC-4367-9CB6-1D3623230052}" srcOrd="0" destOrd="2" presId="urn:microsoft.com/office/officeart/2005/8/layout/chevron2"/>
    <dgm:cxn modelId="{DC4A1CEF-88A5-4EFA-9451-C16080BEEE33}" srcId="{6994C7E3-0D13-4426-A3B2-B372942FFCBB}" destId="{9D1CF202-0558-4A54-A5BA-3F344F8D849B}" srcOrd="0" destOrd="0" parTransId="{3DA6115A-8CD5-496E-AA90-DAD3A0AAFFB2}" sibTransId="{1C2A262C-0EC6-46D7-BD07-2F54E59E7D89}"/>
    <dgm:cxn modelId="{2775811A-DFE1-428C-A4C9-7851ABECF23C}" type="presOf" srcId="{EB42AEAD-283C-4CB1-A005-489A86ADEA68}" destId="{90468A30-047C-48C8-9104-AC93F72D8123}" srcOrd="0" destOrd="1" presId="urn:microsoft.com/office/officeart/2005/8/layout/chevron2"/>
    <dgm:cxn modelId="{47A3150D-5B8E-42D2-A2C3-E38FAC532CEC}" type="presOf" srcId="{6F717FEB-F6DF-461A-A97C-057AD9BE3719}" destId="{90468A30-047C-48C8-9104-AC93F72D8123}" srcOrd="0" destOrd="0" presId="urn:microsoft.com/office/officeart/2005/8/layout/chevron2"/>
    <dgm:cxn modelId="{CCA2F1E7-E10C-47D5-AA48-CF3DEB1F5B07}" type="presOf" srcId="{455AE243-BFD7-48CC-897E-1C05B985A787}" destId="{ABAADA87-683B-405F-BE49-C380BF0B56A7}" srcOrd="0" destOrd="0" presId="urn:microsoft.com/office/officeart/2005/8/layout/chevron2"/>
    <dgm:cxn modelId="{5D3D738D-1280-428B-B97F-5B3A0445FC14}" type="presOf" srcId="{020DAAEF-623D-4CC6-B6BC-8BF81BE890C0}" destId="{5EE310F0-A0DB-4037-80C5-9E0AA716F111}" srcOrd="0" destOrd="1" presId="urn:microsoft.com/office/officeart/2005/8/layout/chevron2"/>
    <dgm:cxn modelId="{C3D8C954-AEBA-4FD7-B37F-82C7838735F3}" type="presOf" srcId="{9BA5165B-8835-4E15-9604-0FE09DCC1134}" destId="{4C303D99-0898-479D-8EED-7967D76B065B}" srcOrd="0" destOrd="1" presId="urn:microsoft.com/office/officeart/2005/8/layout/chevron2"/>
    <dgm:cxn modelId="{6E04EF1C-5D4E-48F8-895C-3FE486D2D14D}" srcId="{455AE243-BFD7-48CC-897E-1C05B985A787}" destId="{9BA5165B-8835-4E15-9604-0FE09DCC1134}" srcOrd="1" destOrd="0" parTransId="{2DBA9CC0-7210-4577-A7F6-4328A5D99740}" sibTransId="{FC5A3512-C279-4F26-9BD0-B65128D150ED}"/>
    <dgm:cxn modelId="{C3C26D21-A922-4196-AFF3-D388BE3D0ACF}" type="presOf" srcId="{52F86393-D255-4086-9FCE-751944E8FEC8}" destId="{4C303D99-0898-479D-8EED-7967D76B065B}" srcOrd="0" destOrd="2" presId="urn:microsoft.com/office/officeart/2005/8/layout/chevron2"/>
    <dgm:cxn modelId="{A6B5240B-B91D-4B90-A858-733E925F0E6F}" srcId="{9D1CF202-0558-4A54-A5BA-3F344F8D849B}" destId="{FC443D5C-5424-455B-893E-92C4B4F65122}" srcOrd="2" destOrd="0" parTransId="{94346D29-5EB2-4E88-AF99-E6FF1B468368}" sibTransId="{6B66B5A3-952B-4220-828B-E1346AA3E496}"/>
    <dgm:cxn modelId="{9F2A321A-3EF5-4AA1-81AE-F5AB2EB4B0B3}" srcId="{455AE243-BFD7-48CC-897E-1C05B985A787}" destId="{0F3CF94E-6745-4451-BD45-75713EEE0FBF}" srcOrd="0" destOrd="0" parTransId="{443460D9-4763-4A0B-B3A8-9AFAD769508E}" sibTransId="{30B86661-5CEB-48BE-94B2-743843B9E41A}"/>
    <dgm:cxn modelId="{6BB9A62E-7988-4E7A-9FE5-00E65555C993}" srcId="{23A9E7A7-153C-45C1-8679-3D5B1DDB196C}" destId="{FD94D790-447A-46C7-AE5B-5AD5BC9AA692}" srcOrd="0" destOrd="0" parTransId="{FBCA535B-E917-41EB-99C8-5C551E83FCBE}" sibTransId="{DEAD5116-6601-4BB3-9C55-359389D97CF6}"/>
    <dgm:cxn modelId="{18A32620-A270-43F0-9CE3-B8BEEECDC2E8}" type="presOf" srcId="{9D1CF202-0558-4A54-A5BA-3F344F8D849B}" destId="{92828F79-3881-4597-BE40-BD28926BEAAD}" srcOrd="0" destOrd="0" presId="urn:microsoft.com/office/officeart/2005/8/layout/chevron2"/>
    <dgm:cxn modelId="{A70C0526-5FC6-4F36-BA37-33275C1153F8}" srcId="{6994C7E3-0D13-4426-A3B2-B372942FFCBB}" destId="{23A9E7A7-153C-45C1-8679-3D5B1DDB196C}" srcOrd="3" destOrd="0" parTransId="{52E43A69-A32B-4AE8-9A5A-1ED9062ED8A3}" sibTransId="{EEB7A42A-D3A7-4F5C-B840-3583CFC29D8E}"/>
    <dgm:cxn modelId="{45C231F8-6002-47E9-A4EB-D4678ACF7BE4}" type="presOf" srcId="{DBB93C7F-6A85-4FE4-8500-B99BCCC52735}" destId="{8BD7A535-2BFC-4367-9CB6-1D3623230052}" srcOrd="0" destOrd="1" presId="urn:microsoft.com/office/officeart/2005/8/layout/chevron2"/>
    <dgm:cxn modelId="{5AB4BB69-7F85-433E-8434-88DEDD47F610}" type="presOf" srcId="{6994C7E3-0D13-4426-A3B2-B372942FFCBB}" destId="{36F23BD7-C5D6-46EE-9F90-8D55ADCE7C1F}" srcOrd="0" destOrd="0" presId="urn:microsoft.com/office/officeart/2005/8/layout/chevron2"/>
    <dgm:cxn modelId="{D8EDE2E9-1438-4063-9589-6D89932E60B3}" srcId="{6994C7E3-0D13-4426-A3B2-B372942FFCBB}" destId="{455AE243-BFD7-48CC-897E-1C05B985A787}" srcOrd="2" destOrd="0" parTransId="{B2DF7C1B-CD66-4CDF-BFB0-430C6DE73E1D}" sibTransId="{6EF61DB4-D901-46F0-B6CA-B9CB0097B5C3}"/>
    <dgm:cxn modelId="{5131FF5F-FFC5-4A22-8B71-D575A9A65C46}" srcId="{9D1CF202-0558-4A54-A5BA-3F344F8D849B}" destId="{D6B938B7-EC21-4437-B459-0D4439D10EFB}" srcOrd="0" destOrd="0" parTransId="{4DA0AA34-416B-404B-9F4E-E51513ED1002}" sibTransId="{AB50CB59-61EB-4ABB-8F99-344B245551CF}"/>
    <dgm:cxn modelId="{D95403EE-51A8-4149-A916-175EBB1B6DB9}" type="presOf" srcId="{48454542-85E3-4068-A286-83DB9E89DF80}" destId="{B18D5F79-B606-4C52-BDFC-C3C64E93A013}" srcOrd="0" destOrd="0" presId="urn:microsoft.com/office/officeart/2005/8/layout/chevron2"/>
    <dgm:cxn modelId="{58DAB0B2-94E8-4023-83E6-4BDFDD10E51E}" srcId="{9D1CF202-0558-4A54-A5BA-3F344F8D849B}" destId="{DBB93C7F-6A85-4FE4-8500-B99BCCC52735}" srcOrd="1" destOrd="0" parTransId="{76A9E812-26DE-45F5-9A1C-12498D38EAE4}" sibTransId="{E9AAC146-7B98-424C-B9B7-D40837903905}"/>
    <dgm:cxn modelId="{D051D0F8-FB3C-4B7A-89A5-38C56009E1A3}" srcId="{455AE243-BFD7-48CC-897E-1C05B985A787}" destId="{52F86393-D255-4086-9FCE-751944E8FEC8}" srcOrd="2" destOrd="0" parTransId="{15303361-09B1-4735-8AE5-D22D34CA681F}" sibTransId="{C35E7838-F227-4819-A235-3D39EE5F529B}"/>
    <dgm:cxn modelId="{7B0989E8-0AC0-499E-9E0B-24DFCE4D3473}" srcId="{48454542-85E3-4068-A286-83DB9E89DF80}" destId="{EB42AEAD-283C-4CB1-A005-489A86ADEA68}" srcOrd="1" destOrd="0" parTransId="{D3EEE2EB-4AC9-41B3-AA84-3ACAB350F72E}" sibTransId="{6B3D0BE1-EA6C-4D74-A18F-CFD4FA9EC9AB}"/>
    <dgm:cxn modelId="{0407354F-426F-4AA2-9B2A-524390213635}" type="presParOf" srcId="{36F23BD7-C5D6-46EE-9F90-8D55ADCE7C1F}" destId="{6232ED86-279A-460D-9F18-B0DDBAA74D45}" srcOrd="0" destOrd="0" presId="urn:microsoft.com/office/officeart/2005/8/layout/chevron2"/>
    <dgm:cxn modelId="{7E566CC9-5CC6-402B-A8FA-371CA0872D07}" type="presParOf" srcId="{6232ED86-279A-460D-9F18-B0DDBAA74D45}" destId="{92828F79-3881-4597-BE40-BD28926BEAAD}" srcOrd="0" destOrd="0" presId="urn:microsoft.com/office/officeart/2005/8/layout/chevron2"/>
    <dgm:cxn modelId="{4057AE6E-9352-453B-9192-3F5B44968098}" type="presParOf" srcId="{6232ED86-279A-460D-9F18-B0DDBAA74D45}" destId="{8BD7A535-2BFC-4367-9CB6-1D3623230052}" srcOrd="1" destOrd="0" presId="urn:microsoft.com/office/officeart/2005/8/layout/chevron2"/>
    <dgm:cxn modelId="{E1C239DF-8D7C-408C-8F9E-A2F962E1AE7D}" type="presParOf" srcId="{36F23BD7-C5D6-46EE-9F90-8D55ADCE7C1F}" destId="{2DE7BA86-E3FD-4A6A-A5CC-927742E20085}" srcOrd="1" destOrd="0" presId="urn:microsoft.com/office/officeart/2005/8/layout/chevron2"/>
    <dgm:cxn modelId="{8A7DA11E-3666-443D-8177-BF03A7418270}" type="presParOf" srcId="{36F23BD7-C5D6-46EE-9F90-8D55ADCE7C1F}" destId="{04F54C51-610C-4A54-BC42-82D4FA4BBEE0}" srcOrd="2" destOrd="0" presId="urn:microsoft.com/office/officeart/2005/8/layout/chevron2"/>
    <dgm:cxn modelId="{3D9B4F5D-6E18-4004-8931-9FB5AE962AEC}" type="presParOf" srcId="{04F54C51-610C-4A54-BC42-82D4FA4BBEE0}" destId="{B18D5F79-B606-4C52-BDFC-C3C64E93A013}" srcOrd="0" destOrd="0" presId="urn:microsoft.com/office/officeart/2005/8/layout/chevron2"/>
    <dgm:cxn modelId="{189FDF06-9556-4803-B4A6-4B9799C118E9}" type="presParOf" srcId="{04F54C51-610C-4A54-BC42-82D4FA4BBEE0}" destId="{90468A30-047C-48C8-9104-AC93F72D8123}" srcOrd="1" destOrd="0" presId="urn:microsoft.com/office/officeart/2005/8/layout/chevron2"/>
    <dgm:cxn modelId="{90D66DE4-1F2A-4EE4-9C12-A5FA0CEC855C}" type="presParOf" srcId="{36F23BD7-C5D6-46EE-9F90-8D55ADCE7C1F}" destId="{BFD0C441-DF6F-4736-873C-10F5530F9CE4}" srcOrd="3" destOrd="0" presId="urn:microsoft.com/office/officeart/2005/8/layout/chevron2"/>
    <dgm:cxn modelId="{BED4A6DD-B5C5-4DF5-939D-E3175EE12B09}" type="presParOf" srcId="{36F23BD7-C5D6-46EE-9F90-8D55ADCE7C1F}" destId="{4CCF1C1B-CDB8-45C6-8EE8-F1F5D7B03CB7}" srcOrd="4" destOrd="0" presId="urn:microsoft.com/office/officeart/2005/8/layout/chevron2"/>
    <dgm:cxn modelId="{5E480786-DC50-44A0-8844-8187EFD57934}" type="presParOf" srcId="{4CCF1C1B-CDB8-45C6-8EE8-F1F5D7B03CB7}" destId="{ABAADA87-683B-405F-BE49-C380BF0B56A7}" srcOrd="0" destOrd="0" presId="urn:microsoft.com/office/officeart/2005/8/layout/chevron2"/>
    <dgm:cxn modelId="{4105EB75-4C56-4A09-A893-AE6CB467E07C}" type="presParOf" srcId="{4CCF1C1B-CDB8-45C6-8EE8-F1F5D7B03CB7}" destId="{4C303D99-0898-479D-8EED-7967D76B065B}" srcOrd="1" destOrd="0" presId="urn:microsoft.com/office/officeart/2005/8/layout/chevron2"/>
    <dgm:cxn modelId="{A61B0423-4343-4703-9ED8-A471F695283B}" type="presParOf" srcId="{36F23BD7-C5D6-46EE-9F90-8D55ADCE7C1F}" destId="{E0847E8F-0441-42CE-AF81-AAB193E7FB5B}" srcOrd="5" destOrd="0" presId="urn:microsoft.com/office/officeart/2005/8/layout/chevron2"/>
    <dgm:cxn modelId="{C8BA350B-CA97-4D23-B8AC-87F0E82CAAD1}" type="presParOf" srcId="{36F23BD7-C5D6-46EE-9F90-8D55ADCE7C1F}" destId="{9B3AF13D-FF03-419F-A5E7-3385FFEB780D}" srcOrd="6" destOrd="0" presId="urn:microsoft.com/office/officeart/2005/8/layout/chevron2"/>
    <dgm:cxn modelId="{A7D738CE-DCC1-4985-8238-408F9B43C7F8}" type="presParOf" srcId="{9B3AF13D-FF03-419F-A5E7-3385FFEB780D}" destId="{179849BF-8391-4273-ACBA-E3EDEF4CA1AE}" srcOrd="0" destOrd="0" presId="urn:microsoft.com/office/officeart/2005/8/layout/chevron2"/>
    <dgm:cxn modelId="{2D9D8462-D3FC-418C-82F2-D3B308E66F6D}" type="presParOf" srcId="{9B3AF13D-FF03-419F-A5E7-3385FFEB780D}" destId="{5EE310F0-A0DB-4037-80C5-9E0AA716F1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ACF5A1E-863F-435D-B690-B9F03185C13E}" type="presOf" srcId="{0B600AA9-163B-4A45-B214-27B81863CAF2}" destId="{12B41468-4C42-420E-A8EA-CD4A6FF6730D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644D2615-A3C0-410D-A99B-867B89860341}" type="presOf" srcId="{471BC312-268F-4052-BCCA-792FF66AC263}" destId="{7ACAF23B-BE2D-4588-849F-DF4F1549FFD0}" srcOrd="0" destOrd="0" presId="urn:microsoft.com/office/officeart/2005/8/layout/vList6"/>
    <dgm:cxn modelId="{A54B0AC2-2E5E-4DCA-BDD1-DDCAA7AF5268}" type="presOf" srcId="{906DF87A-6B75-4BBC-B459-18CA0E8701BE}" destId="{0D9872A0-C71A-4C9A-A6A6-AC4E5C96CD7F}" srcOrd="0" destOrd="0" presId="urn:microsoft.com/office/officeart/2005/8/layout/vList6"/>
    <dgm:cxn modelId="{EA576264-6D77-4C5C-9954-BCF57009713C}" type="presOf" srcId="{ED606BCC-4AA0-4BFD-AE7F-D33273DA54A9}" destId="{12B41468-4C42-420E-A8EA-CD4A6FF6730D}" srcOrd="0" destOrd="1" presId="urn:microsoft.com/office/officeart/2005/8/layout/vList6"/>
    <dgm:cxn modelId="{001DB6B2-C0E4-4D5C-9788-76D3F583792F}" type="presOf" srcId="{BCB1CFC5-4167-4876-9B2C-082BB1F57D70}" destId="{7ACAF23B-BE2D-4588-849F-DF4F1549FFD0}" srcOrd="0" destOrd="1" presId="urn:microsoft.com/office/officeart/2005/8/layout/vList6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2532D1C2-910F-48DE-B2DC-5F97F757E003}" type="presOf" srcId="{72674AEB-E3C3-4D46-A60D-4EF84FAC9741}" destId="{44F70A27-C1AE-447E-A18A-AE9E03231C6E}" srcOrd="0" destOrd="0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C1BA3F3D-6935-4C17-A40B-5E0EB233A563}" type="presOf" srcId="{C4450F1B-F52D-4069-8EC3-3F90EE95BEDC}" destId="{42D61BD2-E58B-4FC9-B789-C45CB578BCC3}" srcOrd="0" destOrd="0" presId="urn:microsoft.com/office/officeart/2005/8/layout/vList6"/>
    <dgm:cxn modelId="{D8E5417B-D097-42E2-B664-CA2DDA0F9C22}" type="presParOf" srcId="{44F70A27-C1AE-447E-A18A-AE9E03231C6E}" destId="{20A4FD1B-183D-4DD7-B288-C9664B367EE0}" srcOrd="0" destOrd="0" presId="urn:microsoft.com/office/officeart/2005/8/layout/vList6"/>
    <dgm:cxn modelId="{3471C03F-B84D-4CE0-9676-D3651C3C8223}" type="presParOf" srcId="{20A4FD1B-183D-4DD7-B288-C9664B367EE0}" destId="{0D9872A0-C71A-4C9A-A6A6-AC4E5C96CD7F}" srcOrd="0" destOrd="0" presId="urn:microsoft.com/office/officeart/2005/8/layout/vList6"/>
    <dgm:cxn modelId="{7B39963E-4F17-4072-898C-8BA557BB657C}" type="presParOf" srcId="{20A4FD1B-183D-4DD7-B288-C9664B367EE0}" destId="{12B41468-4C42-420E-A8EA-CD4A6FF6730D}" srcOrd="1" destOrd="0" presId="urn:microsoft.com/office/officeart/2005/8/layout/vList6"/>
    <dgm:cxn modelId="{7BB03866-7758-4355-AC92-CAA4EBB81C08}" type="presParOf" srcId="{44F70A27-C1AE-447E-A18A-AE9E03231C6E}" destId="{15492467-8487-4598-9EA0-A17E67B3521C}" srcOrd="1" destOrd="0" presId="urn:microsoft.com/office/officeart/2005/8/layout/vList6"/>
    <dgm:cxn modelId="{055BB20E-0FCC-4D21-A125-FEE104C2639B}" type="presParOf" srcId="{44F70A27-C1AE-447E-A18A-AE9E03231C6E}" destId="{BBE32010-4BAB-41C5-AF54-3B17FDBDFF72}" srcOrd="2" destOrd="0" presId="urn:microsoft.com/office/officeart/2005/8/layout/vList6"/>
    <dgm:cxn modelId="{FAE1F474-51E1-4A1E-B5B1-4A2F240E0489}" type="presParOf" srcId="{BBE32010-4BAB-41C5-AF54-3B17FDBDFF72}" destId="{42D61BD2-E58B-4FC9-B789-C45CB578BCC3}" srcOrd="0" destOrd="0" presId="urn:microsoft.com/office/officeart/2005/8/layout/vList6"/>
    <dgm:cxn modelId="{947AC2EA-4587-4641-84BC-D645236391F2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994C7E3-0D13-4426-A3B2-B372942FFCB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1CF202-0558-4A54-A5BA-3F344F8D849B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5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</a:p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3DA6115A-8CD5-496E-AA90-DAD3A0AAFFB2}" type="parTrans" cxnId="{DC4A1CEF-88A5-4EFA-9451-C16080BEEE33}">
      <dgm:prSet/>
      <dgm:spPr/>
      <dgm:t>
        <a:bodyPr/>
        <a:lstStyle/>
        <a:p>
          <a:endParaRPr lang="en-IN"/>
        </a:p>
      </dgm:t>
    </dgm:pt>
    <dgm:pt modelId="{1C2A262C-0EC6-46D7-BD07-2F54E59E7D89}" type="sibTrans" cxnId="{DC4A1CEF-88A5-4EFA-9451-C16080BEEE33}">
      <dgm:prSet/>
      <dgm:spPr/>
      <dgm:t>
        <a:bodyPr/>
        <a:lstStyle/>
        <a:p>
          <a:endParaRPr lang="en-IN"/>
        </a:p>
      </dgm:t>
    </dgm:pt>
    <dgm:pt modelId="{48454542-85E3-4068-A286-83DB9E89DF80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6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D295501E-C5E4-4705-969A-0D708A523832}" type="parTrans" cxnId="{23313C28-139D-4FD2-80C8-96012D872F85}">
      <dgm:prSet/>
      <dgm:spPr/>
      <dgm:t>
        <a:bodyPr/>
        <a:lstStyle/>
        <a:p>
          <a:endParaRPr lang="en-IN"/>
        </a:p>
      </dgm:t>
    </dgm:pt>
    <dgm:pt modelId="{11DC67D2-1BD1-4E07-85A4-E8CA003B4FAB}" type="sibTrans" cxnId="{23313C28-139D-4FD2-80C8-96012D872F85}">
      <dgm:prSet/>
      <dgm:spPr/>
      <dgm:t>
        <a:bodyPr/>
        <a:lstStyle/>
        <a:p>
          <a:endParaRPr lang="en-IN"/>
        </a:p>
      </dgm:t>
    </dgm:pt>
    <dgm:pt modelId="{6F717FEB-F6DF-461A-A97C-057AD9BE3719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75%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1E19AFEA-3EAE-4DFE-AE5F-6BD282A8B38C}" type="parTrans" cxnId="{32D9FC57-11D7-4BEF-BB44-A8B9218E55E1}">
      <dgm:prSet/>
      <dgm:spPr/>
      <dgm:t>
        <a:bodyPr/>
        <a:lstStyle/>
        <a:p>
          <a:endParaRPr lang="en-IN"/>
        </a:p>
      </dgm:t>
    </dgm:pt>
    <dgm:pt modelId="{D2156509-BE62-42E1-ABD2-D5A435F1F586}" type="sibTrans" cxnId="{32D9FC57-11D7-4BEF-BB44-A8B9218E55E1}">
      <dgm:prSet/>
      <dgm:spPr/>
      <dgm:t>
        <a:bodyPr/>
        <a:lstStyle/>
        <a:p>
          <a:endParaRPr lang="en-IN"/>
        </a:p>
      </dgm:t>
    </dgm:pt>
    <dgm:pt modelId="{455AE243-BFD7-48CC-897E-1C05B985A787}">
      <dgm:prSet phldrT="[Text]"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7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B2DF7C1B-CD66-4CDF-BFB0-430C6DE73E1D}" type="parTrans" cxnId="{D8EDE2E9-1438-4063-9589-6D89932E60B3}">
      <dgm:prSet/>
      <dgm:spPr/>
      <dgm:t>
        <a:bodyPr/>
        <a:lstStyle/>
        <a:p>
          <a:endParaRPr lang="en-IN"/>
        </a:p>
      </dgm:t>
    </dgm:pt>
    <dgm:pt modelId="{6EF61DB4-D901-46F0-B6CA-B9CB0097B5C3}" type="sibTrans" cxnId="{D8EDE2E9-1438-4063-9589-6D89932E60B3}">
      <dgm:prSet/>
      <dgm:spPr/>
      <dgm:t>
        <a:bodyPr/>
        <a:lstStyle/>
        <a:p>
          <a:endParaRPr lang="en-IN"/>
        </a:p>
      </dgm:t>
    </dgm:pt>
    <dgm:pt modelId="{0F3CF94E-6745-4451-BD45-75713EEE0FBF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82.5%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</dgm:t>
    </dgm:pt>
    <dgm:pt modelId="{443460D9-4763-4A0B-B3A8-9AFAD769508E}" type="parTrans" cxnId="{9F2A321A-3EF5-4AA1-81AE-F5AB2EB4B0B3}">
      <dgm:prSet/>
      <dgm:spPr/>
      <dgm:t>
        <a:bodyPr/>
        <a:lstStyle/>
        <a:p>
          <a:endParaRPr lang="en-IN"/>
        </a:p>
      </dgm:t>
    </dgm:pt>
    <dgm:pt modelId="{30B86661-5CEB-48BE-94B2-743843B9E41A}" type="sibTrans" cxnId="{9F2A321A-3EF5-4AA1-81AE-F5AB2EB4B0B3}">
      <dgm:prSet/>
      <dgm:spPr/>
      <dgm:t>
        <a:bodyPr/>
        <a:lstStyle/>
        <a:p>
          <a:endParaRPr lang="en-IN"/>
        </a:p>
      </dgm:t>
    </dgm:pt>
    <dgm:pt modelId="{23A9E7A7-153C-45C1-8679-3D5B1DDB196C}">
      <dgm:prSet custT="1"/>
      <dgm:spPr/>
      <dgm:t>
        <a:bodyPr/>
        <a:lstStyle/>
        <a:p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8</a:t>
          </a:r>
          <a:r>
            <a:rPr lang="en-US" sz="1600" b="1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dirty="0">
            <a:solidFill>
              <a:srgbClr val="FF0000"/>
            </a:solidFill>
            <a:latin typeface="Bookman Old Style" panose="02050604050505020204" pitchFamily="18" charset="0"/>
          </a:endParaRPr>
        </a:p>
      </dgm:t>
    </dgm:pt>
    <dgm:pt modelId="{52E43A69-A32B-4AE8-9A5A-1ED9062ED8A3}" type="parTrans" cxnId="{A70C0526-5FC6-4F36-BA37-33275C1153F8}">
      <dgm:prSet/>
      <dgm:spPr/>
      <dgm:t>
        <a:bodyPr/>
        <a:lstStyle/>
        <a:p>
          <a:endParaRPr lang="en-IN"/>
        </a:p>
      </dgm:t>
    </dgm:pt>
    <dgm:pt modelId="{EEB7A42A-D3A7-4F5C-B840-3583CFC29D8E}" type="sibTrans" cxnId="{A70C0526-5FC6-4F36-BA37-33275C1153F8}">
      <dgm:prSet/>
      <dgm:spPr/>
      <dgm:t>
        <a:bodyPr/>
        <a:lstStyle/>
        <a:p>
          <a:endParaRPr lang="en-IN"/>
        </a:p>
      </dgm:t>
    </dgm:pt>
    <dgm:pt modelId="{FD94D790-447A-46C7-AE5B-5AD5BC9AA692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fourth physical verification confirming </a:t>
          </a:r>
          <a:r>
            <a:rPr lang="en-GB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availability of targeted number of heifers for sale as per DPR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FBCA535B-E917-41EB-99C8-5C551E83FCBE}" type="parTrans" cxnId="{6BB9A62E-7988-4E7A-9FE5-00E65555C993}">
      <dgm:prSet/>
      <dgm:spPr/>
      <dgm:t>
        <a:bodyPr/>
        <a:lstStyle/>
        <a:p>
          <a:endParaRPr lang="en-IN"/>
        </a:p>
      </dgm:t>
    </dgm:pt>
    <dgm:pt modelId="{DEAD5116-6601-4BB3-9C55-359389D97CF6}" type="sibTrans" cxnId="{6BB9A62E-7988-4E7A-9FE5-00E65555C993}">
      <dgm:prSet/>
      <dgm:spPr/>
      <dgm:t>
        <a:bodyPr/>
        <a:lstStyle/>
        <a:p>
          <a:endParaRPr lang="en-IN"/>
        </a:p>
      </dgm:t>
    </dgm:pt>
    <dgm:pt modelId="{2DF1B863-6E82-49AE-B3B8-8FBB27FD0298}">
      <dgm:prSet phldrT="[Text]"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third physical verification confirming entire civil work is complete and 50% of the animals are inducted.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705E1047-F2FD-4E7E-9B4C-04742A553336}" type="parTrans" cxnId="{0ADF9C7E-5038-4466-8200-913386A91A46}">
      <dgm:prSet/>
      <dgm:spPr/>
      <dgm:t>
        <a:bodyPr/>
        <a:lstStyle/>
        <a:p>
          <a:endParaRPr lang="en-IN"/>
        </a:p>
      </dgm:t>
    </dgm:pt>
    <dgm:pt modelId="{F074C51A-4188-490E-80EE-379E2132ED79}" type="sibTrans" cxnId="{0ADF9C7E-5038-4466-8200-913386A91A46}">
      <dgm:prSet/>
      <dgm:spPr/>
      <dgm:t>
        <a:bodyPr/>
        <a:lstStyle/>
        <a:p>
          <a:endParaRPr lang="en-IN"/>
        </a:p>
      </dgm:t>
    </dgm:pt>
    <dgm:pt modelId="{05E45173-5B62-4000-90CB-40E4E62C2433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62.5%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63528AC9-8198-4BE3-A9C5-4E0D50B25C86}" type="parTrans" cxnId="{AE814DA8-351D-467A-A7DD-0CF397EEFC83}">
      <dgm:prSet/>
      <dgm:spPr/>
      <dgm:t>
        <a:bodyPr/>
        <a:lstStyle/>
        <a:p>
          <a:endParaRPr lang="en-IN"/>
        </a:p>
      </dgm:t>
    </dgm:pt>
    <dgm:pt modelId="{FA403661-D1E8-4B70-9D6E-55C7F9F21A99}" type="sibTrans" cxnId="{AE814DA8-351D-467A-A7DD-0CF397EEFC83}">
      <dgm:prSet/>
      <dgm:spPr/>
      <dgm:t>
        <a:bodyPr/>
        <a:lstStyle/>
        <a:p>
          <a:endParaRPr lang="en-IN"/>
        </a:p>
      </dgm:t>
    </dgm:pt>
    <dgm:pt modelId="{D5BEA1CB-CF09-42D1-8025-298D29DD4ECD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11F5CB64-1DA0-4252-A5CF-0CDF151B9112}" type="parTrans" cxnId="{F0E695F7-5BE4-4532-AFEC-D1E8E86A6BAF}">
      <dgm:prSet/>
      <dgm:spPr/>
      <dgm:t>
        <a:bodyPr/>
        <a:lstStyle/>
        <a:p>
          <a:endParaRPr lang="en-IN"/>
        </a:p>
      </dgm:t>
    </dgm:pt>
    <dgm:pt modelId="{DCE9149C-EBEB-4E7D-99FA-061ADD79DD11}" type="sibTrans" cxnId="{F0E695F7-5BE4-4532-AFEC-D1E8E86A6BAF}">
      <dgm:prSet/>
      <dgm:spPr/>
      <dgm:t>
        <a:bodyPr/>
        <a:lstStyle/>
        <a:p>
          <a:endParaRPr lang="en-IN"/>
        </a:p>
      </dgm:t>
    </dgm:pt>
    <dgm:pt modelId="{4A4D045D-4ABC-427A-AD6A-20960152A7BD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25E20480-4743-4E8E-BD68-A8D748582D59}" type="parTrans" cxnId="{B846BFAF-4D50-489C-A6F0-2C64D284F6F7}">
      <dgm:prSet/>
      <dgm:spPr/>
      <dgm:t>
        <a:bodyPr/>
        <a:lstStyle/>
        <a:p>
          <a:endParaRPr lang="en-IN"/>
        </a:p>
      </dgm:t>
    </dgm:pt>
    <dgm:pt modelId="{FC1351BA-A425-4E5E-90CE-73F2DD61E850}" type="sibTrans" cxnId="{B846BFAF-4D50-489C-A6F0-2C64D284F6F7}">
      <dgm:prSet/>
      <dgm:spPr/>
      <dgm:t>
        <a:bodyPr/>
        <a:lstStyle/>
        <a:p>
          <a:endParaRPr lang="en-IN"/>
        </a:p>
      </dgm:t>
    </dgm:pt>
    <dgm:pt modelId="{2D5A0F27-F3C8-46D9-A367-45CE2F518FDB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9C5DAA88-A72B-4BAB-BFCB-2101A50F188A}" type="parTrans" cxnId="{86233379-11CB-4DF0-95AB-3CDD9F227758}">
      <dgm:prSet/>
      <dgm:spPr/>
      <dgm:t>
        <a:bodyPr/>
        <a:lstStyle/>
        <a:p>
          <a:endParaRPr lang="en-IN"/>
        </a:p>
      </dgm:t>
    </dgm:pt>
    <dgm:pt modelId="{EBAFDEC4-3A23-4769-AAFF-EA6AF6E49A7E}" type="sibTrans" cxnId="{86233379-11CB-4DF0-95AB-3CDD9F227758}">
      <dgm:prSet/>
      <dgm:spPr/>
      <dgm:t>
        <a:bodyPr/>
        <a:lstStyle/>
        <a:p>
          <a:endParaRPr lang="en-IN"/>
        </a:p>
      </dgm:t>
    </dgm:pt>
    <dgm:pt modelId="{0BFABE57-7581-45C6-BAE3-630C8AB5D856}">
      <dgm:prSet phldrT="[Text]"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fourth physical verification confirming remaining 50% of the animals are inducted and birth of 10% of calves.</a:t>
          </a:r>
          <a:endParaRPr lang="en-IN" sz="1600" kern="1200" dirty="0">
            <a:latin typeface="Bookman Old Style" panose="02050604050505020204" pitchFamily="18" charset="0"/>
          </a:endParaRPr>
        </a:p>
      </dgm:t>
    </dgm:pt>
    <dgm:pt modelId="{9AA8A304-64DA-4753-A106-EF32073FAD86}" type="parTrans" cxnId="{C2C3590A-6678-48AE-8FB4-331CDEF50F55}">
      <dgm:prSet/>
      <dgm:spPr/>
      <dgm:t>
        <a:bodyPr/>
        <a:lstStyle/>
        <a:p>
          <a:endParaRPr lang="en-IN"/>
        </a:p>
      </dgm:t>
    </dgm:pt>
    <dgm:pt modelId="{42E1B486-6EED-4769-9D2D-7E5B5E992668}" type="sibTrans" cxnId="{C2C3590A-6678-48AE-8FB4-331CDEF50F55}">
      <dgm:prSet/>
      <dgm:spPr/>
      <dgm:t>
        <a:bodyPr/>
        <a:lstStyle/>
        <a:p>
          <a:endParaRPr lang="en-IN"/>
        </a:p>
      </dgm:t>
    </dgm:pt>
    <dgm:pt modelId="{10046406-8BDC-435A-B7A7-4332165545D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100%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92DDEE19-1523-4FD0-9117-D8848193B283}" type="parTrans" cxnId="{B0C6C04E-5CF2-455C-A2B7-CB247DF06E7A}">
      <dgm:prSet/>
      <dgm:spPr/>
      <dgm:t>
        <a:bodyPr/>
        <a:lstStyle/>
        <a:p>
          <a:endParaRPr lang="en-IN"/>
        </a:p>
      </dgm:t>
    </dgm:pt>
    <dgm:pt modelId="{BBB38997-BBFC-41B2-994D-5EE7B40B7C07}" type="sibTrans" cxnId="{B0C6C04E-5CF2-455C-A2B7-CB247DF06E7A}">
      <dgm:prSet/>
      <dgm:spPr/>
      <dgm:t>
        <a:bodyPr/>
        <a:lstStyle/>
        <a:p>
          <a:endParaRPr lang="en-IN"/>
        </a:p>
      </dgm:t>
    </dgm:pt>
    <dgm:pt modelId="{258A5FCB-D964-4E1F-974B-FCF45FB3E0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gm:t>
    </dgm:pt>
    <dgm:pt modelId="{6E6E477A-F1CA-476D-9A77-157DB749FA47}" type="parTrans" cxnId="{6EE823B7-4907-48C4-9AFC-2CF87D8A1F7D}">
      <dgm:prSet/>
      <dgm:spPr/>
      <dgm:t>
        <a:bodyPr/>
        <a:lstStyle/>
        <a:p>
          <a:endParaRPr lang="en-IN"/>
        </a:p>
      </dgm:t>
    </dgm:pt>
    <dgm:pt modelId="{8EEE18EF-B486-44B2-A4A6-8D3E30A87882}" type="sibTrans" cxnId="{6EE823B7-4907-48C4-9AFC-2CF87D8A1F7D}">
      <dgm:prSet/>
      <dgm:spPr/>
      <dgm:t>
        <a:bodyPr/>
        <a:lstStyle/>
        <a:p>
          <a:endParaRPr lang="en-IN"/>
        </a:p>
      </dgm:t>
    </dgm:pt>
    <dgm:pt modelId="{36F23BD7-C5D6-46EE-9F90-8D55ADCE7C1F}" type="pres">
      <dgm:prSet presAssocID="{6994C7E3-0D13-4426-A3B2-B372942FFCB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232ED86-279A-460D-9F18-B0DDBAA74D45}" type="pres">
      <dgm:prSet presAssocID="{9D1CF202-0558-4A54-A5BA-3F344F8D849B}" presName="composite" presStyleCnt="0"/>
      <dgm:spPr/>
    </dgm:pt>
    <dgm:pt modelId="{92828F79-3881-4597-BE40-BD28926BEAAD}" type="pres">
      <dgm:prSet presAssocID="{9D1CF202-0558-4A54-A5BA-3F344F8D849B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BD7A535-2BFC-4367-9CB6-1D3623230052}" type="pres">
      <dgm:prSet presAssocID="{9D1CF202-0558-4A54-A5BA-3F344F8D849B}" presName="descendantText" presStyleLbl="alignAcc1" presStyleIdx="0" presStyleCnt="4" custScaleY="18729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E7BA86-E3FD-4A6A-A5CC-927742E20085}" type="pres">
      <dgm:prSet presAssocID="{1C2A262C-0EC6-46D7-BD07-2F54E59E7D89}" presName="sp" presStyleCnt="0"/>
      <dgm:spPr/>
    </dgm:pt>
    <dgm:pt modelId="{04F54C51-610C-4A54-BC42-82D4FA4BBEE0}" type="pres">
      <dgm:prSet presAssocID="{48454542-85E3-4068-A286-83DB9E89DF80}" presName="composite" presStyleCnt="0"/>
      <dgm:spPr/>
    </dgm:pt>
    <dgm:pt modelId="{B18D5F79-B606-4C52-BDFC-C3C64E93A013}" type="pres">
      <dgm:prSet presAssocID="{48454542-85E3-4068-A286-83DB9E89DF80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0468A30-047C-48C8-9104-AC93F72D8123}" type="pres">
      <dgm:prSet presAssocID="{48454542-85E3-4068-A286-83DB9E89DF80}" presName="descendantText" presStyleLbl="alignAcc1" presStyleIdx="1" presStyleCnt="4" custScaleX="99437" custScaleY="110574" custLinFactNeighborX="1457" custLinFactNeighborY="2510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D0C441-DF6F-4736-873C-10F5530F9CE4}" type="pres">
      <dgm:prSet presAssocID="{11DC67D2-1BD1-4E07-85A4-E8CA003B4FAB}" presName="sp" presStyleCnt="0"/>
      <dgm:spPr/>
    </dgm:pt>
    <dgm:pt modelId="{4CCF1C1B-CDB8-45C6-8EE8-F1F5D7B03CB7}" type="pres">
      <dgm:prSet presAssocID="{455AE243-BFD7-48CC-897E-1C05B985A787}" presName="composite" presStyleCnt="0"/>
      <dgm:spPr/>
    </dgm:pt>
    <dgm:pt modelId="{ABAADA87-683B-405F-BE49-C380BF0B56A7}" type="pres">
      <dgm:prSet presAssocID="{455AE243-BFD7-48CC-897E-1C05B985A787}" presName="parentText" presStyleLbl="alignNode1" presStyleIdx="2" presStyleCnt="4" custLinFactNeighborX="3603" custLinFactNeighborY="-2045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303D99-0898-479D-8EED-7967D76B065B}" type="pres">
      <dgm:prSet presAssocID="{455AE243-BFD7-48CC-897E-1C05B985A787}" presName="descendantText" presStyleLbl="alignAcc1" presStyleIdx="2" presStyleCnt="4" custScaleX="100868" custScaleY="179951" custLinFactNeighborX="-217" custLinFactNeighborY="90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0847E8F-0441-42CE-AF81-AAB193E7FB5B}" type="pres">
      <dgm:prSet presAssocID="{6EF61DB4-D901-46F0-B6CA-B9CB0097B5C3}" presName="sp" presStyleCnt="0"/>
      <dgm:spPr/>
    </dgm:pt>
    <dgm:pt modelId="{9B3AF13D-FF03-419F-A5E7-3385FFEB780D}" type="pres">
      <dgm:prSet presAssocID="{23A9E7A7-153C-45C1-8679-3D5B1DDB196C}" presName="composite" presStyleCnt="0"/>
      <dgm:spPr/>
    </dgm:pt>
    <dgm:pt modelId="{179849BF-8391-4273-ACBA-E3EDEF4CA1AE}" type="pres">
      <dgm:prSet presAssocID="{23A9E7A7-153C-45C1-8679-3D5B1DDB196C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EE310F0-A0DB-4037-80C5-9E0AA716F111}" type="pres">
      <dgm:prSet presAssocID="{23A9E7A7-153C-45C1-8679-3D5B1DDB196C}" presName="descendantText" presStyleLbl="alignAcc1" presStyleIdx="3" presStyleCnt="4" custScaleY="221342" custLinFactNeighborX="0" custLinFactNeighborY="3698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C4A1CEF-88A5-4EFA-9451-C16080BEEE33}" srcId="{6994C7E3-0D13-4426-A3B2-B372942FFCBB}" destId="{9D1CF202-0558-4A54-A5BA-3F344F8D849B}" srcOrd="0" destOrd="0" parTransId="{3DA6115A-8CD5-496E-AA90-DAD3A0AAFFB2}" sibTransId="{1C2A262C-0EC6-46D7-BD07-2F54E59E7D89}"/>
    <dgm:cxn modelId="{9CE87DEA-BB18-4393-B7C1-E7157824077A}" type="presOf" srcId="{0F3CF94E-6745-4451-BD45-75713EEE0FBF}" destId="{4C303D99-0898-479D-8EED-7967D76B065B}" srcOrd="0" destOrd="1" presId="urn:microsoft.com/office/officeart/2005/8/layout/chevron2"/>
    <dgm:cxn modelId="{44854631-C242-4F05-B52C-240469B95FF5}" type="presOf" srcId="{258A5FCB-D964-4E1F-974B-FCF45FB3E070}" destId="{5EE310F0-A0DB-4037-80C5-9E0AA716F111}" srcOrd="0" destOrd="2" presId="urn:microsoft.com/office/officeart/2005/8/layout/chevron2"/>
    <dgm:cxn modelId="{9F2A321A-3EF5-4AA1-81AE-F5AB2EB4B0B3}" srcId="{455AE243-BFD7-48CC-897E-1C05B985A787}" destId="{0F3CF94E-6745-4451-BD45-75713EEE0FBF}" srcOrd="1" destOrd="0" parTransId="{443460D9-4763-4A0B-B3A8-9AFAD769508E}" sibTransId="{30B86661-5CEB-48BE-94B2-743843B9E41A}"/>
    <dgm:cxn modelId="{B922D8D2-E09A-418B-A407-2523386EF37A}" type="presOf" srcId="{2DF1B863-6E82-49AE-B3B8-8FBB27FD0298}" destId="{8BD7A535-2BFC-4367-9CB6-1D3623230052}" srcOrd="0" destOrd="0" presId="urn:microsoft.com/office/officeart/2005/8/layout/chevron2"/>
    <dgm:cxn modelId="{B846BFAF-4D50-489C-A6F0-2C64D284F6F7}" srcId="{48454542-85E3-4068-A286-83DB9E89DF80}" destId="{4A4D045D-4ABC-427A-AD6A-20960152A7BD}" srcOrd="1" destOrd="0" parTransId="{25E20480-4743-4E8E-BD68-A8D748582D59}" sibTransId="{FC1351BA-A425-4E5E-90CE-73F2DD61E850}"/>
    <dgm:cxn modelId="{6BB9A62E-7988-4E7A-9FE5-00E65555C993}" srcId="{23A9E7A7-153C-45C1-8679-3D5B1DDB196C}" destId="{FD94D790-447A-46C7-AE5B-5AD5BC9AA692}" srcOrd="0" destOrd="0" parTransId="{FBCA535B-E917-41EB-99C8-5C551E83FCBE}" sibTransId="{DEAD5116-6601-4BB3-9C55-359389D97CF6}"/>
    <dgm:cxn modelId="{6EE823B7-4907-48C4-9AFC-2CF87D8A1F7D}" srcId="{23A9E7A7-153C-45C1-8679-3D5B1DDB196C}" destId="{258A5FCB-D964-4E1F-974B-FCF45FB3E070}" srcOrd="2" destOrd="0" parTransId="{6E6E477A-F1CA-476D-9A77-157DB749FA47}" sibTransId="{8EEE18EF-B486-44B2-A4A6-8D3E30A87882}"/>
    <dgm:cxn modelId="{B2C3B1B9-EFF9-4B09-8A37-E2677AA81091}" type="presOf" srcId="{2D5A0F27-F3C8-46D9-A367-45CE2F518FDB}" destId="{4C303D99-0898-479D-8EED-7967D76B065B}" srcOrd="0" destOrd="2" presId="urn:microsoft.com/office/officeart/2005/8/layout/chevron2"/>
    <dgm:cxn modelId="{376CDBED-C7F0-4552-AEF5-A7978601FE11}" type="presOf" srcId="{23A9E7A7-153C-45C1-8679-3D5B1DDB196C}" destId="{179849BF-8391-4273-ACBA-E3EDEF4CA1AE}" srcOrd="0" destOrd="0" presId="urn:microsoft.com/office/officeart/2005/8/layout/chevron2"/>
    <dgm:cxn modelId="{F0E695F7-5BE4-4532-AFEC-D1E8E86A6BAF}" srcId="{9D1CF202-0558-4A54-A5BA-3F344F8D849B}" destId="{D5BEA1CB-CF09-42D1-8025-298D29DD4ECD}" srcOrd="2" destOrd="0" parTransId="{11F5CB64-1DA0-4252-A5CF-0CDF151B9112}" sibTransId="{DCE9149C-EBEB-4E7D-99FA-061ADD79DD11}"/>
    <dgm:cxn modelId="{A70C0526-5FC6-4F36-BA37-33275C1153F8}" srcId="{6994C7E3-0D13-4426-A3B2-B372942FFCBB}" destId="{23A9E7A7-153C-45C1-8679-3D5B1DDB196C}" srcOrd="3" destOrd="0" parTransId="{52E43A69-A32B-4AE8-9A5A-1ED9062ED8A3}" sibTransId="{EEB7A42A-D3A7-4F5C-B840-3583CFC29D8E}"/>
    <dgm:cxn modelId="{B0C6C04E-5CF2-455C-A2B7-CB247DF06E7A}" srcId="{23A9E7A7-153C-45C1-8679-3D5B1DDB196C}" destId="{10046406-8BDC-435A-B7A7-4332165545D1}" srcOrd="1" destOrd="0" parTransId="{92DDEE19-1523-4FD0-9117-D8848193B283}" sibTransId="{BBB38997-BBFC-41B2-994D-5EE7B40B7C07}"/>
    <dgm:cxn modelId="{86233379-11CB-4DF0-95AB-3CDD9F227758}" srcId="{455AE243-BFD7-48CC-897E-1C05B985A787}" destId="{2D5A0F27-F3C8-46D9-A367-45CE2F518FDB}" srcOrd="2" destOrd="0" parTransId="{9C5DAA88-A72B-4BAB-BFCB-2101A50F188A}" sibTransId="{EBAFDEC4-3A23-4769-AAFF-EA6AF6E49A7E}"/>
    <dgm:cxn modelId="{23313C28-139D-4FD2-80C8-96012D872F85}" srcId="{6994C7E3-0D13-4426-A3B2-B372942FFCBB}" destId="{48454542-85E3-4068-A286-83DB9E89DF80}" srcOrd="1" destOrd="0" parTransId="{D295501E-C5E4-4705-969A-0D708A523832}" sibTransId="{11DC67D2-1BD1-4E07-85A4-E8CA003B4FAB}"/>
    <dgm:cxn modelId="{AE814DA8-351D-467A-A7DD-0CF397EEFC83}" srcId="{9D1CF202-0558-4A54-A5BA-3F344F8D849B}" destId="{05E45173-5B62-4000-90CB-40E4E62C2433}" srcOrd="1" destOrd="0" parTransId="{63528AC9-8198-4BE3-A9C5-4E0D50B25C86}" sibTransId="{FA403661-D1E8-4B70-9D6E-55C7F9F21A99}"/>
    <dgm:cxn modelId="{D8EDE2E9-1438-4063-9589-6D89932E60B3}" srcId="{6994C7E3-0D13-4426-A3B2-B372942FFCBB}" destId="{455AE243-BFD7-48CC-897E-1C05B985A787}" srcOrd="2" destOrd="0" parTransId="{B2DF7C1B-CD66-4CDF-BFB0-430C6DE73E1D}" sibTransId="{6EF61DB4-D901-46F0-B6CA-B9CB0097B5C3}"/>
    <dgm:cxn modelId="{F046F7DA-1F82-4440-9B4B-4ADDB5CD6FFA}" type="presOf" srcId="{4A4D045D-4ABC-427A-AD6A-20960152A7BD}" destId="{90468A30-047C-48C8-9104-AC93F72D8123}" srcOrd="0" destOrd="1" presId="urn:microsoft.com/office/officeart/2005/8/layout/chevron2"/>
    <dgm:cxn modelId="{CCA2F1E7-E10C-47D5-AA48-CF3DEB1F5B07}" type="presOf" srcId="{455AE243-BFD7-48CC-897E-1C05B985A787}" destId="{ABAADA87-683B-405F-BE49-C380BF0B56A7}" srcOrd="0" destOrd="0" presId="urn:microsoft.com/office/officeart/2005/8/layout/chevron2"/>
    <dgm:cxn modelId="{DCF48EBF-5D03-479B-AC09-FF87D19E3A13}" type="presOf" srcId="{10046406-8BDC-435A-B7A7-4332165545D1}" destId="{5EE310F0-A0DB-4037-80C5-9E0AA716F111}" srcOrd="0" destOrd="1" presId="urn:microsoft.com/office/officeart/2005/8/layout/chevron2"/>
    <dgm:cxn modelId="{00C92581-FD28-4194-AF9C-C6D802FED601}" type="presOf" srcId="{0BFABE57-7581-45C6-BAE3-630C8AB5D856}" destId="{4C303D99-0898-479D-8EED-7967D76B065B}" srcOrd="0" destOrd="0" presId="urn:microsoft.com/office/officeart/2005/8/layout/chevron2"/>
    <dgm:cxn modelId="{C2C3590A-6678-48AE-8FB4-331CDEF50F55}" srcId="{455AE243-BFD7-48CC-897E-1C05B985A787}" destId="{0BFABE57-7581-45C6-BAE3-630C8AB5D856}" srcOrd="0" destOrd="0" parTransId="{9AA8A304-64DA-4753-A106-EF32073FAD86}" sibTransId="{42E1B486-6EED-4769-9D2D-7E5B5E992668}"/>
    <dgm:cxn modelId="{22E71E92-477F-4A7C-ABBE-2F82513A37E9}" type="presOf" srcId="{FD94D790-447A-46C7-AE5B-5AD5BC9AA692}" destId="{5EE310F0-A0DB-4037-80C5-9E0AA716F111}" srcOrd="0" destOrd="0" presId="urn:microsoft.com/office/officeart/2005/8/layout/chevron2"/>
    <dgm:cxn modelId="{47A3150D-5B8E-42D2-A2C3-E38FAC532CEC}" type="presOf" srcId="{6F717FEB-F6DF-461A-A97C-057AD9BE3719}" destId="{90468A30-047C-48C8-9104-AC93F72D8123}" srcOrd="0" destOrd="0" presId="urn:microsoft.com/office/officeart/2005/8/layout/chevron2"/>
    <dgm:cxn modelId="{0ADF9C7E-5038-4466-8200-913386A91A46}" srcId="{9D1CF202-0558-4A54-A5BA-3F344F8D849B}" destId="{2DF1B863-6E82-49AE-B3B8-8FBB27FD0298}" srcOrd="0" destOrd="0" parTransId="{705E1047-F2FD-4E7E-9B4C-04742A553336}" sibTransId="{F074C51A-4188-490E-80EE-379E2132ED79}"/>
    <dgm:cxn modelId="{7DA61A45-3732-46D9-B06C-8200C00D0904}" type="presOf" srcId="{05E45173-5B62-4000-90CB-40E4E62C2433}" destId="{8BD7A535-2BFC-4367-9CB6-1D3623230052}" srcOrd="0" destOrd="1" presId="urn:microsoft.com/office/officeart/2005/8/layout/chevron2"/>
    <dgm:cxn modelId="{32D9FC57-11D7-4BEF-BB44-A8B9218E55E1}" srcId="{48454542-85E3-4068-A286-83DB9E89DF80}" destId="{6F717FEB-F6DF-461A-A97C-057AD9BE3719}" srcOrd="0" destOrd="0" parTransId="{1E19AFEA-3EAE-4DFE-AE5F-6BD282A8B38C}" sibTransId="{D2156509-BE62-42E1-ABD2-D5A435F1F586}"/>
    <dgm:cxn modelId="{5AB4BB69-7F85-433E-8434-88DEDD47F610}" type="presOf" srcId="{6994C7E3-0D13-4426-A3B2-B372942FFCBB}" destId="{36F23BD7-C5D6-46EE-9F90-8D55ADCE7C1F}" srcOrd="0" destOrd="0" presId="urn:microsoft.com/office/officeart/2005/8/layout/chevron2"/>
    <dgm:cxn modelId="{7089F559-6D61-4FF6-B92B-0CBC2B74F90F}" type="presOf" srcId="{D5BEA1CB-CF09-42D1-8025-298D29DD4ECD}" destId="{8BD7A535-2BFC-4367-9CB6-1D3623230052}" srcOrd="0" destOrd="2" presId="urn:microsoft.com/office/officeart/2005/8/layout/chevron2"/>
    <dgm:cxn modelId="{18A32620-A270-43F0-9CE3-B8BEEECDC2E8}" type="presOf" srcId="{9D1CF202-0558-4A54-A5BA-3F344F8D849B}" destId="{92828F79-3881-4597-BE40-BD28926BEAAD}" srcOrd="0" destOrd="0" presId="urn:microsoft.com/office/officeart/2005/8/layout/chevron2"/>
    <dgm:cxn modelId="{D95403EE-51A8-4149-A916-175EBB1B6DB9}" type="presOf" srcId="{48454542-85E3-4068-A286-83DB9E89DF80}" destId="{B18D5F79-B606-4C52-BDFC-C3C64E93A013}" srcOrd="0" destOrd="0" presId="urn:microsoft.com/office/officeart/2005/8/layout/chevron2"/>
    <dgm:cxn modelId="{0407354F-426F-4AA2-9B2A-524390213635}" type="presParOf" srcId="{36F23BD7-C5D6-46EE-9F90-8D55ADCE7C1F}" destId="{6232ED86-279A-460D-9F18-B0DDBAA74D45}" srcOrd="0" destOrd="0" presId="urn:microsoft.com/office/officeart/2005/8/layout/chevron2"/>
    <dgm:cxn modelId="{7E566CC9-5CC6-402B-A8FA-371CA0872D07}" type="presParOf" srcId="{6232ED86-279A-460D-9F18-B0DDBAA74D45}" destId="{92828F79-3881-4597-BE40-BD28926BEAAD}" srcOrd="0" destOrd="0" presId="urn:microsoft.com/office/officeart/2005/8/layout/chevron2"/>
    <dgm:cxn modelId="{4057AE6E-9352-453B-9192-3F5B44968098}" type="presParOf" srcId="{6232ED86-279A-460D-9F18-B0DDBAA74D45}" destId="{8BD7A535-2BFC-4367-9CB6-1D3623230052}" srcOrd="1" destOrd="0" presId="urn:microsoft.com/office/officeart/2005/8/layout/chevron2"/>
    <dgm:cxn modelId="{E1C239DF-8D7C-408C-8F9E-A2F962E1AE7D}" type="presParOf" srcId="{36F23BD7-C5D6-46EE-9F90-8D55ADCE7C1F}" destId="{2DE7BA86-E3FD-4A6A-A5CC-927742E20085}" srcOrd="1" destOrd="0" presId="urn:microsoft.com/office/officeart/2005/8/layout/chevron2"/>
    <dgm:cxn modelId="{8A7DA11E-3666-443D-8177-BF03A7418270}" type="presParOf" srcId="{36F23BD7-C5D6-46EE-9F90-8D55ADCE7C1F}" destId="{04F54C51-610C-4A54-BC42-82D4FA4BBEE0}" srcOrd="2" destOrd="0" presId="urn:microsoft.com/office/officeart/2005/8/layout/chevron2"/>
    <dgm:cxn modelId="{3D9B4F5D-6E18-4004-8931-9FB5AE962AEC}" type="presParOf" srcId="{04F54C51-610C-4A54-BC42-82D4FA4BBEE0}" destId="{B18D5F79-B606-4C52-BDFC-C3C64E93A013}" srcOrd="0" destOrd="0" presId="urn:microsoft.com/office/officeart/2005/8/layout/chevron2"/>
    <dgm:cxn modelId="{189FDF06-9556-4803-B4A6-4B9799C118E9}" type="presParOf" srcId="{04F54C51-610C-4A54-BC42-82D4FA4BBEE0}" destId="{90468A30-047C-48C8-9104-AC93F72D8123}" srcOrd="1" destOrd="0" presId="urn:microsoft.com/office/officeart/2005/8/layout/chevron2"/>
    <dgm:cxn modelId="{90D66DE4-1F2A-4EE4-9C12-A5FA0CEC855C}" type="presParOf" srcId="{36F23BD7-C5D6-46EE-9F90-8D55ADCE7C1F}" destId="{BFD0C441-DF6F-4736-873C-10F5530F9CE4}" srcOrd="3" destOrd="0" presId="urn:microsoft.com/office/officeart/2005/8/layout/chevron2"/>
    <dgm:cxn modelId="{BED4A6DD-B5C5-4DF5-939D-E3175EE12B09}" type="presParOf" srcId="{36F23BD7-C5D6-46EE-9F90-8D55ADCE7C1F}" destId="{4CCF1C1B-CDB8-45C6-8EE8-F1F5D7B03CB7}" srcOrd="4" destOrd="0" presId="urn:microsoft.com/office/officeart/2005/8/layout/chevron2"/>
    <dgm:cxn modelId="{5E480786-DC50-44A0-8844-8187EFD57934}" type="presParOf" srcId="{4CCF1C1B-CDB8-45C6-8EE8-F1F5D7B03CB7}" destId="{ABAADA87-683B-405F-BE49-C380BF0B56A7}" srcOrd="0" destOrd="0" presId="urn:microsoft.com/office/officeart/2005/8/layout/chevron2"/>
    <dgm:cxn modelId="{4105EB75-4C56-4A09-A893-AE6CB467E07C}" type="presParOf" srcId="{4CCF1C1B-CDB8-45C6-8EE8-F1F5D7B03CB7}" destId="{4C303D99-0898-479D-8EED-7967D76B065B}" srcOrd="1" destOrd="0" presId="urn:microsoft.com/office/officeart/2005/8/layout/chevron2"/>
    <dgm:cxn modelId="{A61B0423-4343-4703-9ED8-A471F695283B}" type="presParOf" srcId="{36F23BD7-C5D6-46EE-9F90-8D55ADCE7C1F}" destId="{E0847E8F-0441-42CE-AF81-AAB193E7FB5B}" srcOrd="5" destOrd="0" presId="urn:microsoft.com/office/officeart/2005/8/layout/chevron2"/>
    <dgm:cxn modelId="{C8BA350B-CA97-4D23-B8AC-87F0E82CAAD1}" type="presParOf" srcId="{36F23BD7-C5D6-46EE-9F90-8D55ADCE7C1F}" destId="{9B3AF13D-FF03-419F-A5E7-3385FFEB780D}" srcOrd="6" destOrd="0" presId="urn:microsoft.com/office/officeart/2005/8/layout/chevron2"/>
    <dgm:cxn modelId="{A7D738CE-DCC1-4985-8238-408F9B43C7F8}" type="presParOf" srcId="{9B3AF13D-FF03-419F-A5E7-3385FFEB780D}" destId="{179849BF-8391-4273-ACBA-E3EDEF4CA1AE}" srcOrd="0" destOrd="0" presId="urn:microsoft.com/office/officeart/2005/8/layout/chevron2"/>
    <dgm:cxn modelId="{2D9D8462-D3FC-418C-82F2-D3B308E66F6D}" type="presParOf" srcId="{9B3AF13D-FF03-419F-A5E7-3385FFEB780D}" destId="{5EE310F0-A0DB-4037-80C5-9E0AA716F1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8C7762D9-0147-4549-A9DB-DB09A709ED1D}" type="presOf" srcId="{C4450F1B-F52D-4069-8EC3-3F90EE95BEDC}" destId="{42D61BD2-E58B-4FC9-B789-C45CB578BCC3}" srcOrd="0" destOrd="0" presId="urn:microsoft.com/office/officeart/2005/8/layout/vList6"/>
    <dgm:cxn modelId="{85436D85-B208-4405-80A9-F3540CFCE90D}" type="presOf" srcId="{471BC312-268F-4052-BCCA-792FF66AC263}" destId="{7ACAF23B-BE2D-4588-849F-DF4F1549FFD0}" srcOrd="0" destOrd="0" presId="urn:microsoft.com/office/officeart/2005/8/layout/vList6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3F801CCA-BE41-44EB-A022-AF5B72645C69}" type="presOf" srcId="{72674AEB-E3C3-4D46-A60D-4EF84FAC9741}" destId="{44F70A27-C1AE-447E-A18A-AE9E03231C6E}" srcOrd="0" destOrd="0" presId="urn:microsoft.com/office/officeart/2005/8/layout/vList6"/>
    <dgm:cxn modelId="{702AF82F-3F12-47F1-AB04-95D9F8F920CA}" type="presOf" srcId="{906DF87A-6B75-4BBC-B459-18CA0E8701BE}" destId="{0D9872A0-C71A-4C9A-A6A6-AC4E5C96CD7F}" srcOrd="0" destOrd="0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200131FE-F201-478A-9960-29EE9377E7E3}" type="presOf" srcId="{BCB1CFC5-4167-4876-9B2C-082BB1F57D70}" destId="{7ACAF23B-BE2D-4588-849F-DF4F1549FFD0}" srcOrd="0" destOrd="1" presId="urn:microsoft.com/office/officeart/2005/8/layout/vList6"/>
    <dgm:cxn modelId="{2FC88912-AA13-4562-9618-276699064AA8}" type="presOf" srcId="{0B600AA9-163B-4A45-B214-27B81863CAF2}" destId="{12B41468-4C42-420E-A8EA-CD4A6FF6730D}" srcOrd="0" destOrd="0" presId="urn:microsoft.com/office/officeart/2005/8/layout/vList6"/>
    <dgm:cxn modelId="{E99B46B3-146F-410C-B71C-8B4DDABD8AD4}" type="presOf" srcId="{ED606BCC-4AA0-4BFD-AE7F-D33273DA54A9}" destId="{12B41468-4C42-420E-A8EA-CD4A6FF6730D}" srcOrd="0" destOrd="1" presId="urn:microsoft.com/office/officeart/2005/8/layout/vList6"/>
    <dgm:cxn modelId="{5470A2A8-7D40-4570-B5ED-46B5BBB336EC}" type="presParOf" srcId="{44F70A27-C1AE-447E-A18A-AE9E03231C6E}" destId="{20A4FD1B-183D-4DD7-B288-C9664B367EE0}" srcOrd="0" destOrd="0" presId="urn:microsoft.com/office/officeart/2005/8/layout/vList6"/>
    <dgm:cxn modelId="{9C3B1581-B8DF-4CC5-846B-332D03AEDF9D}" type="presParOf" srcId="{20A4FD1B-183D-4DD7-B288-C9664B367EE0}" destId="{0D9872A0-C71A-4C9A-A6A6-AC4E5C96CD7F}" srcOrd="0" destOrd="0" presId="urn:microsoft.com/office/officeart/2005/8/layout/vList6"/>
    <dgm:cxn modelId="{CD07D665-37B7-4DCD-81BB-047E181E7E56}" type="presParOf" srcId="{20A4FD1B-183D-4DD7-B288-C9664B367EE0}" destId="{12B41468-4C42-420E-A8EA-CD4A6FF6730D}" srcOrd="1" destOrd="0" presId="urn:microsoft.com/office/officeart/2005/8/layout/vList6"/>
    <dgm:cxn modelId="{F8C2EA92-13DC-4D5E-B40B-011F436C6015}" type="presParOf" srcId="{44F70A27-C1AE-447E-A18A-AE9E03231C6E}" destId="{15492467-8487-4598-9EA0-A17E67B3521C}" srcOrd="1" destOrd="0" presId="urn:microsoft.com/office/officeart/2005/8/layout/vList6"/>
    <dgm:cxn modelId="{E819702C-3D65-4A31-9F77-B98917A9DADF}" type="presParOf" srcId="{44F70A27-C1AE-447E-A18A-AE9E03231C6E}" destId="{BBE32010-4BAB-41C5-AF54-3B17FDBDFF72}" srcOrd="2" destOrd="0" presId="urn:microsoft.com/office/officeart/2005/8/layout/vList6"/>
    <dgm:cxn modelId="{67B5E910-2B24-4243-8E51-31FA1B787C13}" type="presParOf" srcId="{BBE32010-4BAB-41C5-AF54-3B17FDBDFF72}" destId="{42D61BD2-E58B-4FC9-B789-C45CB578BCC3}" srcOrd="0" destOrd="0" presId="urn:microsoft.com/office/officeart/2005/8/layout/vList6"/>
    <dgm:cxn modelId="{4B2AE2AE-A2F5-41EC-B53F-396128C0BCB6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2674AEB-E3C3-4D46-A60D-4EF84FAC974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06DF87A-6B75-4BBC-B459-18CA0E8701BE}">
      <dgm:prSet phldrT="[Text]" phldr="1"/>
      <dgm:spPr/>
      <dgm:t>
        <a:bodyPr/>
        <a:lstStyle/>
        <a:p>
          <a:endParaRPr lang="en-IN"/>
        </a:p>
      </dgm:t>
    </dgm:pt>
    <dgm:pt modelId="{C681E290-6030-4F87-97D8-00FD398DDAA8}" type="parTrans" cxnId="{DD9EAA9A-D0C0-4FB1-AEA9-793D32336414}">
      <dgm:prSet/>
      <dgm:spPr/>
      <dgm:t>
        <a:bodyPr/>
        <a:lstStyle/>
        <a:p>
          <a:endParaRPr lang="en-IN"/>
        </a:p>
      </dgm:t>
    </dgm:pt>
    <dgm:pt modelId="{86EAAD7D-8A9B-4E6E-A2DF-48A8E7BDAAB1}" type="sibTrans" cxnId="{DD9EAA9A-D0C0-4FB1-AEA9-793D32336414}">
      <dgm:prSet/>
      <dgm:spPr/>
      <dgm:t>
        <a:bodyPr/>
        <a:lstStyle/>
        <a:p>
          <a:endParaRPr lang="en-IN"/>
        </a:p>
      </dgm:t>
    </dgm:pt>
    <dgm:pt modelId="{0B600AA9-163B-4A45-B214-27B81863CAF2}">
      <dgm:prSet phldrT="[Text]" phldr="1"/>
      <dgm:spPr/>
      <dgm:t>
        <a:bodyPr/>
        <a:lstStyle/>
        <a:p>
          <a:endParaRPr lang="en-IN"/>
        </a:p>
      </dgm:t>
    </dgm:pt>
    <dgm:pt modelId="{F651D234-9E86-4A6B-A6A0-AA9080506C27}" type="parTrans" cxnId="{E0188384-751C-44D3-8FC0-ECEF2ED95025}">
      <dgm:prSet/>
      <dgm:spPr/>
      <dgm:t>
        <a:bodyPr/>
        <a:lstStyle/>
        <a:p>
          <a:endParaRPr lang="en-IN"/>
        </a:p>
      </dgm:t>
    </dgm:pt>
    <dgm:pt modelId="{CED7D792-52D5-40B6-A313-499388FB92C3}" type="sibTrans" cxnId="{E0188384-751C-44D3-8FC0-ECEF2ED95025}">
      <dgm:prSet/>
      <dgm:spPr/>
      <dgm:t>
        <a:bodyPr/>
        <a:lstStyle/>
        <a:p>
          <a:endParaRPr lang="en-IN"/>
        </a:p>
      </dgm:t>
    </dgm:pt>
    <dgm:pt modelId="{ED606BCC-4AA0-4BFD-AE7F-D33273DA54A9}">
      <dgm:prSet phldrT="[Text]" phldr="1"/>
      <dgm:spPr/>
      <dgm:t>
        <a:bodyPr/>
        <a:lstStyle/>
        <a:p>
          <a:endParaRPr lang="en-IN"/>
        </a:p>
      </dgm:t>
    </dgm:pt>
    <dgm:pt modelId="{E0003A8F-BB1B-46CF-9074-A852B5778661}" type="parTrans" cxnId="{0C9E520F-8876-4BCA-80EC-2156810E9387}">
      <dgm:prSet/>
      <dgm:spPr/>
      <dgm:t>
        <a:bodyPr/>
        <a:lstStyle/>
        <a:p>
          <a:endParaRPr lang="en-IN"/>
        </a:p>
      </dgm:t>
    </dgm:pt>
    <dgm:pt modelId="{3D55D3E6-D559-4176-86F9-1733CAB02ABC}" type="sibTrans" cxnId="{0C9E520F-8876-4BCA-80EC-2156810E9387}">
      <dgm:prSet/>
      <dgm:spPr/>
      <dgm:t>
        <a:bodyPr/>
        <a:lstStyle/>
        <a:p>
          <a:endParaRPr lang="en-IN"/>
        </a:p>
      </dgm:t>
    </dgm:pt>
    <dgm:pt modelId="{C4450F1B-F52D-4069-8EC3-3F90EE95BEDC}">
      <dgm:prSet phldrT="[Text]" phldr="1"/>
      <dgm:spPr/>
      <dgm:t>
        <a:bodyPr/>
        <a:lstStyle/>
        <a:p>
          <a:endParaRPr lang="en-IN"/>
        </a:p>
      </dgm:t>
    </dgm:pt>
    <dgm:pt modelId="{F88D0FED-D904-4E4C-AF7C-320321311737}" type="parTrans" cxnId="{5C4D536E-954B-44D5-811A-66362FBD8364}">
      <dgm:prSet/>
      <dgm:spPr/>
      <dgm:t>
        <a:bodyPr/>
        <a:lstStyle/>
        <a:p>
          <a:endParaRPr lang="en-IN"/>
        </a:p>
      </dgm:t>
    </dgm:pt>
    <dgm:pt modelId="{47DA87EF-95FE-47E5-90AD-01B39CFAB0E3}" type="sibTrans" cxnId="{5C4D536E-954B-44D5-811A-66362FBD8364}">
      <dgm:prSet/>
      <dgm:spPr/>
      <dgm:t>
        <a:bodyPr/>
        <a:lstStyle/>
        <a:p>
          <a:endParaRPr lang="en-IN"/>
        </a:p>
      </dgm:t>
    </dgm:pt>
    <dgm:pt modelId="{471BC312-268F-4052-BCCA-792FF66AC263}">
      <dgm:prSet phldrT="[Text]" phldr="1"/>
      <dgm:spPr/>
      <dgm:t>
        <a:bodyPr/>
        <a:lstStyle/>
        <a:p>
          <a:endParaRPr lang="en-IN"/>
        </a:p>
      </dgm:t>
    </dgm:pt>
    <dgm:pt modelId="{B09FFA18-50F3-4168-B532-E574ABE36101}" type="parTrans" cxnId="{4B74F42C-4739-40FE-8B53-16BD8B1C228A}">
      <dgm:prSet/>
      <dgm:spPr/>
      <dgm:t>
        <a:bodyPr/>
        <a:lstStyle/>
        <a:p>
          <a:endParaRPr lang="en-IN"/>
        </a:p>
      </dgm:t>
    </dgm:pt>
    <dgm:pt modelId="{E1BCF3A4-5CB3-4C38-A2DD-E1CD970514A1}" type="sibTrans" cxnId="{4B74F42C-4739-40FE-8B53-16BD8B1C228A}">
      <dgm:prSet/>
      <dgm:spPr/>
      <dgm:t>
        <a:bodyPr/>
        <a:lstStyle/>
        <a:p>
          <a:endParaRPr lang="en-IN"/>
        </a:p>
      </dgm:t>
    </dgm:pt>
    <dgm:pt modelId="{BCB1CFC5-4167-4876-9B2C-082BB1F57D70}">
      <dgm:prSet phldrT="[Text]" phldr="1"/>
      <dgm:spPr/>
      <dgm:t>
        <a:bodyPr/>
        <a:lstStyle/>
        <a:p>
          <a:endParaRPr lang="en-IN"/>
        </a:p>
      </dgm:t>
    </dgm:pt>
    <dgm:pt modelId="{6BA1F292-0B4D-4C5A-890C-2DCBF00B1A62}" type="parTrans" cxnId="{3A3E201D-DAFB-4841-B553-6666A27BF787}">
      <dgm:prSet/>
      <dgm:spPr/>
      <dgm:t>
        <a:bodyPr/>
        <a:lstStyle/>
        <a:p>
          <a:endParaRPr lang="en-IN"/>
        </a:p>
      </dgm:t>
    </dgm:pt>
    <dgm:pt modelId="{85326D49-8F3B-4A54-91FD-17C4C709084F}" type="sibTrans" cxnId="{3A3E201D-DAFB-4841-B553-6666A27BF787}">
      <dgm:prSet/>
      <dgm:spPr/>
      <dgm:t>
        <a:bodyPr/>
        <a:lstStyle/>
        <a:p>
          <a:endParaRPr lang="en-IN"/>
        </a:p>
      </dgm:t>
    </dgm:pt>
    <dgm:pt modelId="{44F70A27-C1AE-447E-A18A-AE9E03231C6E}" type="pres">
      <dgm:prSet presAssocID="{72674AEB-E3C3-4D46-A60D-4EF84FAC974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0A4FD1B-183D-4DD7-B288-C9664B367EE0}" type="pres">
      <dgm:prSet presAssocID="{906DF87A-6B75-4BBC-B459-18CA0E8701BE}" presName="linNode" presStyleCnt="0"/>
      <dgm:spPr/>
    </dgm:pt>
    <dgm:pt modelId="{0D9872A0-C71A-4C9A-A6A6-AC4E5C96CD7F}" type="pres">
      <dgm:prSet presAssocID="{906DF87A-6B75-4BBC-B459-18CA0E8701B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B41468-4C42-420E-A8EA-CD4A6FF6730D}" type="pres">
      <dgm:prSet presAssocID="{906DF87A-6B75-4BBC-B459-18CA0E8701B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5492467-8487-4598-9EA0-A17E67B3521C}" type="pres">
      <dgm:prSet presAssocID="{86EAAD7D-8A9B-4E6E-A2DF-48A8E7BDAAB1}" presName="spacing" presStyleCnt="0"/>
      <dgm:spPr/>
    </dgm:pt>
    <dgm:pt modelId="{BBE32010-4BAB-41C5-AF54-3B17FDBDFF72}" type="pres">
      <dgm:prSet presAssocID="{C4450F1B-F52D-4069-8EC3-3F90EE95BEDC}" presName="linNode" presStyleCnt="0"/>
      <dgm:spPr/>
    </dgm:pt>
    <dgm:pt modelId="{42D61BD2-E58B-4FC9-B789-C45CB578BCC3}" type="pres">
      <dgm:prSet presAssocID="{C4450F1B-F52D-4069-8EC3-3F90EE95BED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CAF23B-BE2D-4588-849F-DF4F1549FFD0}" type="pres">
      <dgm:prSet presAssocID="{C4450F1B-F52D-4069-8EC3-3F90EE95BED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D367542-6DD2-40A6-8B60-1E4D3F0C3EF1}" type="presOf" srcId="{0B600AA9-163B-4A45-B214-27B81863CAF2}" destId="{12B41468-4C42-420E-A8EA-CD4A6FF6730D}" srcOrd="0" destOrd="0" presId="urn:microsoft.com/office/officeart/2005/8/layout/vList6"/>
    <dgm:cxn modelId="{E0188384-751C-44D3-8FC0-ECEF2ED95025}" srcId="{906DF87A-6B75-4BBC-B459-18CA0E8701BE}" destId="{0B600AA9-163B-4A45-B214-27B81863CAF2}" srcOrd="0" destOrd="0" parTransId="{F651D234-9E86-4A6B-A6A0-AA9080506C27}" sibTransId="{CED7D792-52D5-40B6-A313-499388FB92C3}"/>
    <dgm:cxn modelId="{4B74F42C-4739-40FE-8B53-16BD8B1C228A}" srcId="{C4450F1B-F52D-4069-8EC3-3F90EE95BEDC}" destId="{471BC312-268F-4052-BCCA-792FF66AC263}" srcOrd="0" destOrd="0" parTransId="{B09FFA18-50F3-4168-B532-E574ABE36101}" sibTransId="{E1BCF3A4-5CB3-4C38-A2DD-E1CD970514A1}"/>
    <dgm:cxn modelId="{A76A2145-5472-4B17-86AA-CBF5E147D239}" type="presOf" srcId="{BCB1CFC5-4167-4876-9B2C-082BB1F57D70}" destId="{7ACAF23B-BE2D-4588-849F-DF4F1549FFD0}" srcOrd="0" destOrd="1" presId="urn:microsoft.com/office/officeart/2005/8/layout/vList6"/>
    <dgm:cxn modelId="{5C4D536E-954B-44D5-811A-66362FBD8364}" srcId="{72674AEB-E3C3-4D46-A60D-4EF84FAC9741}" destId="{C4450F1B-F52D-4069-8EC3-3F90EE95BEDC}" srcOrd="1" destOrd="0" parTransId="{F88D0FED-D904-4E4C-AF7C-320321311737}" sibTransId="{47DA87EF-95FE-47E5-90AD-01B39CFAB0E3}"/>
    <dgm:cxn modelId="{12EB91D4-2954-4ECB-9B17-976CA5E74B9E}" type="presOf" srcId="{ED606BCC-4AA0-4BFD-AE7F-D33273DA54A9}" destId="{12B41468-4C42-420E-A8EA-CD4A6FF6730D}" srcOrd="0" destOrd="1" presId="urn:microsoft.com/office/officeart/2005/8/layout/vList6"/>
    <dgm:cxn modelId="{DD83C0CF-BE2E-4D1C-ACB7-C7B4A1ED2380}" type="presOf" srcId="{906DF87A-6B75-4BBC-B459-18CA0E8701BE}" destId="{0D9872A0-C71A-4C9A-A6A6-AC4E5C96CD7F}" srcOrd="0" destOrd="0" presId="urn:microsoft.com/office/officeart/2005/8/layout/vList6"/>
    <dgm:cxn modelId="{9A44B365-5923-41E8-AD42-9BEDB9989A2D}" type="presOf" srcId="{C4450F1B-F52D-4069-8EC3-3F90EE95BEDC}" destId="{42D61BD2-E58B-4FC9-B789-C45CB578BCC3}" srcOrd="0" destOrd="0" presId="urn:microsoft.com/office/officeart/2005/8/layout/vList6"/>
    <dgm:cxn modelId="{54D73EAA-46EB-4981-84E3-1F4FBDA7A628}" type="presOf" srcId="{471BC312-268F-4052-BCCA-792FF66AC263}" destId="{7ACAF23B-BE2D-4588-849F-DF4F1549FFD0}" srcOrd="0" destOrd="0" presId="urn:microsoft.com/office/officeart/2005/8/layout/vList6"/>
    <dgm:cxn modelId="{437B0626-6042-49CE-B578-72D79ED238AF}" type="presOf" srcId="{72674AEB-E3C3-4D46-A60D-4EF84FAC9741}" destId="{44F70A27-C1AE-447E-A18A-AE9E03231C6E}" srcOrd="0" destOrd="0" presId="urn:microsoft.com/office/officeart/2005/8/layout/vList6"/>
    <dgm:cxn modelId="{DD9EAA9A-D0C0-4FB1-AEA9-793D32336414}" srcId="{72674AEB-E3C3-4D46-A60D-4EF84FAC9741}" destId="{906DF87A-6B75-4BBC-B459-18CA0E8701BE}" srcOrd="0" destOrd="0" parTransId="{C681E290-6030-4F87-97D8-00FD398DDAA8}" sibTransId="{86EAAD7D-8A9B-4E6E-A2DF-48A8E7BDAAB1}"/>
    <dgm:cxn modelId="{0C9E520F-8876-4BCA-80EC-2156810E9387}" srcId="{906DF87A-6B75-4BBC-B459-18CA0E8701BE}" destId="{ED606BCC-4AA0-4BFD-AE7F-D33273DA54A9}" srcOrd="1" destOrd="0" parTransId="{E0003A8F-BB1B-46CF-9074-A852B5778661}" sibTransId="{3D55D3E6-D559-4176-86F9-1733CAB02ABC}"/>
    <dgm:cxn modelId="{3A3E201D-DAFB-4841-B553-6666A27BF787}" srcId="{C4450F1B-F52D-4069-8EC3-3F90EE95BEDC}" destId="{BCB1CFC5-4167-4876-9B2C-082BB1F57D70}" srcOrd="1" destOrd="0" parTransId="{6BA1F292-0B4D-4C5A-890C-2DCBF00B1A62}" sibTransId="{85326D49-8F3B-4A54-91FD-17C4C709084F}"/>
    <dgm:cxn modelId="{871CAAA4-80B0-4EFD-BD6A-9788920CF64A}" type="presParOf" srcId="{44F70A27-C1AE-447E-A18A-AE9E03231C6E}" destId="{20A4FD1B-183D-4DD7-B288-C9664B367EE0}" srcOrd="0" destOrd="0" presId="urn:microsoft.com/office/officeart/2005/8/layout/vList6"/>
    <dgm:cxn modelId="{0EF26A58-DAF6-43CB-BF46-40D7D0427263}" type="presParOf" srcId="{20A4FD1B-183D-4DD7-B288-C9664B367EE0}" destId="{0D9872A0-C71A-4C9A-A6A6-AC4E5C96CD7F}" srcOrd="0" destOrd="0" presId="urn:microsoft.com/office/officeart/2005/8/layout/vList6"/>
    <dgm:cxn modelId="{6D37C599-655A-4D65-B650-93C02583E58B}" type="presParOf" srcId="{20A4FD1B-183D-4DD7-B288-C9664B367EE0}" destId="{12B41468-4C42-420E-A8EA-CD4A6FF6730D}" srcOrd="1" destOrd="0" presId="urn:microsoft.com/office/officeart/2005/8/layout/vList6"/>
    <dgm:cxn modelId="{FAC7A1FB-ACF7-4082-8396-67E4CB7C0350}" type="presParOf" srcId="{44F70A27-C1AE-447E-A18A-AE9E03231C6E}" destId="{15492467-8487-4598-9EA0-A17E67B3521C}" srcOrd="1" destOrd="0" presId="urn:microsoft.com/office/officeart/2005/8/layout/vList6"/>
    <dgm:cxn modelId="{2AE45E8E-2390-4D9E-AD54-40950C17B95B}" type="presParOf" srcId="{44F70A27-C1AE-447E-A18A-AE9E03231C6E}" destId="{BBE32010-4BAB-41C5-AF54-3B17FDBDFF72}" srcOrd="2" destOrd="0" presId="urn:microsoft.com/office/officeart/2005/8/layout/vList6"/>
    <dgm:cxn modelId="{F4986921-4D02-4CFD-AE76-26EE82D27C40}" type="presParOf" srcId="{BBE32010-4BAB-41C5-AF54-3B17FDBDFF72}" destId="{42D61BD2-E58B-4FC9-B789-C45CB578BCC3}" srcOrd="0" destOrd="0" presId="urn:microsoft.com/office/officeart/2005/8/layout/vList6"/>
    <dgm:cxn modelId="{1A850BCE-1CCA-499B-BF38-5156051ED78E}" type="presParOf" srcId="{BBE32010-4BAB-41C5-AF54-3B17FDBDFF72}" destId="{7ACAF23B-BE2D-4588-849F-DF4F1549FFD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70C9A-AAE3-4C29-8AF7-78AA8F6AE0F2}">
      <dsp:nvSpPr>
        <dsp:cNvPr id="0" name=""/>
        <dsp:cNvSpPr/>
      </dsp:nvSpPr>
      <dsp:spPr>
        <a:xfrm>
          <a:off x="622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-1050033" y="1705490"/>
        <a:ext cx="2637361" cy="536049"/>
      </dsp:txXfrm>
    </dsp:sp>
    <dsp:sp modelId="{33A9604F-B883-49A4-A141-5F452E96E1CD}">
      <dsp:nvSpPr>
        <dsp:cNvPr id="0" name=""/>
        <dsp:cNvSpPr/>
      </dsp:nvSpPr>
      <dsp:spPr>
        <a:xfrm>
          <a:off x="536671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536671" y="654834"/>
        <a:ext cx="1996783" cy="3216294"/>
      </dsp:txXfrm>
    </dsp:sp>
    <dsp:sp modelId="{1A139D2A-7874-4A85-AA8F-E362F8E74FF5}">
      <dsp:nvSpPr>
        <dsp:cNvPr id="0" name=""/>
        <dsp:cNvSpPr/>
      </dsp:nvSpPr>
      <dsp:spPr>
        <a:xfrm>
          <a:off x="2774677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1724020" y="1705490"/>
        <a:ext cx="2637361" cy="536049"/>
      </dsp:txXfrm>
    </dsp:sp>
    <dsp:sp modelId="{5C3D7227-E302-465F-993B-9DA6D2B20C54}">
      <dsp:nvSpPr>
        <dsp:cNvPr id="0" name=""/>
        <dsp:cNvSpPr/>
      </dsp:nvSpPr>
      <dsp:spPr>
        <a:xfrm rot="5400000">
          <a:off x="2551860" y="3209695"/>
          <a:ext cx="472436" cy="40203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81E49-612C-485D-A5A2-9DD55C023C22}">
      <dsp:nvSpPr>
        <dsp:cNvPr id="0" name=""/>
        <dsp:cNvSpPr/>
      </dsp:nvSpPr>
      <dsp:spPr>
        <a:xfrm>
          <a:off x="3310726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3310726" y="654834"/>
        <a:ext cx="1996783" cy="3216294"/>
      </dsp:txXfrm>
    </dsp:sp>
    <dsp:sp modelId="{09A88016-1394-4CD7-83F5-42531594CA33}">
      <dsp:nvSpPr>
        <dsp:cNvPr id="0" name=""/>
        <dsp:cNvSpPr/>
      </dsp:nvSpPr>
      <dsp:spPr>
        <a:xfrm>
          <a:off x="5548731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4498075" y="1705490"/>
        <a:ext cx="2637361" cy="536049"/>
      </dsp:txXfrm>
    </dsp:sp>
    <dsp:sp modelId="{3D686692-95B2-4347-A50F-5AECE405B526}">
      <dsp:nvSpPr>
        <dsp:cNvPr id="0" name=""/>
        <dsp:cNvSpPr/>
      </dsp:nvSpPr>
      <dsp:spPr>
        <a:xfrm rot="5400000">
          <a:off x="5325914" y="3209695"/>
          <a:ext cx="472436" cy="40203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EF128-514A-4C6D-9C85-7FD2A8E0A614}">
      <dsp:nvSpPr>
        <dsp:cNvPr id="0" name=""/>
        <dsp:cNvSpPr/>
      </dsp:nvSpPr>
      <dsp:spPr>
        <a:xfrm>
          <a:off x="6084780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6084780" y="654834"/>
        <a:ext cx="1996783" cy="3216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70C9A-AAE3-4C29-8AF7-78AA8F6AE0F2}">
      <dsp:nvSpPr>
        <dsp:cNvPr id="0" name=""/>
        <dsp:cNvSpPr/>
      </dsp:nvSpPr>
      <dsp:spPr>
        <a:xfrm>
          <a:off x="622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-1050033" y="1705490"/>
        <a:ext cx="2637361" cy="536049"/>
      </dsp:txXfrm>
    </dsp:sp>
    <dsp:sp modelId="{33A9604F-B883-49A4-A141-5F452E96E1CD}">
      <dsp:nvSpPr>
        <dsp:cNvPr id="0" name=""/>
        <dsp:cNvSpPr/>
      </dsp:nvSpPr>
      <dsp:spPr>
        <a:xfrm>
          <a:off x="536671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536671" y="654834"/>
        <a:ext cx="1996783" cy="3216294"/>
      </dsp:txXfrm>
    </dsp:sp>
    <dsp:sp modelId="{1A139D2A-7874-4A85-AA8F-E362F8E74FF5}">
      <dsp:nvSpPr>
        <dsp:cNvPr id="0" name=""/>
        <dsp:cNvSpPr/>
      </dsp:nvSpPr>
      <dsp:spPr>
        <a:xfrm>
          <a:off x="2774677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1724020" y="1705490"/>
        <a:ext cx="2637361" cy="536049"/>
      </dsp:txXfrm>
    </dsp:sp>
    <dsp:sp modelId="{5C3D7227-E302-465F-993B-9DA6D2B20C54}">
      <dsp:nvSpPr>
        <dsp:cNvPr id="0" name=""/>
        <dsp:cNvSpPr/>
      </dsp:nvSpPr>
      <dsp:spPr>
        <a:xfrm rot="5400000">
          <a:off x="2551860" y="3209695"/>
          <a:ext cx="472436" cy="40203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81E49-612C-485D-A5A2-9DD55C023C22}">
      <dsp:nvSpPr>
        <dsp:cNvPr id="0" name=""/>
        <dsp:cNvSpPr/>
      </dsp:nvSpPr>
      <dsp:spPr>
        <a:xfrm>
          <a:off x="3310726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3310726" y="654834"/>
        <a:ext cx="1996783" cy="3216294"/>
      </dsp:txXfrm>
    </dsp:sp>
    <dsp:sp modelId="{09A88016-1394-4CD7-83F5-42531594CA33}">
      <dsp:nvSpPr>
        <dsp:cNvPr id="0" name=""/>
        <dsp:cNvSpPr/>
      </dsp:nvSpPr>
      <dsp:spPr>
        <a:xfrm>
          <a:off x="5548731" y="654834"/>
          <a:ext cx="2680245" cy="321629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000" kern="1200"/>
        </a:p>
      </dsp:txBody>
      <dsp:txXfrm rot="16200000">
        <a:off x="4498075" y="1705490"/>
        <a:ext cx="2637361" cy="536049"/>
      </dsp:txXfrm>
    </dsp:sp>
    <dsp:sp modelId="{3D686692-95B2-4347-A50F-5AECE405B526}">
      <dsp:nvSpPr>
        <dsp:cNvPr id="0" name=""/>
        <dsp:cNvSpPr/>
      </dsp:nvSpPr>
      <dsp:spPr>
        <a:xfrm rot="5400000">
          <a:off x="5325914" y="3209695"/>
          <a:ext cx="472436" cy="40203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EF128-514A-4C6D-9C85-7FD2A8E0A614}">
      <dsp:nvSpPr>
        <dsp:cNvPr id="0" name=""/>
        <dsp:cNvSpPr/>
      </dsp:nvSpPr>
      <dsp:spPr>
        <a:xfrm>
          <a:off x="6084780" y="654834"/>
          <a:ext cx="1996783" cy="32162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6084780" y="654834"/>
        <a:ext cx="1996783" cy="32162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CBCE1-105A-49FD-9E63-0877F7301FD6}">
      <dsp:nvSpPr>
        <dsp:cNvPr id="0" name=""/>
        <dsp:cNvSpPr/>
      </dsp:nvSpPr>
      <dsp:spPr>
        <a:xfrm rot="5400000">
          <a:off x="4935585" y="-2037367"/>
          <a:ext cx="1125790" cy="55107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Eligibility based on </a:t>
          </a:r>
          <a:r>
            <a:rPr lang="en-US" sz="1400" b="1" kern="1200" dirty="0">
              <a:latin typeface="Bookman Old Style" panose="02050604050505020204" pitchFamily="18" charset="0"/>
            </a:rPr>
            <a:t>Land requirements</a:t>
          </a:r>
          <a:r>
            <a:rPr lang="en-US" sz="1400" kern="1200" dirty="0">
              <a:latin typeface="Bookman Old Style" panose="02050604050505020204" pitchFamily="18" charset="0"/>
            </a:rPr>
            <a:t> </a:t>
          </a:r>
          <a:r>
            <a:rPr lang="en-US" sz="1400" b="1" kern="1200" dirty="0">
              <a:latin typeface="Bookman Old Style" panose="02050604050505020204" pitchFamily="18" charset="0"/>
            </a:rPr>
            <a:t>&amp; Net-worth</a:t>
          </a:r>
          <a:r>
            <a:rPr lang="en-US" sz="1400" kern="1200" dirty="0">
              <a:latin typeface="Bookman Old Style" panose="02050604050505020204" pitchFamily="18" charset="0"/>
            </a:rPr>
            <a:t> of the applicant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>
              <a:latin typeface="Bookman Old Style" panose="02050604050505020204" pitchFamily="18" charset="0"/>
            </a:rPr>
            <a:t>Supporting documents</a:t>
          </a:r>
          <a:r>
            <a:rPr lang="en-US" sz="1400" kern="1200" dirty="0">
              <a:latin typeface="Bookman Old Style" panose="02050604050505020204" pitchFamily="18" charset="0"/>
            </a:rPr>
            <a:t> related to BMF application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DPR will be reviewed only if above mentioned criteria are fulfilled</a:t>
          </a:r>
          <a:endParaRPr lang="en-IN" sz="1400" kern="1200" dirty="0">
            <a:latin typeface="Bookman Old Style" panose="02050604050505020204" pitchFamily="18" charset="0"/>
          </a:endParaRPr>
        </a:p>
      </dsp:txBody>
      <dsp:txXfrm rot="-5400000">
        <a:off x="2743089" y="210086"/>
        <a:ext cx="5455827" cy="1015876"/>
      </dsp:txXfrm>
    </dsp:sp>
    <dsp:sp modelId="{CE4137A1-BDD5-44E2-A6B6-FA1183C7F6A5}">
      <dsp:nvSpPr>
        <dsp:cNvPr id="0" name=""/>
        <dsp:cNvSpPr/>
      </dsp:nvSpPr>
      <dsp:spPr>
        <a:xfrm>
          <a:off x="356509" y="128039"/>
          <a:ext cx="2386579" cy="11799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latin typeface="Bookman Old Style" panose="02050604050505020204" pitchFamily="18" charset="0"/>
            </a:rPr>
            <a:t>Screening of BMF Applications submitted with DPR</a:t>
          </a:r>
          <a:endParaRPr lang="en-IN" sz="1600" b="0" kern="1200" dirty="0">
            <a:latin typeface="Bookman Old Style" panose="02050604050505020204" pitchFamily="18" charset="0"/>
          </a:endParaRPr>
        </a:p>
      </dsp:txBody>
      <dsp:txXfrm>
        <a:off x="414110" y="185640"/>
        <a:ext cx="2271377" cy="1064767"/>
      </dsp:txXfrm>
    </dsp:sp>
    <dsp:sp modelId="{84994177-87D5-4A5D-8FED-052511975EEF}">
      <dsp:nvSpPr>
        <dsp:cNvPr id="0" name=""/>
        <dsp:cNvSpPr/>
      </dsp:nvSpPr>
      <dsp:spPr>
        <a:xfrm rot="5400000">
          <a:off x="4943812" y="-932322"/>
          <a:ext cx="1060800" cy="56178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solidFill>
                <a:srgbClr val="FF0000"/>
              </a:solidFill>
              <a:latin typeface="Bookman Old Style" panose="02050604050505020204" pitchFamily="18" charset="0"/>
            </a:rPr>
            <a:t>Please note that receipt of Bank Forwarding letter does not mean the application is selected/approved for subsidy. 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solidFill>
                <a:srgbClr val="FF0000"/>
              </a:solidFill>
              <a:latin typeface="Bookman Old Style" panose="02050604050505020204" pitchFamily="18" charset="0"/>
            </a:rPr>
            <a:t>Applicant is supposed to arrange for </a:t>
          </a:r>
          <a:r>
            <a:rPr lang="en-US" sz="14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FINAL BANK SANCTION LETTER</a:t>
          </a:r>
          <a:endParaRPr lang="en-IN" sz="1600" kern="1200" dirty="0">
            <a:latin typeface="Bookman Old Style" panose="02050604050505020204" pitchFamily="18" charset="0"/>
          </a:endParaRPr>
        </a:p>
      </dsp:txBody>
      <dsp:txXfrm rot="-5400000">
        <a:off x="2665283" y="1397991"/>
        <a:ext cx="5566074" cy="957232"/>
      </dsp:txXfrm>
    </dsp:sp>
    <dsp:sp modelId="{FBD5DA9E-C0B7-47E3-B3F3-450E1134578A}">
      <dsp:nvSpPr>
        <dsp:cNvPr id="0" name=""/>
        <dsp:cNvSpPr/>
      </dsp:nvSpPr>
      <dsp:spPr>
        <a:xfrm>
          <a:off x="457191" y="1340182"/>
          <a:ext cx="2203845" cy="1059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latin typeface="Bookman Old Style" panose="02050604050505020204" pitchFamily="18" charset="0"/>
            </a:rPr>
            <a:t>Bank Forwarding Letters issued</a:t>
          </a:r>
          <a:endParaRPr lang="en-IN" sz="1600" kern="1200" dirty="0">
            <a:latin typeface="Bookman Old Style" panose="02050604050505020204" pitchFamily="18" charset="0"/>
          </a:endParaRPr>
        </a:p>
      </dsp:txBody>
      <dsp:txXfrm>
        <a:off x="508923" y="1391914"/>
        <a:ext cx="2100381" cy="956280"/>
      </dsp:txXfrm>
    </dsp:sp>
    <dsp:sp modelId="{D03A73F9-7D9B-4206-A38C-DF0A1B027586}">
      <dsp:nvSpPr>
        <dsp:cNvPr id="0" name=""/>
        <dsp:cNvSpPr/>
      </dsp:nvSpPr>
      <dsp:spPr>
        <a:xfrm rot="5400000">
          <a:off x="4907123" y="329862"/>
          <a:ext cx="1134172" cy="558369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All documents (</a:t>
          </a:r>
          <a:r>
            <a:rPr lang="en-US" sz="1400" b="1" kern="1200" dirty="0">
              <a:latin typeface="Bookman Old Style" panose="02050604050505020204" pitchFamily="18" charset="0"/>
            </a:rPr>
            <a:t>Land Documents, Net worth Certificate, DPR, Final Bank Sanction letter, ROI IRR sheet</a:t>
          </a:r>
          <a:r>
            <a:rPr lang="en-US" sz="1400" kern="1200" dirty="0">
              <a:latin typeface="Bookman Old Style" panose="02050604050505020204" pitchFamily="18" charset="0"/>
            </a:rPr>
            <a:t>) of the applicant will be forwarded to DAHD for putting forth in upcoming National Steering Committee (NSC) meeting. </a:t>
          </a:r>
          <a:endParaRPr lang="en-IN" sz="1400" kern="1200" dirty="0">
            <a:latin typeface="Bookman Old Style" panose="02050604050505020204" pitchFamily="18" charset="0"/>
          </a:endParaRPr>
        </a:p>
      </dsp:txBody>
      <dsp:txXfrm rot="-5400000">
        <a:off x="2682364" y="2609987"/>
        <a:ext cx="5528325" cy="1023440"/>
      </dsp:txXfrm>
    </dsp:sp>
    <dsp:sp modelId="{C6B02F05-D336-49D8-BD85-FFF608B36408}">
      <dsp:nvSpPr>
        <dsp:cNvPr id="0" name=""/>
        <dsp:cNvSpPr/>
      </dsp:nvSpPr>
      <dsp:spPr>
        <a:xfrm>
          <a:off x="447988" y="2531972"/>
          <a:ext cx="2234378" cy="1179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Bookman Old Style" panose="02050604050505020204" pitchFamily="18" charset="0"/>
            </a:rPr>
            <a:t>Applications with bank loan sanction letter</a:t>
          </a:r>
          <a:endParaRPr lang="en-IN" sz="1800" kern="1200" dirty="0">
            <a:latin typeface="Bookman Old Style" panose="02050604050505020204" pitchFamily="18" charset="0"/>
          </a:endParaRPr>
        </a:p>
      </dsp:txBody>
      <dsp:txXfrm>
        <a:off x="505568" y="2589552"/>
        <a:ext cx="2119218" cy="1064380"/>
      </dsp:txXfrm>
    </dsp:sp>
    <dsp:sp modelId="{3D6CA9C0-3A94-42BE-8B75-22A36B3AD76C}">
      <dsp:nvSpPr>
        <dsp:cNvPr id="0" name=""/>
        <dsp:cNvSpPr/>
      </dsp:nvSpPr>
      <dsp:spPr>
        <a:xfrm rot="5400000">
          <a:off x="4554964" y="2151470"/>
          <a:ext cx="2070419" cy="55107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>
              <a:latin typeface="Bookman Old Style" panose="02050604050505020204" pitchFamily="18" charset="0"/>
            </a:rPr>
            <a:t>Sanction Letter </a:t>
          </a:r>
          <a:r>
            <a:rPr lang="en-US" sz="1400" kern="1200" dirty="0">
              <a:latin typeface="Bookman Old Style" panose="02050604050505020204" pitchFamily="18" charset="0"/>
            </a:rPr>
            <a:t>is mailed to the applicant 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>
              <a:latin typeface="Bookman Old Style" panose="02050604050505020204" pitchFamily="18" charset="0"/>
            </a:rPr>
            <a:t>Grant Agreement </a:t>
          </a:r>
          <a:r>
            <a:rPr lang="en-US" sz="1400" kern="1200" dirty="0">
              <a:latin typeface="Bookman Old Style" panose="02050604050505020204" pitchFamily="18" charset="0"/>
            </a:rPr>
            <a:t>b/w NDDB &amp; Applicant  (hard copy)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Opening of </a:t>
          </a:r>
          <a:r>
            <a:rPr lang="en-US" sz="1400" b="1" kern="1200" dirty="0">
              <a:latin typeface="Bookman Old Style" panose="02050604050505020204" pitchFamily="18" charset="0"/>
            </a:rPr>
            <a:t>saving bank </a:t>
          </a:r>
          <a:r>
            <a:rPr lang="en-US" sz="1400" kern="1200" dirty="0">
              <a:latin typeface="Bookman Old Style" panose="02050604050505020204" pitchFamily="18" charset="0"/>
            </a:rPr>
            <a:t>a/c (Vendor code creation)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>
              <a:latin typeface="Bookman Old Style" panose="02050604050505020204" pitchFamily="18" charset="0"/>
            </a:rPr>
            <a:t>Physical Verification </a:t>
          </a:r>
          <a:r>
            <a:rPr lang="en-US" sz="1400" kern="1200" dirty="0">
              <a:latin typeface="Bookman Old Style" panose="02050604050505020204" pitchFamily="18" charset="0"/>
            </a:rPr>
            <a:t>by NDDB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kern="1200" dirty="0">
              <a:latin typeface="Bookman Old Style" panose="02050604050505020204" pitchFamily="18" charset="0"/>
            </a:rPr>
            <a:t>Proof of</a:t>
          </a:r>
          <a:r>
            <a:rPr lang="en-US" sz="1400" b="1" kern="1200" dirty="0">
              <a:latin typeface="Bookman Old Style" panose="02050604050505020204" pitchFamily="18" charset="0"/>
            </a:rPr>
            <a:t> Loan disbursement </a:t>
          </a:r>
          <a:r>
            <a:rPr lang="en-US" sz="1400" kern="1200" dirty="0">
              <a:latin typeface="Bookman Old Style" panose="02050604050505020204" pitchFamily="18" charset="0"/>
            </a:rPr>
            <a:t>and </a:t>
          </a:r>
          <a:r>
            <a:rPr lang="en-US" sz="1400" b="1" kern="1200" dirty="0">
              <a:latin typeface="Bookman Old Style" panose="02050604050505020204" pitchFamily="18" charset="0"/>
            </a:rPr>
            <a:t>promoter’s</a:t>
          </a:r>
          <a:r>
            <a:rPr lang="en-US" sz="1400" kern="1200" dirty="0">
              <a:latin typeface="Bookman Old Style" panose="02050604050505020204" pitchFamily="18" charset="0"/>
            </a:rPr>
            <a:t> </a:t>
          </a:r>
          <a:r>
            <a:rPr lang="en-US" sz="1400" b="1" kern="1200" dirty="0">
              <a:latin typeface="Bookman Old Style" panose="02050604050505020204" pitchFamily="18" charset="0"/>
            </a:rPr>
            <a:t>contribution</a:t>
          </a:r>
          <a:r>
            <a:rPr lang="en-US" sz="1400" kern="1200" dirty="0">
              <a:latin typeface="Bookman Old Style" panose="02050604050505020204" pitchFamily="18" charset="0"/>
            </a:rPr>
            <a:t> in BMF project account.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>
              <a:latin typeface="Bookman Old Style" panose="02050604050505020204" pitchFamily="18" charset="0"/>
            </a:rPr>
            <a:t>Release of Grant Subsidy as per guidelines</a:t>
          </a:r>
          <a:endParaRPr lang="en-IN" sz="1400" b="1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Implementation &amp; Monitoring of the project </a:t>
          </a:r>
          <a:endParaRPr lang="en-IN" sz="1400" kern="1200" dirty="0">
            <a:latin typeface="Bookman Old Style" panose="020506040505050202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Bookman Old Style" panose="02050604050505020204" pitchFamily="18" charset="0"/>
            </a:rPr>
            <a:t>Interest refund of </a:t>
          </a:r>
          <a:r>
            <a:rPr lang="en-US" sz="1400" kern="1200" dirty="0" err="1">
              <a:latin typeface="Bookman Old Style" panose="02050604050505020204" pitchFamily="18" charset="0"/>
            </a:rPr>
            <a:t>GoI</a:t>
          </a:r>
          <a:r>
            <a:rPr lang="en-US" sz="1400" kern="1200" dirty="0">
              <a:latin typeface="Bookman Old Style" panose="02050604050505020204" pitchFamily="18" charset="0"/>
            </a:rPr>
            <a:t> subsidy on 31</a:t>
          </a:r>
          <a:r>
            <a:rPr lang="en-US" sz="1400" kern="1200" baseline="30000" dirty="0">
              <a:latin typeface="Bookman Old Style" panose="02050604050505020204" pitchFamily="18" charset="0"/>
            </a:rPr>
            <a:t>st</a:t>
          </a:r>
          <a:r>
            <a:rPr lang="en-US" sz="1400" kern="1200" dirty="0">
              <a:latin typeface="Bookman Old Style" panose="02050604050505020204" pitchFamily="18" charset="0"/>
            </a:rPr>
            <a:t> March of every year</a:t>
          </a:r>
          <a:endParaRPr lang="en-IN" sz="1400" kern="1200" dirty="0">
            <a:latin typeface="Bookman Old Style" panose="02050604050505020204" pitchFamily="18" charset="0"/>
          </a:endParaRPr>
        </a:p>
      </dsp:txBody>
      <dsp:txXfrm rot="-5400000">
        <a:off x="2834782" y="3972722"/>
        <a:ext cx="5409714" cy="1868279"/>
      </dsp:txXfrm>
    </dsp:sp>
    <dsp:sp modelId="{4A2222A0-0CFE-4409-8CB2-5A7238D08FEA}">
      <dsp:nvSpPr>
        <dsp:cNvPr id="0" name=""/>
        <dsp:cNvSpPr/>
      </dsp:nvSpPr>
      <dsp:spPr>
        <a:xfrm>
          <a:off x="447988" y="3894324"/>
          <a:ext cx="2386796" cy="18654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latin typeface="Bookman Old Style" panose="02050604050505020204" pitchFamily="18" charset="0"/>
            </a:rPr>
            <a:t>Approved by DAHD</a:t>
          </a:r>
        </a:p>
      </dsp:txBody>
      <dsp:txXfrm>
        <a:off x="539053" y="3985389"/>
        <a:ext cx="2204666" cy="16833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28F79-3881-4597-BE40-BD28926BEAAD}">
      <dsp:nvSpPr>
        <dsp:cNvPr id="0" name=""/>
        <dsp:cNvSpPr/>
      </dsp:nvSpPr>
      <dsp:spPr>
        <a:xfrm rot="5400000">
          <a:off x="-195339" y="485996"/>
          <a:ext cx="1302261" cy="911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1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st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1" y="746449"/>
        <a:ext cx="911583" cy="390678"/>
      </dsp:txXfrm>
    </dsp:sp>
    <dsp:sp modelId="{8BD7A535-2BFC-4367-9CB6-1D3623230052}">
      <dsp:nvSpPr>
        <dsp:cNvPr id="0" name=""/>
        <dsp:cNvSpPr/>
      </dsp:nvSpPr>
      <dsp:spPr>
        <a:xfrm rot="5400000">
          <a:off x="4214735" y="-3173493"/>
          <a:ext cx="1168912" cy="77752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Receipt of hard copy of duly signed Grant Agreement from Applicant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Monitoring report of first physical verification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Proof of disbursement by Bank and Promoter’s Contribution adding up to 12.5%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</dsp:txBody>
      <dsp:txXfrm rot="-5400000">
        <a:off x="911583" y="186721"/>
        <a:ext cx="7718154" cy="1054788"/>
      </dsp:txXfrm>
    </dsp:sp>
    <dsp:sp modelId="{B18D5F79-B606-4C52-BDFC-C3C64E93A013}">
      <dsp:nvSpPr>
        <dsp:cNvPr id="0" name=""/>
        <dsp:cNvSpPr/>
      </dsp:nvSpPr>
      <dsp:spPr>
        <a:xfrm rot="5400000">
          <a:off x="-195339" y="1892538"/>
          <a:ext cx="1302261" cy="911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2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nd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1" y="2152991"/>
        <a:ext cx="911583" cy="390678"/>
      </dsp:txXfrm>
    </dsp:sp>
    <dsp:sp modelId="{90468A30-047C-48C8-9104-AC93F72D8123}">
      <dsp:nvSpPr>
        <dsp:cNvPr id="0" name=""/>
        <dsp:cNvSpPr/>
      </dsp:nvSpPr>
      <dsp:spPr>
        <a:xfrm rot="5400000">
          <a:off x="4159052" y="-1767173"/>
          <a:ext cx="1280277" cy="77752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Submission of duly audited Fund Utilization Certificate (FUC) with supporting documents like bank statement, bills/invoices etc.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Proof of disbursement by Bank and Promoter’s Contribution adding up to 25%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</dsp:txBody>
      <dsp:txXfrm rot="-5400000">
        <a:off x="911583" y="1542794"/>
        <a:ext cx="7712718" cy="1155281"/>
      </dsp:txXfrm>
    </dsp:sp>
    <dsp:sp modelId="{ABAADA87-683B-405F-BE49-C380BF0B56A7}">
      <dsp:nvSpPr>
        <dsp:cNvPr id="0" name=""/>
        <dsp:cNvSpPr/>
      </dsp:nvSpPr>
      <dsp:spPr>
        <a:xfrm rot="5400000">
          <a:off x="-195339" y="3559247"/>
          <a:ext cx="1302261" cy="911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3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rd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1" y="3819700"/>
        <a:ext cx="911583" cy="390678"/>
      </dsp:txXfrm>
    </dsp:sp>
    <dsp:sp modelId="{4C303D99-0898-479D-8EED-7967D76B065B}">
      <dsp:nvSpPr>
        <dsp:cNvPr id="0" name=""/>
        <dsp:cNvSpPr/>
      </dsp:nvSpPr>
      <dsp:spPr>
        <a:xfrm rot="5400000">
          <a:off x="3898886" y="-100465"/>
          <a:ext cx="1800610" cy="77752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Monitoring report of second physical verification confirming civil work for 200 animal shed is complete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37.5%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Bookman Old Style" panose="02050604050505020204" pitchFamily="18" charset="0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911584" y="2974736"/>
        <a:ext cx="7687317" cy="1624812"/>
      </dsp:txXfrm>
    </dsp:sp>
    <dsp:sp modelId="{179849BF-8391-4273-ACBA-E3EDEF4CA1AE}">
      <dsp:nvSpPr>
        <dsp:cNvPr id="0" name=""/>
        <dsp:cNvSpPr/>
      </dsp:nvSpPr>
      <dsp:spPr>
        <a:xfrm rot="5400000">
          <a:off x="-195339" y="5087134"/>
          <a:ext cx="1302261" cy="911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4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1" y="5347587"/>
        <a:ext cx="911583" cy="390678"/>
      </dsp:txXfrm>
    </dsp:sp>
    <dsp:sp modelId="{5EE310F0-A0DB-4037-80C5-9E0AA716F111}">
      <dsp:nvSpPr>
        <dsp:cNvPr id="0" name=""/>
        <dsp:cNvSpPr/>
      </dsp:nvSpPr>
      <dsp:spPr>
        <a:xfrm rot="5400000">
          <a:off x="4188645" y="1627310"/>
          <a:ext cx="1221092" cy="77752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50%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911584" y="4963981"/>
        <a:ext cx="7715607" cy="1101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28F79-3881-4597-BE40-BD28926BEAAD}">
      <dsp:nvSpPr>
        <dsp:cNvPr id="0" name=""/>
        <dsp:cNvSpPr/>
      </dsp:nvSpPr>
      <dsp:spPr>
        <a:xfrm rot="5400000">
          <a:off x="-198919" y="662748"/>
          <a:ext cx="1212738" cy="84891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5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-17008" y="905297"/>
        <a:ext cx="848917" cy="363821"/>
      </dsp:txXfrm>
    </dsp:sp>
    <dsp:sp modelId="{8BD7A535-2BFC-4367-9CB6-1D3623230052}">
      <dsp:nvSpPr>
        <dsp:cNvPr id="0" name=""/>
        <dsp:cNvSpPr/>
      </dsp:nvSpPr>
      <dsp:spPr>
        <a:xfrm rot="5400000">
          <a:off x="4012261" y="-3043756"/>
          <a:ext cx="1477177" cy="78378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third physical verification confirming entire civil work is complete and 50% of the animals are inducted.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62.5%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831909" y="208706"/>
        <a:ext cx="7765772" cy="1332957"/>
      </dsp:txXfrm>
    </dsp:sp>
    <dsp:sp modelId="{B18D5F79-B606-4C52-BDFC-C3C64E93A013}">
      <dsp:nvSpPr>
        <dsp:cNvPr id="0" name=""/>
        <dsp:cNvSpPr/>
      </dsp:nvSpPr>
      <dsp:spPr>
        <a:xfrm rot="5400000">
          <a:off x="-198919" y="1809504"/>
          <a:ext cx="1212738" cy="84891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6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-17008" y="2052053"/>
        <a:ext cx="848917" cy="363821"/>
      </dsp:txXfrm>
    </dsp:sp>
    <dsp:sp modelId="{90468A30-047C-48C8-9104-AC93F72D8123}">
      <dsp:nvSpPr>
        <dsp:cNvPr id="0" name=""/>
        <dsp:cNvSpPr/>
      </dsp:nvSpPr>
      <dsp:spPr>
        <a:xfrm rot="5400000">
          <a:off x="4354105" y="-1677214"/>
          <a:ext cx="871632" cy="7793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75%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893044" y="1826397"/>
        <a:ext cx="7751205" cy="786532"/>
      </dsp:txXfrm>
    </dsp:sp>
    <dsp:sp modelId="{ABAADA87-683B-405F-BE49-C380BF0B56A7}">
      <dsp:nvSpPr>
        <dsp:cNvPr id="0" name=""/>
        <dsp:cNvSpPr/>
      </dsp:nvSpPr>
      <dsp:spPr>
        <a:xfrm rot="5400000">
          <a:off x="-168332" y="2981625"/>
          <a:ext cx="1212738" cy="84891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7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13579" y="3224174"/>
        <a:ext cx="848917" cy="363821"/>
      </dsp:txXfrm>
    </dsp:sp>
    <dsp:sp modelId="{4C303D99-0898-479D-8EED-7967D76B065B}">
      <dsp:nvSpPr>
        <dsp:cNvPr id="0" name=""/>
        <dsp:cNvSpPr/>
      </dsp:nvSpPr>
      <dsp:spPr>
        <a:xfrm rot="5400000">
          <a:off x="4024583" y="-503867"/>
          <a:ext cx="1418518" cy="79059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fourth physical verification confirming remaining 50% of the animals are inducted and birth of 10% of calves.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82.5% of sanctioned loan amount and own contribution</a:t>
          </a:r>
          <a:endParaRPr lang="en-IN" sz="1600" kern="1200" dirty="0">
            <a:latin typeface="Bookman Old Style" panose="0205060405050502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780885" y="2809077"/>
        <a:ext cx="7836669" cy="1280026"/>
      </dsp:txXfrm>
    </dsp:sp>
    <dsp:sp modelId="{179849BF-8391-4273-ACBA-E3EDEF4CA1AE}">
      <dsp:nvSpPr>
        <dsp:cNvPr id="0" name=""/>
        <dsp:cNvSpPr/>
      </dsp:nvSpPr>
      <dsp:spPr>
        <a:xfrm rot="5400000">
          <a:off x="-198919" y="4813041"/>
          <a:ext cx="1212738" cy="84891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8</a:t>
          </a:r>
          <a:r>
            <a:rPr lang="en-US" sz="1600" b="1" kern="1200" baseline="30000" dirty="0">
              <a:solidFill>
                <a:srgbClr val="FF0000"/>
              </a:solidFill>
              <a:latin typeface="Bookman Old Style" panose="02050604050505020204" pitchFamily="18" charset="0"/>
            </a:rPr>
            <a:t>th</a:t>
          </a:r>
          <a:r>
            <a:rPr lang="en-US" sz="1600" b="1" kern="1200" dirty="0">
              <a:solidFill>
                <a:srgbClr val="FF0000"/>
              </a:solidFill>
              <a:latin typeface="Bookman Old Style" panose="02050604050505020204" pitchFamily="18" charset="0"/>
            </a:rPr>
            <a:t> 12.5%</a:t>
          </a:r>
          <a:endParaRPr lang="en-IN" sz="1600" b="1" kern="1200" dirty="0">
            <a:solidFill>
              <a:srgbClr val="FF0000"/>
            </a:solidFill>
            <a:latin typeface="Bookman Old Style" panose="02050604050505020204" pitchFamily="18" charset="0"/>
          </a:endParaRPr>
        </a:p>
      </dsp:txBody>
      <dsp:txXfrm rot="-5400000">
        <a:off x="-17008" y="5055590"/>
        <a:ext cx="848917" cy="363821"/>
      </dsp:txXfrm>
    </dsp:sp>
    <dsp:sp modelId="{5EE310F0-A0DB-4037-80C5-9E0AA716F111}">
      <dsp:nvSpPr>
        <dsp:cNvPr id="0" name=""/>
        <dsp:cNvSpPr/>
      </dsp:nvSpPr>
      <dsp:spPr>
        <a:xfrm rot="5400000">
          <a:off x="3878452" y="1242925"/>
          <a:ext cx="1744795" cy="78378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Monitoring report of fourth physical verification confirming </a:t>
          </a:r>
          <a:r>
            <a:rPr lang="en-GB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availability of targeted number of heifers for sale as per DPR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Proof of disbursement by Bank and Promoter’s Contribution adding up to 100% of sanctioned loan amount and own contribution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Bookman Old Style" panose="02050604050505020204" pitchFamily="18" charset="0"/>
              <a:ea typeface="+mn-ea"/>
              <a:cs typeface="+mn-cs"/>
            </a:rPr>
            <a:t>Submission of duly audited Fund Utilization Certificate (FUC) with supporting documents like bank statement, bills/invoices etc.</a:t>
          </a: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Bookman Old Style" panose="02050604050505020204" pitchFamily="18" charset="0"/>
            <a:ea typeface="+mn-ea"/>
            <a:cs typeface="+mn-cs"/>
          </a:endParaRPr>
        </a:p>
      </dsp:txBody>
      <dsp:txXfrm rot="-5400000">
        <a:off x="831909" y="4374642"/>
        <a:ext cx="7752708" cy="157444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468-4C42-420E-A8EA-CD4A6FF6730D}">
      <dsp:nvSpPr>
        <dsp:cNvPr id="0" name=""/>
        <dsp:cNvSpPr/>
      </dsp:nvSpPr>
      <dsp:spPr>
        <a:xfrm>
          <a:off x="3291839" y="552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9889"/>
        <a:ext cx="4129750" cy="1616020"/>
      </dsp:txXfrm>
    </dsp:sp>
    <dsp:sp modelId="{0D9872A0-C71A-4C9A-A6A6-AC4E5C96CD7F}">
      <dsp:nvSpPr>
        <dsp:cNvPr id="0" name=""/>
        <dsp:cNvSpPr/>
      </dsp:nvSpPr>
      <dsp:spPr>
        <a:xfrm>
          <a:off x="0" y="552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105735"/>
        <a:ext cx="3081474" cy="1944328"/>
      </dsp:txXfrm>
    </dsp:sp>
    <dsp:sp modelId="{7ACAF23B-BE2D-4588-849F-DF4F1549FFD0}">
      <dsp:nvSpPr>
        <dsp:cNvPr id="0" name=""/>
        <dsp:cNvSpPr/>
      </dsp:nvSpPr>
      <dsp:spPr>
        <a:xfrm>
          <a:off x="3291839" y="2370716"/>
          <a:ext cx="4937760" cy="215469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5100" kern="1200"/>
        </a:p>
      </dsp:txBody>
      <dsp:txXfrm>
        <a:off x="3291839" y="2640053"/>
        <a:ext cx="4129750" cy="1616020"/>
      </dsp:txXfrm>
    </dsp:sp>
    <dsp:sp modelId="{42D61BD2-E58B-4FC9-B789-C45CB578BCC3}">
      <dsp:nvSpPr>
        <dsp:cNvPr id="0" name=""/>
        <dsp:cNvSpPr/>
      </dsp:nvSpPr>
      <dsp:spPr>
        <a:xfrm>
          <a:off x="0" y="2370716"/>
          <a:ext cx="3291840" cy="21546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500" kern="1200"/>
        </a:p>
      </dsp:txBody>
      <dsp:txXfrm>
        <a:off x="105183" y="2475899"/>
        <a:ext cx="3081474" cy="194432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79278-1CCF-431C-89C1-DFC2716F4560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44AAE-E4BA-40C4-938F-2E8CE65F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0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144AAE-E4BA-40C4-938F-2E8CE65F2CC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2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7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6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2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3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8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6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57327-1BE5-43D8-A2DD-16B263DFA5B1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E1221-F7D2-4CA2-BD63-26C90F8A0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7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3.xml"/><Relationship Id="rId9" Type="http://schemas.openxmlformats.org/officeDocument/2006/relationships/hyperlink" Target="https://eoi.nddb.coop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1.jpeg"/><Relationship Id="rId12" Type="http://schemas.openxmlformats.org/officeDocument/2006/relationships/diagramColors" Target="../diagrams/colors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openxmlformats.org/officeDocument/2006/relationships/diagramQuickStyle" Target="../diagrams/quickStyle8.xml"/><Relationship Id="rId5" Type="http://schemas.openxmlformats.org/officeDocument/2006/relationships/diagramColors" Target="../diagrams/colors7.xml"/><Relationship Id="rId10" Type="http://schemas.openxmlformats.org/officeDocument/2006/relationships/diagramLayout" Target="../diagrams/layout8.xml"/><Relationship Id="rId4" Type="http://schemas.openxmlformats.org/officeDocument/2006/relationships/diagramQuickStyle" Target="../diagrams/quickStyle7.xml"/><Relationship Id="rId9" Type="http://schemas.openxmlformats.org/officeDocument/2006/relationships/diagramData" Target="../diagrams/data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0.xml"/><Relationship Id="rId3" Type="http://schemas.openxmlformats.org/officeDocument/2006/relationships/diagramLayout" Target="../diagrams/layout9.xml"/><Relationship Id="rId7" Type="http://schemas.openxmlformats.org/officeDocument/2006/relationships/image" Target="../media/image1.jpeg"/><Relationship Id="rId12" Type="http://schemas.openxmlformats.org/officeDocument/2006/relationships/diagramColors" Target="../diagrams/colors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openxmlformats.org/officeDocument/2006/relationships/diagramQuickStyle" Target="../diagrams/quickStyle10.xml"/><Relationship Id="rId5" Type="http://schemas.openxmlformats.org/officeDocument/2006/relationships/diagramColors" Target="../diagrams/colors9.xml"/><Relationship Id="rId10" Type="http://schemas.openxmlformats.org/officeDocument/2006/relationships/diagramLayout" Target="../diagrams/layout10.xml"/><Relationship Id="rId4" Type="http://schemas.openxmlformats.org/officeDocument/2006/relationships/diagramQuickStyle" Target="../diagrams/quickStyle9.xml"/><Relationship Id="rId9" Type="http://schemas.openxmlformats.org/officeDocument/2006/relationships/diagramData" Target="../diagrams/data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2.xml"/><Relationship Id="rId3" Type="http://schemas.openxmlformats.org/officeDocument/2006/relationships/diagramLayout" Target="../diagrams/layout11.xml"/><Relationship Id="rId7" Type="http://schemas.openxmlformats.org/officeDocument/2006/relationships/image" Target="../media/image1.jpeg"/><Relationship Id="rId12" Type="http://schemas.openxmlformats.org/officeDocument/2006/relationships/diagramColors" Target="../diagrams/colors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openxmlformats.org/officeDocument/2006/relationships/diagramQuickStyle" Target="../diagrams/quickStyle12.xml"/><Relationship Id="rId5" Type="http://schemas.openxmlformats.org/officeDocument/2006/relationships/diagramColors" Target="../diagrams/colors11.xml"/><Relationship Id="rId10" Type="http://schemas.openxmlformats.org/officeDocument/2006/relationships/diagramLayout" Target="../diagrams/layout12.xml"/><Relationship Id="rId4" Type="http://schemas.openxmlformats.org/officeDocument/2006/relationships/diagramQuickStyle" Target="../diagrams/quickStyle11.xml"/><Relationship Id="rId9" Type="http://schemas.openxmlformats.org/officeDocument/2006/relationships/diagramData" Target="../diagrams/data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.jpe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rgm.nddb.coop/Contents/img/rgm-logo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03788"/>
            <a:ext cx="28956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-190500" y="4456588"/>
            <a:ext cx="9067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Bookman Old Style" panose="02050604050505020204" pitchFamily="18" charset="0"/>
              </a:rPr>
              <a:t>Breed Multiplication Farm (BMF)</a:t>
            </a:r>
            <a:endParaRPr lang="en-IN" sz="20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2" b="8729"/>
          <a:stretch/>
        </p:blipFill>
        <p:spPr>
          <a:xfrm>
            <a:off x="4187968" y="975239"/>
            <a:ext cx="4409380" cy="3162580"/>
          </a:xfrm>
        </p:spPr>
      </p:pic>
      <p:sp>
        <p:nvSpPr>
          <p:cNvPr id="6" name="TextBox 5"/>
          <p:cNvSpPr txBox="1"/>
          <p:nvPr/>
        </p:nvSpPr>
        <p:spPr>
          <a:xfrm>
            <a:off x="228600" y="4201606"/>
            <a:ext cx="89120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ookman Old Style" panose="02050604050505020204" pitchFamily="18" charset="0"/>
              </a:rPr>
              <a:t>At present entrepreneurs/farmers interested in taking up dairy programme are facing difficulties in </a:t>
            </a:r>
            <a:r>
              <a:rPr lang="en-US" sz="2800" b="1" dirty="0">
                <a:latin typeface="Bookman Old Style" panose="02050604050505020204" pitchFamily="18" charset="0"/>
              </a:rPr>
              <a:t>‘sourcing disease free high yielding heifers or cows/buffaloes’</a:t>
            </a:r>
            <a:r>
              <a:rPr lang="en-US" sz="2800" dirty="0">
                <a:latin typeface="Bookman Old Style" panose="02050604050505020204" pitchFamily="18" charset="0"/>
              </a:rPr>
              <a:t> &amp; therefore dependent on Cattle and Buffalo market for sourcing animals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34009" y="975239"/>
            <a:ext cx="3562108" cy="3162580"/>
          </a:xfrm>
          <a:prstGeom prst="rect">
            <a:avLst/>
          </a:prstGeom>
        </p:spPr>
      </p:pic>
      <p:pic>
        <p:nvPicPr>
          <p:cNvPr id="7" name="Picture 6" descr="http://rgm.nddb.coop/Contents/img/rgm-logo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34040"/>
            <a:ext cx="838200" cy="877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94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00" y="31498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DAHD launches BMF programme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996296"/>
            <a:ext cx="8686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Bookman Old Style" panose="02050604050505020204" pitchFamily="18" charset="0"/>
              </a:rPr>
              <a:t>Establishment of Breed Multiplication Farms through entrepreneurship model for making available high yielding cows/buffalo heifers to farmers at cost.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Provision of 50% capital subsidy (maximum Rs. 2 Cr.) has been made under the project.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Bookman Old Style" panose="02050604050505020204" pitchFamily="18" charset="0"/>
              </a:rPr>
              <a:t>F</a:t>
            </a:r>
            <a:r>
              <a:rPr lang="en-IN" sz="1600" dirty="0">
                <a:latin typeface="Bookman Old Style" panose="02050604050505020204" pitchFamily="18" charset="0"/>
              </a:rPr>
              <a:t>or NER/Hilly States &amp; 31 arid districts**, BMF with 50 animals (maximum 50 lakhs)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The balance 50% (40% + 10%) is to be managed by the beneficiary by obtaining loan from scheduled bank/any other financial institution in which beneficiaries’ contribution to be fixed as minimum 10% of the total project cost.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In case of self finance projects, beneficiary contribution shall not exceed 37.50% of the total project cost. Balance 12.5% to be managed by obtaining loan from scheduled bank/any other financial institution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NDDB is implementing agency (IA)</a:t>
            </a:r>
          </a:p>
        </p:txBody>
      </p:sp>
      <p:pic>
        <p:nvPicPr>
          <p:cNvPr id="7" name="Picture 6" descr="http://rgm.nddb.coop/Contents/img/rgm-logo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637" y="216602"/>
            <a:ext cx="737152" cy="7796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826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0500" y="1231691"/>
            <a:ext cx="8763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Bookman Old Style" panose="02050604050505020204" pitchFamily="18" charset="0"/>
              </a:rPr>
              <a:t>To develop private entrepreneurs for undertaking cattle and buffalo breeding.</a:t>
            </a:r>
          </a:p>
          <a:p>
            <a:pPr algn="just"/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Bookman Old Style" panose="02050604050505020204" pitchFamily="18" charset="0"/>
              </a:rPr>
              <a:t>To make available disease free high yielding heifers/ pregnant heifers/cows preferably of indigenous breeds of cattle/buffalo.</a:t>
            </a:r>
          </a:p>
          <a:p>
            <a:pPr algn="just"/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Bookman Old Style" panose="02050604050505020204" pitchFamily="18" charset="0"/>
              </a:rPr>
              <a:t>To incentivize private individuals Entrepreneurs, FPOs, SHGs, JLGs, and Section 8 companies for establishment of breed multiplication farm.</a:t>
            </a:r>
          </a:p>
          <a:p>
            <a:pPr algn="just"/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Bookman Old Style" panose="02050604050505020204" pitchFamily="18" charset="0"/>
              </a:rPr>
              <a:t>Spreading awareness about scientific management practices including animal nutrition, disease prevention etc.</a:t>
            </a:r>
          </a:p>
          <a:p>
            <a:pPr algn="just"/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Bookman Old Style" panose="02050604050505020204" pitchFamily="18" charset="0"/>
              </a:rPr>
              <a:t>Multiplication of high yielding milch animals through scientific breeding including IVF technology and sexed semen.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61478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Objectives of the Scheme</a:t>
            </a:r>
          </a:p>
        </p:txBody>
      </p:sp>
      <p:pic>
        <p:nvPicPr>
          <p:cNvPr id="8" name="Picture 7" descr="http://rgm.nddb.coop/Contents/img/rgm-logo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974" y="225641"/>
            <a:ext cx="775252" cy="727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32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122CBAB7-396B-4F57-9C80-5A041586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78464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0500" y="1231691"/>
            <a:ext cx="876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Blip>
                <a:blip r:embed="rId8"/>
              </a:buBlip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45309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Who are eligible to apply for the BMF Project?</a:t>
            </a:r>
          </a:p>
        </p:txBody>
      </p:sp>
      <p:pic>
        <p:nvPicPr>
          <p:cNvPr id="28" name="Picture 27" descr="http://rgm.nddb.coop/Contents/img/rgm-logo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211693"/>
            <a:ext cx="775252" cy="73448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6B53F9A6-F9B0-4B23-BC98-607DB2947E57}"/>
              </a:ext>
            </a:extLst>
          </p:cNvPr>
          <p:cNvSpPr/>
          <p:nvPr/>
        </p:nvSpPr>
        <p:spPr>
          <a:xfrm>
            <a:off x="190500" y="1231691"/>
            <a:ext cx="8763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Bookman Old Style" panose="02050604050505020204" pitchFamily="18" charset="0"/>
              </a:rPr>
              <a:t>Individual/Entrepreneur </a:t>
            </a:r>
          </a:p>
          <a:p>
            <a:pPr algn="just"/>
            <a:r>
              <a:rPr lang="en-US" sz="2000" dirty="0">
                <a:latin typeface="Bookman Old Style" panose="02050604050505020204" pitchFamily="18" charset="0"/>
              </a:rPr>
              <a:t>(Family members can make a Joint Application (as Co-Applicants</a:t>
            </a:r>
            <a:r>
              <a:rPr lang="en-IN" sz="2000" dirty="0">
                <a:latin typeface="Bookman Old Style" panose="02050604050505020204" pitchFamily="18" charset="0"/>
              </a:rPr>
              <a:t>)</a:t>
            </a:r>
          </a:p>
          <a:p>
            <a:pPr algn="just"/>
            <a:endParaRPr lang="en-IN" sz="20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Bookman Old Style" panose="02050604050505020204" pitchFamily="18" charset="0"/>
              </a:rPr>
              <a:t>Organization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a. SHGs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b. FPOs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c. FCOs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d. JLGs and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Bookman Old Style" panose="02050604050505020204" pitchFamily="18" charset="0"/>
              </a:rPr>
              <a:t>e. Section 8 Companies.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Pvt. Ltd. Companies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, Partnership Firms, NGOs, charitable trusts, gaushalas, etc. are NOT ELIGIBLE</a:t>
            </a:r>
          </a:p>
        </p:txBody>
      </p:sp>
    </p:spTree>
    <p:extLst>
      <p:ext uri="{BB962C8B-B14F-4D97-AF65-F5344CB8AC3E}">
        <p14:creationId xmlns:p14="http://schemas.microsoft.com/office/powerpoint/2010/main" val="128041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122CBAB7-396B-4F57-9C80-5A041586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0500" y="1231691"/>
            <a:ext cx="876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Blip>
                <a:blip r:embed="rId8"/>
              </a:buBlip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45309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Eligibility/Qualification Criteria</a:t>
            </a:r>
          </a:p>
        </p:txBody>
      </p:sp>
      <p:pic>
        <p:nvPicPr>
          <p:cNvPr id="28" name="Picture 27" descr="http://rgm.nddb.coop/Contents/img/rgm-logo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211693"/>
            <a:ext cx="775252" cy="73448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6B53F9A6-F9B0-4B23-BC98-607DB2947E57}"/>
              </a:ext>
            </a:extLst>
          </p:cNvPr>
          <p:cNvSpPr/>
          <p:nvPr/>
        </p:nvSpPr>
        <p:spPr>
          <a:xfrm>
            <a:off x="190500" y="1231691"/>
            <a:ext cx="8763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Bookman Old Style" panose="02050604050505020204" pitchFamily="18" charset="0"/>
              </a:rPr>
              <a:t>Land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200 animals  - Min 5 Acre land in max 2 pieces within the same village.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50 animals -    Min 1 Acre land in max 2 pieces within the same village.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Owned Land OR Leased Land (minimum for 10 years)</a:t>
            </a:r>
          </a:p>
          <a:p>
            <a:pPr algn="just"/>
            <a:endParaRPr lang="en-US" sz="1400" i="1" dirty="0">
              <a:latin typeface="Bookman Old Style" panose="02050604050505020204" pitchFamily="18" charset="0"/>
            </a:endParaRPr>
          </a:p>
          <a:p>
            <a:pPr algn="just"/>
            <a:r>
              <a:rPr lang="en-US" sz="1400" i="1" dirty="0">
                <a:latin typeface="Bookman Old Style" panose="02050604050505020204" pitchFamily="18" charset="0"/>
              </a:rPr>
              <a:t>(Copy of ownership document (</a:t>
            </a:r>
            <a:r>
              <a:rPr lang="en-US" sz="1400" i="1" dirty="0" err="1">
                <a:latin typeface="Bookman Old Style" panose="02050604050505020204" pitchFamily="18" charset="0"/>
              </a:rPr>
              <a:t>Khasara</a:t>
            </a:r>
            <a:r>
              <a:rPr lang="en-US" sz="1400" i="1" dirty="0">
                <a:latin typeface="Bookman Old Style" panose="02050604050505020204" pitchFamily="18" charset="0"/>
              </a:rPr>
              <a:t>/</a:t>
            </a:r>
            <a:r>
              <a:rPr lang="en-US" sz="1400" i="1" dirty="0" err="1">
                <a:latin typeface="Bookman Old Style" panose="02050604050505020204" pitchFamily="18" charset="0"/>
              </a:rPr>
              <a:t>Khatoni</a:t>
            </a:r>
            <a:r>
              <a:rPr lang="en-US" sz="1400" i="1" dirty="0">
                <a:latin typeface="Bookman Old Style" panose="02050604050505020204" pitchFamily="18" charset="0"/>
              </a:rPr>
              <a:t>/Other land documents) or Registered long term lease deed of not less than 10 years. </a:t>
            </a:r>
            <a:r>
              <a:rPr lang="en-US" sz="1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View Only or E-copies of land documents are not valid. </a:t>
            </a:r>
            <a:r>
              <a:rPr lang="en-US" sz="1400" i="1" dirty="0">
                <a:latin typeface="Bookman Old Style" panose="02050604050505020204" pitchFamily="18" charset="0"/>
              </a:rPr>
              <a:t>Land documents must be in English/Hindi. Land documents if in Regional language, to be true translated in English duly Notarized. Photograph of land with dimensions.)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1400" b="1" i="1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Bookman Old Style" panose="02050604050505020204" pitchFamily="18" charset="0"/>
              </a:rPr>
              <a:t>Net-worth </a:t>
            </a:r>
            <a:r>
              <a:rPr lang="en-US" sz="1600" b="1" dirty="0">
                <a:latin typeface="Bookman Old Style" panose="02050604050505020204" pitchFamily="18" charset="0"/>
              </a:rPr>
              <a:t>(duly certified by Charted Accountant with UDIN No.)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The minimum required net-worth of the applicant should be Rs. 2 Crores OR One (1X) times of combined value of beneficiary contribution and loan amount (whichever is on the higher).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For BMF projects with 50 animals, net-worth required is One (1X) times of combined value of beneficiary contribution and loan amount.</a:t>
            </a:r>
          </a:p>
          <a:p>
            <a:pPr algn="just"/>
            <a:endParaRPr lang="en-US" sz="1400" i="1" dirty="0">
              <a:latin typeface="Bookman Old Style" panose="02050604050505020204" pitchFamily="18" charset="0"/>
            </a:endParaRPr>
          </a:p>
          <a:p>
            <a:pPr algn="just"/>
            <a:r>
              <a:rPr lang="en-US" sz="1400" i="1" dirty="0">
                <a:latin typeface="Bookman Old Style" panose="02050604050505020204" pitchFamily="18" charset="0"/>
              </a:rPr>
              <a:t>(The </a:t>
            </a:r>
            <a:r>
              <a:rPr lang="en-US" sz="1400" i="1" dirty="0" err="1">
                <a:latin typeface="Bookman Old Style" panose="02050604050505020204" pitchFamily="18" charset="0"/>
              </a:rPr>
              <a:t>Networth</a:t>
            </a:r>
            <a:r>
              <a:rPr lang="en-US" sz="1400" i="1" dirty="0">
                <a:latin typeface="Bookman Old Style" panose="02050604050505020204" pitchFamily="18" charset="0"/>
              </a:rPr>
              <a:t> certificate should mention the details of Assets (Immovable and Movable and Liquid Assets like Bank Balance, FDs, Savings, Jewelry etc.) and Liabilities (Debt, Loans etc.) of the applicant. 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55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>
              <a:latin typeface="Bookman Old Style" panose="020506040505050202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405" y="207708"/>
            <a:ext cx="544995" cy="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661278" y="237525"/>
            <a:ext cx="34586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BMF Portal Link</a:t>
            </a:r>
          </a:p>
          <a:p>
            <a:pPr algn="ctr"/>
            <a:r>
              <a:rPr lang="en-IN" b="1" dirty="0">
                <a:latin typeface="Bookman Old Style" panose="02050604050505020204" pitchFamily="18" charset="0"/>
                <a:hlinkClick r:id="rId9"/>
              </a:rPr>
              <a:t>https://eoi.nddb.coop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F873B7D-9E50-4C64-B571-A6223902C0A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833" t="8498" r="1666" b="5534"/>
          <a:stretch/>
        </p:blipFill>
        <p:spPr>
          <a:xfrm>
            <a:off x="152400" y="990599"/>
            <a:ext cx="8915400" cy="44196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2BF11D0-751B-4CFE-B271-F48855AB39EF}"/>
              </a:ext>
            </a:extLst>
          </p:cNvPr>
          <p:cNvSpPr txBox="1"/>
          <p:nvPr/>
        </p:nvSpPr>
        <p:spPr>
          <a:xfrm>
            <a:off x="2813678" y="5449669"/>
            <a:ext cx="3458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ookman Old Style" panose="02050604050505020204" pitchFamily="18" charset="0"/>
              </a:rPr>
              <a:t>BMF Helpline No:</a:t>
            </a:r>
          </a:p>
          <a:p>
            <a:pPr algn="ctr"/>
            <a:r>
              <a:rPr lang="en-US" b="1" dirty="0">
                <a:latin typeface="Bookman Old Style" panose="02050604050505020204" pitchFamily="18" charset="0"/>
              </a:rPr>
              <a:t>02692-226196</a:t>
            </a:r>
          </a:p>
          <a:p>
            <a:pPr algn="ctr"/>
            <a:r>
              <a:rPr lang="en-US" b="1" dirty="0">
                <a:latin typeface="Bookman Old Style" panose="02050604050505020204" pitchFamily="18" charset="0"/>
              </a:rPr>
              <a:t>Monday to Friday</a:t>
            </a:r>
          </a:p>
          <a:p>
            <a:pPr algn="ctr"/>
            <a:r>
              <a:rPr lang="en-US" b="1" dirty="0">
                <a:latin typeface="Bookman Old Style" panose="02050604050505020204" pitchFamily="18" charset="0"/>
              </a:rPr>
              <a:t>09:30 AM to 06:00 PM </a:t>
            </a:r>
            <a:endParaRPr lang="en-IN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2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35326" y="47597"/>
            <a:ext cx="6934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Documents for Breed Multiplication Farm</a:t>
            </a:r>
          </a:p>
        </p:txBody>
      </p:sp>
      <p:pic>
        <p:nvPicPr>
          <p:cNvPr id="9" name="Picture 8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193821"/>
            <a:ext cx="737152" cy="7279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68CEB09-1196-491B-ADA7-85873D1C3465}"/>
              </a:ext>
            </a:extLst>
          </p:cNvPr>
          <p:cNvSpPr/>
          <p:nvPr/>
        </p:nvSpPr>
        <p:spPr>
          <a:xfrm>
            <a:off x="168965" y="924812"/>
            <a:ext cx="876300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Bookman Old Style" panose="02050604050505020204" pitchFamily="18" charset="0"/>
              </a:rPr>
              <a:t>Registration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Aadhar Number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 and PAN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 (mandatory for individuals)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GST No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Contact Person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/e-mail ID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/Mobile No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Declaration as per Annexure I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 duly notarized on Non-Judicial Stamp Paper by the Notary.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For Organization, duly notarized Certificate</a:t>
            </a:r>
            <a:r>
              <a:rPr lang="en-US" sz="1600" spc="14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of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Incorporation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/</a:t>
            </a:r>
            <a:r>
              <a:rPr lang="en-US" sz="1600" spc="14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Certificate</a:t>
            </a:r>
            <a:r>
              <a:rPr lang="en-US" sz="1600" spc="1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of</a:t>
            </a:r>
            <a:r>
              <a:rPr lang="en-US" sz="1600" spc="-275" dirty="0">
                <a:latin typeface="Bookman Old Style" panose="02050604050505020204" pitchFamily="18" charset="0"/>
              </a:rPr>
              <a:t> R</a:t>
            </a:r>
            <a:r>
              <a:rPr lang="en-US" sz="1600" dirty="0">
                <a:latin typeface="Bookman Old Style" panose="02050604050505020204" pitchFamily="18" charset="0"/>
              </a:rPr>
              <a:t>egistration by the Notary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spc="9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Experience Certificate in Dairying or similar activities</a:t>
            </a:r>
          </a:p>
          <a:p>
            <a:pPr lvl="1" algn="just"/>
            <a:r>
              <a:rPr lang="en-US" sz="1600" dirty="0">
                <a:latin typeface="Bookman Old Style" panose="02050604050505020204" pitchFamily="18" charset="0"/>
              </a:rPr>
              <a:t>Signed and sealed by local Government Veterinarian as per Annexure II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 and training Certificate if training attended/details of the farm managed/details of the experienced manpower available. Training Certificates and size of farm managed</a:t>
            </a:r>
          </a:p>
          <a:p>
            <a:pPr lvl="1" algn="just"/>
            <a:r>
              <a:rPr lang="en-US" sz="1600" dirty="0">
                <a:latin typeface="Bookman Old Style" panose="02050604050505020204" pitchFamily="18" charset="0"/>
              </a:rPr>
              <a:t>If no experience, documentary proof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of</a:t>
            </a:r>
            <a:r>
              <a:rPr lang="en-US" sz="1600" spc="1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contracting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veterinarian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.</a:t>
            </a:r>
            <a:r>
              <a:rPr lang="en-US" sz="1600" spc="14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Signed</a:t>
            </a:r>
            <a:r>
              <a:rPr lang="en-US" sz="1600" spc="-27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by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both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applicant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and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concerned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veterinarian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with</a:t>
            </a:r>
            <a:r>
              <a:rPr lang="en-US" sz="1600" spc="4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seal.</a:t>
            </a:r>
          </a:p>
          <a:p>
            <a:pPr lvl="1" algn="just"/>
            <a:r>
              <a:rPr lang="en-US" sz="1600" dirty="0">
                <a:latin typeface="Bookman Old Style" panose="02050604050505020204" pitchFamily="18" charset="0"/>
              </a:rPr>
              <a:t>OR</a:t>
            </a:r>
          </a:p>
          <a:p>
            <a:pPr lvl="1" algn="just"/>
            <a:r>
              <a:rPr lang="en-US" sz="1600" dirty="0">
                <a:latin typeface="Bookman Old Style" panose="02050604050505020204" pitchFamily="18" charset="0"/>
              </a:rPr>
              <a:t>If no experience in dairying, documentary proof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of</a:t>
            </a:r>
            <a:r>
              <a:rPr lang="en-US" sz="1600" spc="1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contracting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</a:t>
            </a:r>
            <a:r>
              <a:rPr lang="en-US" sz="1600" spc="13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veterinarian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.</a:t>
            </a:r>
            <a:r>
              <a:rPr lang="en-US" sz="1600" spc="14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Signed</a:t>
            </a:r>
            <a:r>
              <a:rPr lang="en-US" sz="1600" spc="-27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by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both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applicant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and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concerned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veterinarian</a:t>
            </a:r>
            <a:r>
              <a:rPr lang="en-US" sz="1600" spc="3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with</a:t>
            </a:r>
            <a:r>
              <a:rPr lang="en-US" sz="1600" spc="4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seal.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Bookman Old Style" panose="02050604050505020204" pitchFamily="18" charset="0"/>
              </a:rPr>
              <a:t>Affidavit</a:t>
            </a:r>
            <a:r>
              <a:rPr lang="en-US" sz="1600" spc="10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as</a:t>
            </a:r>
            <a:r>
              <a:rPr lang="en-US" sz="1600" spc="10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per</a:t>
            </a:r>
            <a:r>
              <a:rPr lang="en-US" sz="1600" spc="105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Annexure</a:t>
            </a:r>
            <a:r>
              <a:rPr lang="en-US" sz="1600" spc="10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III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spc="12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of</a:t>
            </a:r>
            <a:r>
              <a:rPr lang="en-US" sz="1600" spc="95" dirty="0">
                <a:latin typeface="Bookman Old Style" panose="02050604050505020204" pitchFamily="18" charset="0"/>
              </a:rPr>
              <a:t> </a:t>
            </a:r>
            <a:r>
              <a:rPr lang="en-US" sz="1600" dirty="0" err="1">
                <a:latin typeface="Bookman Old Style" panose="02050604050505020204" pitchFamily="18" charset="0"/>
              </a:rPr>
              <a:t>EoI</a:t>
            </a:r>
            <a:r>
              <a:rPr lang="en-US" sz="1600" dirty="0">
                <a:latin typeface="Bookman Old Style" panose="02050604050505020204" pitchFamily="18" charset="0"/>
              </a:rPr>
              <a:t> – on Non-Judicial Stamp paper duly notarized by the Notary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Bookman Old Style" panose="02050604050505020204" pitchFamily="18" charset="0"/>
              </a:rPr>
              <a:t>Proof of Address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/Photograph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*</a:t>
            </a:r>
            <a:r>
              <a:rPr lang="en-US" sz="1600" dirty="0">
                <a:latin typeface="Bookman Old Style" panose="02050604050505020204" pitchFamily="18" charset="0"/>
              </a:rPr>
              <a:t>/Caste Certificate (Optional)/Last Education Certificate (Optional)</a:t>
            </a:r>
          </a:p>
          <a:p>
            <a:pPr lvl="1" algn="just"/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21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04900" y="274638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Bookman Old Style" panose="02050604050505020204" pitchFamily="18" charset="0"/>
              </a:rPr>
              <a:t>Documents for Breed Multiplication Farm</a:t>
            </a:r>
          </a:p>
        </p:txBody>
      </p:sp>
      <p:pic>
        <p:nvPicPr>
          <p:cNvPr id="9" name="Picture 8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193821"/>
            <a:ext cx="737152" cy="7279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68CEB09-1196-491B-ADA7-85873D1C3465}"/>
              </a:ext>
            </a:extLst>
          </p:cNvPr>
          <p:cNvSpPr/>
          <p:nvPr/>
        </p:nvSpPr>
        <p:spPr>
          <a:xfrm>
            <a:off x="190500" y="990600"/>
            <a:ext cx="8763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Bookman Old Style" panose="02050604050505020204" pitchFamily="18" charset="0"/>
              </a:rPr>
              <a:t>Bank details: 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</a:rPr>
              <a:t>Bank Name, Branch Address &amp; Email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Bookman Old Style" panose="020506040505050202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Bookman Old Style" panose="02050604050505020204" pitchFamily="18" charset="0"/>
              </a:rPr>
              <a:t>Detailed Project Report (DPR)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Introduction of Applicant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Purpose of establishment of BMF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Breed wise no. of Animals /Rationale for breed selection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Information of available infrastructure &amp; animals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Availability of Water, Electricity, Feed &amp; Fodder etc.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Project Goals/Objectives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Means of Finance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Capital &amp; Revenue expenditure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Feed &amp; Fodder/Medicine &amp; Veterinary/Breeding/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Breeding Plan &amp; Herd projections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Estimates for Milk production, manure etc.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Revenue/Income from milk, manure, heifer sales etc.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32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6256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95400" y="398561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Components and Funding Pattern</a:t>
            </a:r>
          </a:p>
        </p:txBody>
      </p:sp>
      <p:pic>
        <p:nvPicPr>
          <p:cNvPr id="9" name="Picture 8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193821"/>
            <a:ext cx="737152" cy="7279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D021967-0EEA-4915-A993-5B737E507850}"/>
              </a:ext>
            </a:extLst>
          </p:cNvPr>
          <p:cNvSpPr/>
          <p:nvPr/>
        </p:nvSpPr>
        <p:spPr>
          <a:xfrm>
            <a:off x="228600" y="990600"/>
            <a:ext cx="868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Bookman Old Style" panose="02050604050505020204" pitchFamily="18" charset="0"/>
              </a:rPr>
              <a:t>Capital Subsidy can be used only for the following</a:t>
            </a:r>
          </a:p>
          <a:p>
            <a:endParaRPr lang="en-US" sz="2200" b="1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Bookman Old Style" panose="02050604050505020204" pitchFamily="18" charset="0"/>
              </a:rPr>
              <a:t>Construction of Animal sheds, Calf pens, Calving pens, Feed &amp; Fodder store etc.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Bookman Old Style" panose="02050604050505020204" pitchFamily="18" charset="0"/>
              </a:rPr>
              <a:t>Purchase of Equipment – Agri &amp; Dairy equipment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Bookman Old Style" panose="02050604050505020204" pitchFamily="18" charset="0"/>
              </a:rPr>
              <a:t>Procurement of Elite Bull Mothers/Pregnant heifers/Cows/Buffaloes etc. </a:t>
            </a:r>
          </a:p>
        </p:txBody>
      </p:sp>
    </p:spTree>
    <p:extLst>
      <p:ext uri="{BB962C8B-B14F-4D97-AF65-F5344CB8AC3E}">
        <p14:creationId xmlns:p14="http://schemas.microsoft.com/office/powerpoint/2010/main" val="218379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44048" y="104926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Application Screening Procedure</a:t>
            </a:r>
          </a:p>
        </p:txBody>
      </p:sp>
      <p:pic>
        <p:nvPicPr>
          <p:cNvPr id="8" name="Picture 7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287488"/>
            <a:ext cx="737152" cy="6311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1872D7A5-0529-4DE3-8A75-FA27157AA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31089"/>
              </p:ext>
            </p:extLst>
          </p:nvPr>
        </p:nvGraphicFramePr>
        <p:xfrm>
          <a:off x="304800" y="640997"/>
          <a:ext cx="8610600" cy="614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186512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44048" y="153573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Subsidy Release Pattern </a:t>
            </a:r>
          </a:p>
        </p:txBody>
      </p:sp>
      <p:pic>
        <p:nvPicPr>
          <p:cNvPr id="8" name="Picture 7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287488"/>
            <a:ext cx="737152" cy="6311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AF33753-E1B7-40AE-8699-3B0A0E2DD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783788"/>
              </p:ext>
            </p:extLst>
          </p:nvPr>
        </p:nvGraphicFramePr>
        <p:xfrm>
          <a:off x="228600" y="676793"/>
          <a:ext cx="8686800" cy="6194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26976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44048" y="25878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Subsidy Release Pattern </a:t>
            </a:r>
          </a:p>
        </p:txBody>
      </p:sp>
      <p:pic>
        <p:nvPicPr>
          <p:cNvPr id="8" name="Picture 7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48" y="287488"/>
            <a:ext cx="737152" cy="6311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2AF33753-E1B7-40AE-8699-3B0A0E2DD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873921"/>
              </p:ext>
            </p:extLst>
          </p:nvPr>
        </p:nvGraphicFramePr>
        <p:xfrm>
          <a:off x="228600" y="501661"/>
          <a:ext cx="8686800" cy="6034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4830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>
              <a:latin typeface="Bookman Old Style" panose="020506040505050202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76300" y="316739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Thank You</a:t>
            </a:r>
          </a:p>
        </p:txBody>
      </p:sp>
      <p:pic>
        <p:nvPicPr>
          <p:cNvPr id="6" name="Picture 5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204719"/>
            <a:ext cx="660952" cy="697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56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>
              <a:latin typeface="Bookman Old Style" panose="020506040505050202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62343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D:\Sandip\Photos\Milk splash-new-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66800" y="152400"/>
            <a:ext cx="7391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okman Old Style" panose="02050604050505020204" pitchFamily="18" charset="0"/>
              </a:rPr>
              <a:t>Indicative Cost of Model Project for establishment of Breed Multiplication Farm</a:t>
            </a:r>
          </a:p>
        </p:txBody>
      </p:sp>
      <p:pic>
        <p:nvPicPr>
          <p:cNvPr id="8" name="Picture 7" descr="http://rgm.nddb.coop/Contents/img/rgm-logo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405" y="207708"/>
            <a:ext cx="544995" cy="651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93974"/>
              </p:ext>
            </p:extLst>
          </p:nvPr>
        </p:nvGraphicFramePr>
        <p:xfrm>
          <a:off x="304800" y="1563004"/>
          <a:ext cx="8686799" cy="50203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716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765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xmlns="" val="13305493"/>
                    </a:ext>
                  </a:extLst>
                </a:gridCol>
              </a:tblGrid>
              <a:tr h="10753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Sr. No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Particulars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BMF for 200 Animals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Total Cost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(Rs in Lakh)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BMF for 50 Animals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Total Cost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(Rs in Lakh)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88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1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Purchase of cows/buffaloes in first lactation/2</a:t>
                      </a:r>
                      <a:r>
                        <a:rPr lang="en-US" sz="1400" baseline="30000" dirty="0">
                          <a:latin typeface="Bookman Old Style" panose="02050604050505020204" pitchFamily="18" charset="0"/>
                          <a:ea typeface="Times New Roman"/>
                        </a:rPr>
                        <a:t>nd</a:t>
                      </a: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 lactation 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200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50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87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2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Construction of Cow sheds 10 </a:t>
                      </a:r>
                      <a:r>
                        <a:rPr lang="en-US" sz="1400" dirty="0" err="1">
                          <a:latin typeface="Bookman Old Style" panose="02050604050505020204" pitchFamily="18" charset="0"/>
                          <a:ea typeface="Times New Roman"/>
                        </a:rPr>
                        <a:t>sq</a:t>
                      </a: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 meter per cow sheds to house 200 cows and its followers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100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25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3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Construction of Isolation Shed 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2.5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4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Administration Block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20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5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5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Feed &amp; Fodder Store room 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40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10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6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Tractor 75 HP, with agriculture implements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10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2.5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87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7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Dairy Equipment (BMC, stainless steel Milk cans, digital </a:t>
                      </a:r>
                      <a:r>
                        <a:rPr lang="en-US" sz="1400" dirty="0" err="1">
                          <a:latin typeface="Bookman Old Style" panose="02050604050505020204" pitchFamily="18" charset="0"/>
                          <a:ea typeface="Times New Roman"/>
                        </a:rPr>
                        <a:t>milko</a:t>
                      </a: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 tester, deep freezer etc.)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5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1.25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8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Shed for Agri Implements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22.5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9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Chaff Cutter (electric)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Bookman Old Style" panose="02050604050505020204" pitchFamily="18" charset="0"/>
                          <a:ea typeface="Times New Roman"/>
                        </a:rPr>
                        <a:t>1</a:t>
                      </a:r>
                      <a:endParaRPr lang="en-IN" sz="1400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0.25</a:t>
                      </a:r>
                      <a:endParaRPr lang="en-IN" sz="140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Bookman Old Style" panose="02050604050505020204" pitchFamily="18" charset="0"/>
                          <a:ea typeface="Times New Roman"/>
                        </a:rPr>
                        <a:t> </a:t>
                      </a:r>
                      <a:endParaRPr lang="en-IN" sz="140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Total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Bookman Old Style" panose="02050604050505020204" pitchFamily="18" charset="0"/>
                          <a:ea typeface="Times New Roman"/>
                        </a:rPr>
                        <a:t>401</a:t>
                      </a:r>
                      <a:endParaRPr lang="en-IN" sz="1400" b="1" dirty="0"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  <a:ea typeface="SimSun"/>
                        </a:rPr>
                        <a:t>101</a:t>
                      </a:r>
                      <a:endParaRPr lang="en-IN" sz="1400" b="1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  <a:ea typeface="SimSun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129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56FCDA-DCCE-4F44-8121-38D29FCD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</a:t>
            </a:r>
            <a:r>
              <a:rPr lang="en-IN" dirty="0"/>
              <a:t>Arid Districts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843D10-C2B4-4FAD-AAF5-FAB3ED88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Anantapur (Andhra Pradesh), 2 Banas Kantha, Jamnagar, Junagarh, </a:t>
            </a:r>
            <a:r>
              <a:rPr lang="en-IN" dirty="0" err="1"/>
              <a:t>Kutchh</a:t>
            </a:r>
            <a:r>
              <a:rPr lang="en-IN" dirty="0"/>
              <a:t>, </a:t>
            </a:r>
            <a:r>
              <a:rPr lang="en-IN" dirty="0" err="1"/>
              <a:t>Patan</a:t>
            </a:r>
            <a:r>
              <a:rPr lang="en-IN" dirty="0"/>
              <a:t>, Porbandar, Rajkot, Surendra Nagar (Gujarat), Bhiwani, </a:t>
            </a:r>
            <a:r>
              <a:rPr lang="en-IN" dirty="0" err="1"/>
              <a:t>Mahendragarh</a:t>
            </a:r>
            <a:r>
              <a:rPr lang="en-IN" dirty="0"/>
              <a:t> (Haryana) </a:t>
            </a:r>
            <a:r>
              <a:rPr lang="en-IN" dirty="0" err="1"/>
              <a:t>Leh</a:t>
            </a:r>
            <a:r>
              <a:rPr lang="en-IN" dirty="0"/>
              <a:t>, (J&amp;K) Bagalkot, </a:t>
            </a:r>
            <a:r>
              <a:rPr lang="en-IN" dirty="0" err="1"/>
              <a:t>Bellari</a:t>
            </a:r>
            <a:r>
              <a:rPr lang="en-IN" dirty="0"/>
              <a:t>, </a:t>
            </a:r>
            <a:r>
              <a:rPr lang="en-IN" dirty="0" err="1"/>
              <a:t>Koppal</a:t>
            </a:r>
            <a:r>
              <a:rPr lang="en-IN" dirty="0"/>
              <a:t> (Karnataka), Bhatinda (Punjab) Ajmer, </a:t>
            </a:r>
            <a:r>
              <a:rPr lang="en-IN" dirty="0" err="1"/>
              <a:t>Barmer</a:t>
            </a:r>
            <a:r>
              <a:rPr lang="en-IN" dirty="0"/>
              <a:t>, Bikaner, Churu, Ganganagar, </a:t>
            </a:r>
            <a:r>
              <a:rPr lang="en-IN" dirty="0" err="1"/>
              <a:t>Hanumangarh</a:t>
            </a:r>
            <a:r>
              <a:rPr lang="en-IN" dirty="0"/>
              <a:t>, Jaisalmer, </a:t>
            </a:r>
            <a:r>
              <a:rPr lang="en-IN" dirty="0" err="1"/>
              <a:t>Jalore</a:t>
            </a:r>
            <a:r>
              <a:rPr lang="en-IN" dirty="0"/>
              <a:t>, Jhunjhunu, Jodhpur, </a:t>
            </a:r>
            <a:r>
              <a:rPr lang="en-IN" dirty="0" err="1"/>
              <a:t>Nagour</a:t>
            </a:r>
            <a:r>
              <a:rPr lang="en-IN" dirty="0"/>
              <a:t>, Pali, Sikar, </a:t>
            </a:r>
            <a:r>
              <a:rPr lang="en-IN" dirty="0" err="1"/>
              <a:t>Sirohi</a:t>
            </a:r>
            <a:r>
              <a:rPr lang="en-IN" dirty="0"/>
              <a:t> &amp; Udaipur (Rajasthan).</a:t>
            </a:r>
          </a:p>
        </p:txBody>
      </p:sp>
    </p:spTree>
    <p:extLst>
      <p:ext uri="{BB962C8B-B14F-4D97-AF65-F5344CB8AC3E}">
        <p14:creationId xmlns:p14="http://schemas.microsoft.com/office/powerpoint/2010/main" val="277001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1736</Words>
  <Application>Microsoft Office PowerPoint</Application>
  <PresentationFormat>On-screen Show (4:3)</PresentationFormat>
  <Paragraphs>194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SimSun</vt:lpstr>
      <vt:lpstr>Arial</vt:lpstr>
      <vt:lpstr>Bookman Old Style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 of Arid Districts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A Dabhi</dc:creator>
  <cp:lastModifiedBy>Pramod Mahajan</cp:lastModifiedBy>
  <cp:revision>96</cp:revision>
  <cp:lastPrinted>2017-08-25T07:18:32Z</cp:lastPrinted>
  <dcterms:created xsi:type="dcterms:W3CDTF">2017-08-08T05:57:45Z</dcterms:created>
  <dcterms:modified xsi:type="dcterms:W3CDTF">2023-11-20T07:18:02Z</dcterms:modified>
</cp:coreProperties>
</file>