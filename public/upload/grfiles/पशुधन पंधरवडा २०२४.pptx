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514" r:id="rId3"/>
  </p:sldIdLst>
  <p:sldSz cx="6858000" cy="9906000" type="A4"/>
  <p:notesSz cx="7077075" cy="9363075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73" d="100"/>
          <a:sy n="73" d="100"/>
        </p:scale>
        <p:origin x="31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B14BB1-7103-46AA-9F7B-BDE8473A953D}" type="datetimeFigureOut">
              <a:rPr lang="en-US" smtClean="0"/>
              <a:t>7/31/2024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507C5C-F55C-4545-91A5-E4E5E998C1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02007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B14BB1-7103-46AA-9F7B-BDE8473A953D}" type="datetimeFigureOut">
              <a:rPr lang="en-US" smtClean="0"/>
              <a:t>7/31/2024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507C5C-F55C-4545-91A5-E4E5E998C1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24615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B14BB1-7103-46AA-9F7B-BDE8473A953D}" type="datetimeFigureOut">
              <a:rPr lang="en-US" smtClean="0"/>
              <a:t>7/31/2024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507C5C-F55C-4545-91A5-E4E5E998C1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9125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B14BB1-7103-46AA-9F7B-BDE8473A953D}" type="datetimeFigureOut">
              <a:rPr lang="en-US" smtClean="0"/>
              <a:t>7/31/2024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507C5C-F55C-4545-91A5-E4E5E998C1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364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B14BB1-7103-46AA-9F7B-BDE8473A953D}" type="datetimeFigureOut">
              <a:rPr lang="en-US" smtClean="0"/>
              <a:t>7/31/2024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507C5C-F55C-4545-91A5-E4E5E998C1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7968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B14BB1-7103-46AA-9F7B-BDE8473A953D}" type="datetimeFigureOut">
              <a:rPr lang="en-US" smtClean="0"/>
              <a:t>7/31/2024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507C5C-F55C-4545-91A5-E4E5E998C1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3718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B14BB1-7103-46AA-9F7B-BDE8473A953D}" type="datetimeFigureOut">
              <a:rPr lang="en-US" smtClean="0"/>
              <a:t>7/31/2024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507C5C-F55C-4545-91A5-E4E5E998C1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0722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B14BB1-7103-46AA-9F7B-BDE8473A953D}" type="datetimeFigureOut">
              <a:rPr lang="en-US" smtClean="0"/>
              <a:t>7/31/2024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507C5C-F55C-4545-91A5-E4E5E998C1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50254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B14BB1-7103-46AA-9F7B-BDE8473A953D}" type="datetimeFigureOut">
              <a:rPr lang="en-US" smtClean="0"/>
              <a:t>7/31/2024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507C5C-F55C-4545-91A5-E4E5E998C1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28282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B14BB1-7103-46AA-9F7B-BDE8473A953D}" type="datetimeFigureOut">
              <a:rPr lang="en-US" smtClean="0"/>
              <a:t>7/31/2024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507C5C-F55C-4545-91A5-E4E5E998C1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64784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B14BB1-7103-46AA-9F7B-BDE8473A953D}" type="datetimeFigureOut">
              <a:rPr lang="en-US" smtClean="0"/>
              <a:t>7/31/2024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507C5C-F55C-4545-91A5-E4E5E998C1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73475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B14BB1-7103-46AA-9F7B-BDE8473A953D}" type="datetimeFigureOut">
              <a:rPr lang="en-US" smtClean="0"/>
              <a:t>7/31/2024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507C5C-F55C-4545-91A5-E4E5E998C1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10034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jpeg"/><Relationship Id="rId9" Type="http://schemas.openxmlformats.org/officeDocument/2006/relationships/image" Target="../media/image8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6">
                <a:lumMod val="0"/>
                <a:lumOff val="100000"/>
              </a:schemeClr>
            </a:gs>
            <a:gs pos="34000">
              <a:schemeClr val="accent6">
                <a:lumMod val="0"/>
                <a:lumOff val="100000"/>
              </a:schemeClr>
            </a:gs>
            <a:gs pos="68000">
              <a:schemeClr val="accent6">
                <a:lumMod val="100000"/>
              </a:schemeClr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79F91D3-1D50-B79B-D56B-C533A199AF56}"/>
              </a:ext>
            </a:extLst>
          </p:cNvPr>
          <p:cNvSpPr/>
          <p:nvPr/>
        </p:nvSpPr>
        <p:spPr>
          <a:xfrm>
            <a:off x="82258" y="64468"/>
            <a:ext cx="6693484" cy="9777064"/>
          </a:xfrm>
          <a:prstGeom prst="rect">
            <a:avLst/>
          </a:prstGeom>
          <a:gradFill>
            <a:gsLst>
              <a:gs pos="0">
                <a:schemeClr val="accent6">
                  <a:lumMod val="0"/>
                  <a:lumOff val="100000"/>
                </a:schemeClr>
              </a:gs>
              <a:gs pos="46000">
                <a:schemeClr val="accent6">
                  <a:lumMod val="0"/>
                  <a:lumOff val="100000"/>
                </a:schemeClr>
              </a:gs>
              <a:gs pos="100000">
                <a:schemeClr val="accent6">
                  <a:lumMod val="100000"/>
                </a:schemeClr>
              </a:gs>
            </a:gsLst>
            <a:path path="circle">
              <a:fillToRect l="50000" t="-80000" r="50000" b="180000"/>
            </a:path>
          </a:gra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FD58FB4-B97D-94EA-4457-6749559A74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9051" y="103412"/>
            <a:ext cx="1040346" cy="11963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47B0B5C-D620-E2DF-60B9-F54F5B6D27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604" y="0"/>
            <a:ext cx="1068252" cy="109728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2383299-A7D7-8333-A235-EA94DBF8B8AF}"/>
              </a:ext>
            </a:extLst>
          </p:cNvPr>
          <p:cNvSpPr txBox="1"/>
          <p:nvPr/>
        </p:nvSpPr>
        <p:spPr>
          <a:xfrm>
            <a:off x="2489347" y="186530"/>
            <a:ext cx="187930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mr-IN" sz="1800" b="1" dirty="0">
                <a:ln w="0"/>
                <a:solidFill>
                  <a:schemeClr val="accent5">
                    <a:lumMod val="50000"/>
                  </a:schemeClr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Sakal Marathi" pitchFamily="2" charset="0"/>
                <a:cs typeface="Sakal Marathi" pitchFamily="2" charset="0"/>
              </a:rPr>
              <a:t>महाराष्ट्र शासन</a:t>
            </a:r>
          </a:p>
          <a:p>
            <a:pPr algn="ctr"/>
            <a:r>
              <a:rPr lang="mr-IN" sz="1800" b="1" dirty="0">
                <a:ln w="0"/>
                <a:solidFill>
                  <a:schemeClr val="accent5">
                    <a:lumMod val="50000"/>
                  </a:schemeClr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Sakal Marathi" pitchFamily="2" charset="0"/>
                <a:cs typeface="Sakal Marathi" pitchFamily="2" charset="0"/>
              </a:rPr>
              <a:t>पशुसंवर्धन विभाग</a:t>
            </a:r>
            <a:endParaRPr lang="en-US" b="1" dirty="0">
              <a:ln w="0"/>
              <a:solidFill>
                <a:schemeClr val="accent5">
                  <a:lumMod val="50000"/>
                </a:schemeClr>
              </a:solidFill>
              <a:effectLst>
                <a:glow rad="228600">
                  <a:schemeClr val="accent4">
                    <a:satMod val="175000"/>
                    <a:alpha val="40000"/>
                  </a:schemeClr>
                </a:glow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3A7505D-2605-EA8E-7E9B-688D5D846727}"/>
              </a:ext>
            </a:extLst>
          </p:cNvPr>
          <p:cNvSpPr txBox="1"/>
          <p:nvPr/>
        </p:nvSpPr>
        <p:spPr>
          <a:xfrm>
            <a:off x="1218754" y="886483"/>
            <a:ext cx="4448398" cy="6586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200" b="1" dirty="0" err="1">
                <a:solidFill>
                  <a:srgbClr val="1F497D"/>
                </a:solidFill>
                <a:effectLst>
                  <a:glow rad="139700">
                    <a:schemeClr val="accent6">
                      <a:satMod val="175000"/>
                      <a:alpha val="40000"/>
                    </a:schemeClr>
                  </a:glow>
                </a:effectLst>
                <a:latin typeface="Sakal Marathi" panose="02000400000000000000" pitchFamily="2" charset="0"/>
                <a:cs typeface="Sakal Marathi" panose="02000400000000000000" pitchFamily="2" charset="0"/>
              </a:rPr>
              <a:t>पशुसंवर्धन</a:t>
            </a:r>
            <a:r>
              <a:rPr lang="en-US" sz="3200" b="1" dirty="0">
                <a:solidFill>
                  <a:srgbClr val="1F497D"/>
                </a:solidFill>
                <a:effectLst>
                  <a:glow rad="139700">
                    <a:schemeClr val="accent6">
                      <a:satMod val="175000"/>
                      <a:alpha val="40000"/>
                    </a:schemeClr>
                  </a:glow>
                </a:effectLst>
                <a:latin typeface="Sakal Marathi" panose="02000400000000000000" pitchFamily="2" charset="0"/>
                <a:cs typeface="Sakal Marathi" panose="02000400000000000000" pitchFamily="2" charset="0"/>
              </a:rPr>
              <a:t> </a:t>
            </a:r>
            <a:r>
              <a:rPr lang="en-US" sz="3200" b="1" dirty="0" err="1">
                <a:solidFill>
                  <a:srgbClr val="1F497D"/>
                </a:solidFill>
                <a:effectLst>
                  <a:glow rad="139700">
                    <a:schemeClr val="accent6">
                      <a:satMod val="175000"/>
                      <a:alpha val="40000"/>
                    </a:schemeClr>
                  </a:glow>
                </a:effectLst>
                <a:latin typeface="Sakal Marathi" panose="02000400000000000000" pitchFamily="2" charset="0"/>
                <a:cs typeface="Sakal Marathi" panose="02000400000000000000" pitchFamily="2" charset="0"/>
              </a:rPr>
              <a:t>पंधरवडा</a:t>
            </a:r>
            <a:r>
              <a:rPr lang="en-US" sz="3200" b="1" dirty="0">
                <a:solidFill>
                  <a:srgbClr val="1F497D"/>
                </a:solidFill>
                <a:effectLst>
                  <a:glow rad="139700">
                    <a:schemeClr val="accent6">
                      <a:satMod val="175000"/>
                      <a:alpha val="40000"/>
                    </a:schemeClr>
                  </a:glow>
                </a:effectLst>
                <a:latin typeface="Sakal Marathi" panose="02000400000000000000" pitchFamily="2" charset="0"/>
                <a:cs typeface="Sakal Marathi" panose="02000400000000000000" pitchFamily="2" charset="0"/>
              </a:rPr>
              <a:t> 2024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A37A356-005A-515C-D771-03A175988371}"/>
              </a:ext>
            </a:extLst>
          </p:cNvPr>
          <p:cNvSpPr txBox="1"/>
          <p:nvPr/>
        </p:nvSpPr>
        <p:spPr>
          <a:xfrm>
            <a:off x="1576232" y="1515599"/>
            <a:ext cx="3445081" cy="340093"/>
          </a:xfrm>
          <a:prstGeom prst="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wrap="square" anchor="ctr">
            <a:spAutoFit/>
          </a:bodyPr>
          <a:lstStyle>
            <a:defPPr>
              <a:defRPr lang="en-US"/>
            </a:defPPr>
            <a:lvl1pPr marR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akal Marathi" panose="02000400000000000000" pitchFamily="2" charset="0"/>
                <a:ea typeface="Times New Roman" panose="02020603050405020304" pitchFamily="18" charset="0"/>
                <a:cs typeface="Sakal Marathi" panose="02000400000000000000" pitchFamily="2" charset="0"/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  <a:lvl6pPr>
              <a:defRPr>
                <a:solidFill>
                  <a:schemeClr val="accent2"/>
                </a:solidFill>
              </a:defRPr>
            </a:lvl6pPr>
            <a:lvl7pPr>
              <a:defRPr>
                <a:solidFill>
                  <a:schemeClr val="accent2"/>
                </a:solidFill>
              </a:defRPr>
            </a:lvl7pPr>
            <a:lvl8pPr>
              <a:defRPr>
                <a:solidFill>
                  <a:schemeClr val="accent2"/>
                </a:solidFill>
              </a:defRPr>
            </a:lvl8pPr>
            <a:lvl9pPr>
              <a:defRPr>
                <a:solidFill>
                  <a:schemeClr val="accent2"/>
                </a:solidFill>
              </a:defRPr>
            </a:lvl9pPr>
          </a:lstStyle>
          <a:p>
            <a:pPr algn="ctr"/>
            <a:r>
              <a:rPr lang="mr-IN" b="1" dirty="0">
                <a:solidFill>
                  <a:schemeClr val="tx2"/>
                </a:solidFill>
              </a:rPr>
              <a:t>दिनांक १ ऑगस्ट २०२४ ते १५  ऑगस्ट २०२४ </a:t>
            </a:r>
            <a:endParaRPr lang="en-US" b="1" dirty="0">
              <a:solidFill>
                <a:schemeClr val="tx2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A80C570-9C1B-A1EC-8896-B8B3E85A06A1}"/>
              </a:ext>
            </a:extLst>
          </p:cNvPr>
          <p:cNvSpPr txBox="1"/>
          <p:nvPr/>
        </p:nvSpPr>
        <p:spPr>
          <a:xfrm>
            <a:off x="224007" y="6780940"/>
            <a:ext cx="6409982" cy="1107996"/>
          </a:xfrm>
          <a:prstGeom prst="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wrap="square" anchor="ctr">
            <a:spAutoFit/>
          </a:bodyPr>
          <a:lstStyle/>
          <a:p>
            <a:pPr marL="228600" indent="-228600" algn="just">
              <a:buFont typeface="Wingdings" panose="05000000000000000000" pitchFamily="2" charset="2"/>
              <a:buChar char="v"/>
            </a:pPr>
            <a:r>
              <a:rPr lang="en-US" sz="1300" dirty="0" err="1">
                <a:ln w="0"/>
                <a:solidFill>
                  <a:srgbClr val="7030A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akal Marathi" panose="02000400000000000000" pitchFamily="2" charset="0"/>
                <a:cs typeface="Sakal Marathi" panose="02000400000000000000" pitchFamily="2" charset="0"/>
              </a:rPr>
              <a:t>दुध</a:t>
            </a:r>
            <a:r>
              <a:rPr lang="en-US" sz="1300" dirty="0">
                <a:ln w="0"/>
                <a:solidFill>
                  <a:srgbClr val="7030A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akal Marathi" panose="02000400000000000000" pitchFamily="2" charset="0"/>
                <a:cs typeface="Sakal Marathi" panose="02000400000000000000" pitchFamily="2" charset="0"/>
              </a:rPr>
              <a:t> </a:t>
            </a:r>
            <a:r>
              <a:rPr lang="en-US" sz="1300" dirty="0" err="1">
                <a:ln w="0"/>
                <a:solidFill>
                  <a:srgbClr val="7030A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akal Marathi" panose="02000400000000000000" pitchFamily="2" charset="0"/>
                <a:cs typeface="Sakal Marathi" panose="02000400000000000000" pitchFamily="2" charset="0"/>
              </a:rPr>
              <a:t>अनुदान</a:t>
            </a:r>
            <a:r>
              <a:rPr lang="en-US" sz="1300" dirty="0">
                <a:ln w="0"/>
                <a:solidFill>
                  <a:srgbClr val="7030A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akal Marathi" panose="02000400000000000000" pitchFamily="2" charset="0"/>
                <a:cs typeface="Sakal Marathi" panose="02000400000000000000" pitchFamily="2" charset="0"/>
              </a:rPr>
              <a:t> </a:t>
            </a:r>
            <a:r>
              <a:rPr lang="en-US" sz="1300" dirty="0" err="1">
                <a:ln w="0"/>
                <a:solidFill>
                  <a:srgbClr val="7030A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akal Marathi" panose="02000400000000000000" pitchFamily="2" charset="0"/>
                <a:cs typeface="Sakal Marathi" panose="02000400000000000000" pitchFamily="2" charset="0"/>
              </a:rPr>
              <a:t>योजना</a:t>
            </a:r>
            <a:r>
              <a:rPr lang="en-US" sz="1300" dirty="0">
                <a:ln w="0"/>
                <a:solidFill>
                  <a:srgbClr val="7030A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akal Marathi" panose="02000400000000000000" pitchFamily="2" charset="0"/>
                <a:cs typeface="Sakal Marathi" panose="02000400000000000000" pitchFamily="2" charset="0"/>
              </a:rPr>
              <a:t> </a:t>
            </a:r>
            <a:r>
              <a:rPr lang="en-US" sz="1300" dirty="0" err="1">
                <a:ln w="0"/>
                <a:solidFill>
                  <a:srgbClr val="7030A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akal Marathi" panose="02000400000000000000" pitchFamily="2" charset="0"/>
                <a:cs typeface="Sakal Marathi" panose="02000400000000000000" pitchFamily="2" charset="0"/>
              </a:rPr>
              <a:t>राबविताना</a:t>
            </a:r>
            <a:r>
              <a:rPr lang="en-US" sz="1300" dirty="0">
                <a:ln w="0"/>
                <a:solidFill>
                  <a:srgbClr val="7030A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akal Marathi" panose="02000400000000000000" pitchFamily="2" charset="0"/>
                <a:cs typeface="Sakal Marathi" panose="02000400000000000000" pitchFamily="2" charset="0"/>
              </a:rPr>
              <a:t> </a:t>
            </a:r>
            <a:r>
              <a:rPr lang="en-US" sz="1300" dirty="0" err="1">
                <a:ln w="0"/>
                <a:solidFill>
                  <a:srgbClr val="7030A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akal Marathi" panose="02000400000000000000" pitchFamily="2" charset="0"/>
                <a:cs typeface="Sakal Marathi" panose="02000400000000000000" pitchFamily="2" charset="0"/>
              </a:rPr>
              <a:t>येणाऱ्या</a:t>
            </a:r>
            <a:r>
              <a:rPr lang="en-US" sz="1300" dirty="0">
                <a:ln w="0"/>
                <a:solidFill>
                  <a:srgbClr val="7030A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akal Marathi" panose="02000400000000000000" pitchFamily="2" charset="0"/>
                <a:cs typeface="Sakal Marathi" panose="02000400000000000000" pitchFamily="2" charset="0"/>
              </a:rPr>
              <a:t> </a:t>
            </a:r>
            <a:r>
              <a:rPr lang="en-US" sz="1300" dirty="0" err="1">
                <a:ln w="0"/>
                <a:solidFill>
                  <a:srgbClr val="7030A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akal Marathi" panose="02000400000000000000" pitchFamily="2" charset="0"/>
                <a:cs typeface="Sakal Marathi" panose="02000400000000000000" pitchFamily="2" charset="0"/>
              </a:rPr>
              <a:t>अडचणींचे</a:t>
            </a:r>
            <a:r>
              <a:rPr lang="en-US" sz="1300" dirty="0">
                <a:ln w="0"/>
                <a:solidFill>
                  <a:srgbClr val="7030A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akal Marathi" panose="02000400000000000000" pitchFamily="2" charset="0"/>
                <a:cs typeface="Sakal Marathi" panose="02000400000000000000" pitchFamily="2" charset="0"/>
              </a:rPr>
              <a:t> </a:t>
            </a:r>
            <a:r>
              <a:rPr lang="en-US" sz="1300" dirty="0" err="1">
                <a:ln w="0"/>
                <a:solidFill>
                  <a:srgbClr val="7030A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akal Marathi" panose="02000400000000000000" pitchFamily="2" charset="0"/>
                <a:cs typeface="Sakal Marathi" panose="02000400000000000000" pitchFamily="2" charset="0"/>
              </a:rPr>
              <a:t>निराकरण</a:t>
            </a:r>
            <a:r>
              <a:rPr lang="en-US" sz="1300" dirty="0">
                <a:ln w="0"/>
                <a:solidFill>
                  <a:srgbClr val="7030A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akal Marathi" panose="02000400000000000000" pitchFamily="2" charset="0"/>
                <a:cs typeface="Sakal Marathi" panose="02000400000000000000" pitchFamily="2" charset="0"/>
              </a:rPr>
              <a:t> </a:t>
            </a:r>
            <a:endParaRPr lang="mr-IN" sz="1300" dirty="0">
              <a:ln w="0"/>
              <a:solidFill>
                <a:srgbClr val="7030A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Sakal Marathi" panose="02000400000000000000" pitchFamily="2" charset="0"/>
              <a:cs typeface="Sakal Marathi" panose="02000400000000000000" pitchFamily="2" charset="0"/>
            </a:endParaRPr>
          </a:p>
          <a:p>
            <a:pPr marL="228600" indent="-228600" algn="just">
              <a:buFont typeface="Wingdings" panose="05000000000000000000" pitchFamily="2" charset="2"/>
              <a:buChar char="v"/>
            </a:pPr>
            <a:r>
              <a:rPr lang="en-US" sz="1300" dirty="0" err="1">
                <a:ln w="0"/>
                <a:solidFill>
                  <a:srgbClr val="7030A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akal Marathi" panose="02000400000000000000" pitchFamily="2" charset="0"/>
                <a:cs typeface="Sakal Marathi" panose="02000400000000000000" pitchFamily="2" charset="0"/>
              </a:rPr>
              <a:t>पशुधनाचे</a:t>
            </a:r>
            <a:r>
              <a:rPr lang="en-US" sz="1300" dirty="0">
                <a:ln w="0"/>
                <a:solidFill>
                  <a:srgbClr val="7030A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akal Marathi" panose="02000400000000000000" pitchFamily="2" charset="0"/>
                <a:cs typeface="Sakal Marathi" panose="02000400000000000000" pitchFamily="2" charset="0"/>
              </a:rPr>
              <a:t> 100% </a:t>
            </a:r>
            <a:r>
              <a:rPr lang="en-US" sz="1300" dirty="0" err="1">
                <a:ln w="0"/>
                <a:solidFill>
                  <a:srgbClr val="7030A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akal Marathi" panose="02000400000000000000" pitchFamily="2" charset="0"/>
                <a:cs typeface="Sakal Marathi" panose="02000400000000000000" pitchFamily="2" charset="0"/>
              </a:rPr>
              <a:t>जंत</a:t>
            </a:r>
            <a:r>
              <a:rPr lang="en-US" sz="1300" dirty="0">
                <a:ln w="0"/>
                <a:solidFill>
                  <a:srgbClr val="7030A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akal Marathi" panose="02000400000000000000" pitchFamily="2" charset="0"/>
                <a:cs typeface="Sakal Marathi" panose="02000400000000000000" pitchFamily="2" charset="0"/>
              </a:rPr>
              <a:t> </a:t>
            </a:r>
            <a:r>
              <a:rPr lang="en-US" sz="1300" dirty="0" err="1">
                <a:ln w="0"/>
                <a:solidFill>
                  <a:srgbClr val="7030A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akal Marathi" panose="02000400000000000000" pitchFamily="2" charset="0"/>
                <a:cs typeface="Sakal Marathi" panose="02000400000000000000" pitchFamily="2" charset="0"/>
              </a:rPr>
              <a:t>निर्मूलन</a:t>
            </a:r>
            <a:r>
              <a:rPr lang="en-US" sz="1300" dirty="0">
                <a:ln w="0"/>
                <a:solidFill>
                  <a:srgbClr val="7030A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akal Marathi" panose="02000400000000000000" pitchFamily="2" charset="0"/>
                <a:cs typeface="Sakal Marathi" panose="02000400000000000000" pitchFamily="2" charset="0"/>
              </a:rPr>
              <a:t> व </a:t>
            </a:r>
            <a:r>
              <a:rPr lang="en-US" sz="1300" dirty="0" err="1">
                <a:ln w="0"/>
                <a:solidFill>
                  <a:srgbClr val="7030A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akal Marathi" panose="02000400000000000000" pitchFamily="2" charset="0"/>
                <a:cs typeface="Sakal Marathi" panose="02000400000000000000" pitchFamily="2" charset="0"/>
              </a:rPr>
              <a:t>रोगप्रतिबंधक</a:t>
            </a:r>
            <a:r>
              <a:rPr lang="en-US" sz="1300" dirty="0">
                <a:ln w="0"/>
                <a:solidFill>
                  <a:srgbClr val="7030A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akal Marathi" panose="02000400000000000000" pitchFamily="2" charset="0"/>
                <a:cs typeface="Sakal Marathi" panose="02000400000000000000" pitchFamily="2" charset="0"/>
              </a:rPr>
              <a:t> </a:t>
            </a:r>
            <a:r>
              <a:rPr lang="en-US" sz="1300" dirty="0" err="1">
                <a:ln w="0"/>
                <a:solidFill>
                  <a:srgbClr val="7030A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akal Marathi" panose="02000400000000000000" pitchFamily="2" charset="0"/>
                <a:cs typeface="Sakal Marathi" panose="02000400000000000000" pitchFamily="2" charset="0"/>
              </a:rPr>
              <a:t>लसीकरण</a:t>
            </a:r>
            <a:r>
              <a:rPr lang="en-US" sz="1300" dirty="0">
                <a:ln w="0"/>
                <a:solidFill>
                  <a:srgbClr val="7030A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akal Marathi" panose="02000400000000000000" pitchFamily="2" charset="0"/>
                <a:cs typeface="Sakal Marathi" panose="02000400000000000000" pitchFamily="2" charset="0"/>
              </a:rPr>
              <a:t> </a:t>
            </a:r>
            <a:endParaRPr lang="mr-IN" sz="1300" dirty="0">
              <a:ln w="0"/>
              <a:solidFill>
                <a:srgbClr val="7030A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Sakal Marathi" panose="02000400000000000000" pitchFamily="2" charset="0"/>
              <a:cs typeface="Sakal Marathi" panose="02000400000000000000" pitchFamily="2" charset="0"/>
            </a:endParaRPr>
          </a:p>
          <a:p>
            <a:pPr marL="228600" indent="-228600" algn="just">
              <a:buFont typeface="Wingdings" panose="05000000000000000000" pitchFamily="2" charset="2"/>
              <a:buChar char="v"/>
            </a:pPr>
            <a:r>
              <a:rPr lang="mr-IN" sz="1300" dirty="0">
                <a:ln w="0"/>
                <a:solidFill>
                  <a:srgbClr val="7030A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akal Marathi" panose="02000400000000000000" pitchFamily="2" charset="0"/>
                <a:cs typeface="Sakal Marathi" panose="02000400000000000000" pitchFamily="2" charset="0"/>
              </a:rPr>
              <a:t>पशुधनास सकस आहार देण्यासाठी प्रोत्साहन </a:t>
            </a:r>
          </a:p>
          <a:p>
            <a:pPr marL="228600" indent="-228600" algn="just">
              <a:buFont typeface="Wingdings" panose="05000000000000000000" pitchFamily="2" charset="2"/>
              <a:buChar char="v"/>
            </a:pPr>
            <a:r>
              <a:rPr lang="en-US" sz="1300" dirty="0" err="1">
                <a:ln w="0"/>
                <a:solidFill>
                  <a:srgbClr val="7030A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akal Marathi" panose="02000400000000000000" pitchFamily="2" charset="0"/>
                <a:cs typeface="Sakal Marathi" panose="02000400000000000000" pitchFamily="2" charset="0"/>
              </a:rPr>
              <a:t>गाई-म्हशींची</a:t>
            </a:r>
            <a:r>
              <a:rPr lang="en-US" sz="1300" dirty="0">
                <a:ln w="0"/>
                <a:solidFill>
                  <a:srgbClr val="7030A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akal Marathi" panose="02000400000000000000" pitchFamily="2" charset="0"/>
                <a:cs typeface="Sakal Marathi" panose="02000400000000000000" pitchFamily="2" charset="0"/>
              </a:rPr>
              <a:t> </a:t>
            </a:r>
            <a:r>
              <a:rPr lang="en-US" sz="1300" dirty="0" err="1">
                <a:ln w="0"/>
                <a:solidFill>
                  <a:srgbClr val="7030A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akal Marathi" panose="02000400000000000000" pitchFamily="2" charset="0"/>
                <a:cs typeface="Sakal Marathi" panose="02000400000000000000" pitchFamily="2" charset="0"/>
              </a:rPr>
              <a:t>वंधत्व</a:t>
            </a:r>
            <a:r>
              <a:rPr lang="en-US" sz="1300" dirty="0">
                <a:ln w="0"/>
                <a:solidFill>
                  <a:srgbClr val="7030A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akal Marathi" panose="02000400000000000000" pitchFamily="2" charset="0"/>
                <a:cs typeface="Sakal Marathi" panose="02000400000000000000" pitchFamily="2" charset="0"/>
              </a:rPr>
              <a:t> </a:t>
            </a:r>
            <a:r>
              <a:rPr lang="en-US" sz="1300" dirty="0" err="1">
                <a:ln w="0"/>
                <a:solidFill>
                  <a:srgbClr val="7030A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akal Marathi" panose="02000400000000000000" pitchFamily="2" charset="0"/>
                <a:cs typeface="Sakal Marathi" panose="02000400000000000000" pitchFamily="2" charset="0"/>
              </a:rPr>
              <a:t>तपासणी</a:t>
            </a:r>
            <a:r>
              <a:rPr lang="en-US" sz="1300" dirty="0">
                <a:ln w="0"/>
                <a:solidFill>
                  <a:srgbClr val="7030A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akal Marathi" panose="02000400000000000000" pitchFamily="2" charset="0"/>
                <a:cs typeface="Sakal Marathi" panose="02000400000000000000" pitchFamily="2" charset="0"/>
              </a:rPr>
              <a:t> व </a:t>
            </a:r>
            <a:r>
              <a:rPr lang="en-US" sz="1300" dirty="0" err="1">
                <a:ln w="0"/>
                <a:solidFill>
                  <a:srgbClr val="7030A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akal Marathi" panose="02000400000000000000" pitchFamily="2" charset="0"/>
                <a:cs typeface="Sakal Marathi" panose="02000400000000000000" pitchFamily="2" charset="0"/>
              </a:rPr>
              <a:t>उपचार</a:t>
            </a:r>
            <a:r>
              <a:rPr lang="en-US" sz="1300" dirty="0">
                <a:ln w="0"/>
                <a:solidFill>
                  <a:srgbClr val="7030A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akal Marathi" panose="02000400000000000000" pitchFamily="2" charset="0"/>
                <a:cs typeface="Sakal Marathi" panose="02000400000000000000" pitchFamily="2" charset="0"/>
              </a:rPr>
              <a:t> </a:t>
            </a:r>
            <a:r>
              <a:rPr lang="en-US" sz="1300" dirty="0" err="1">
                <a:ln w="0"/>
                <a:solidFill>
                  <a:srgbClr val="7030A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akal Marathi" panose="02000400000000000000" pitchFamily="2" charset="0"/>
                <a:cs typeface="Sakal Marathi" panose="02000400000000000000" pitchFamily="2" charset="0"/>
              </a:rPr>
              <a:t>शिबीरांचे</a:t>
            </a:r>
            <a:r>
              <a:rPr lang="en-US" sz="1300" dirty="0">
                <a:ln w="0"/>
                <a:solidFill>
                  <a:srgbClr val="7030A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akal Marathi" panose="02000400000000000000" pitchFamily="2" charset="0"/>
                <a:cs typeface="Sakal Marathi" panose="02000400000000000000" pitchFamily="2" charset="0"/>
              </a:rPr>
              <a:t> </a:t>
            </a:r>
            <a:r>
              <a:rPr lang="en-US" sz="1300" dirty="0" err="1">
                <a:ln w="0"/>
                <a:solidFill>
                  <a:srgbClr val="7030A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akal Marathi" panose="02000400000000000000" pitchFamily="2" charset="0"/>
                <a:cs typeface="Sakal Marathi" panose="02000400000000000000" pitchFamily="2" charset="0"/>
              </a:rPr>
              <a:t>आयोजन</a:t>
            </a:r>
            <a:r>
              <a:rPr lang="en-US" sz="1300" dirty="0">
                <a:ln w="0"/>
                <a:solidFill>
                  <a:srgbClr val="7030A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akal Marathi" panose="02000400000000000000" pitchFamily="2" charset="0"/>
                <a:cs typeface="Sakal Marathi" panose="02000400000000000000" pitchFamily="2" charset="0"/>
              </a:rPr>
              <a:t> </a:t>
            </a:r>
            <a:endParaRPr lang="mr-IN" sz="1300" dirty="0">
              <a:ln w="0"/>
              <a:solidFill>
                <a:srgbClr val="7030A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Sakal Marathi" panose="02000400000000000000" pitchFamily="2" charset="0"/>
              <a:cs typeface="Sakal Marathi" panose="02000400000000000000" pitchFamily="2" charset="0"/>
            </a:endParaRPr>
          </a:p>
          <a:p>
            <a:pPr marL="228600" indent="-228600" algn="just">
              <a:buFont typeface="Wingdings" panose="05000000000000000000" pitchFamily="2" charset="2"/>
              <a:buChar char="v"/>
            </a:pPr>
            <a:r>
              <a:rPr lang="en-US" sz="1300" dirty="0" err="1">
                <a:ln w="0"/>
                <a:solidFill>
                  <a:srgbClr val="7030A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akal Marathi" panose="02000400000000000000" pitchFamily="2" charset="0"/>
                <a:cs typeface="Sakal Marathi" panose="02000400000000000000" pitchFamily="2" charset="0"/>
              </a:rPr>
              <a:t>राष्ट्रीय</a:t>
            </a:r>
            <a:r>
              <a:rPr lang="en-US" sz="1300" dirty="0">
                <a:ln w="0"/>
                <a:solidFill>
                  <a:srgbClr val="7030A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akal Marathi" panose="02000400000000000000" pitchFamily="2" charset="0"/>
                <a:cs typeface="Sakal Marathi" panose="02000400000000000000" pitchFamily="2" charset="0"/>
              </a:rPr>
              <a:t> </a:t>
            </a:r>
            <a:r>
              <a:rPr lang="en-US" sz="1300" dirty="0" err="1">
                <a:ln w="0"/>
                <a:solidFill>
                  <a:srgbClr val="7030A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akal Marathi" panose="02000400000000000000" pitchFamily="2" charset="0"/>
                <a:cs typeface="Sakal Marathi" panose="02000400000000000000" pitchFamily="2" charset="0"/>
              </a:rPr>
              <a:t>पशुधन</a:t>
            </a:r>
            <a:r>
              <a:rPr lang="en-US" sz="1300" dirty="0">
                <a:ln w="0"/>
                <a:solidFill>
                  <a:srgbClr val="7030A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akal Marathi" panose="02000400000000000000" pitchFamily="2" charset="0"/>
                <a:cs typeface="Sakal Marathi" panose="02000400000000000000" pitchFamily="2" charset="0"/>
              </a:rPr>
              <a:t> </a:t>
            </a:r>
            <a:r>
              <a:rPr lang="en-US" sz="1300" dirty="0" err="1">
                <a:ln w="0"/>
                <a:solidFill>
                  <a:srgbClr val="7030A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akal Marathi" panose="02000400000000000000" pitchFamily="2" charset="0"/>
                <a:cs typeface="Sakal Marathi" panose="02000400000000000000" pitchFamily="2" charset="0"/>
              </a:rPr>
              <a:t>अभियान</a:t>
            </a:r>
            <a:r>
              <a:rPr lang="en-US" sz="1300" dirty="0">
                <a:ln w="0"/>
                <a:solidFill>
                  <a:srgbClr val="7030A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akal Marathi" panose="02000400000000000000" pitchFamily="2" charset="0"/>
                <a:cs typeface="Sakal Marathi" panose="02000400000000000000" pitchFamily="2" charset="0"/>
              </a:rPr>
              <a:t> </a:t>
            </a:r>
            <a:r>
              <a:rPr lang="mr-IN" sz="1300" dirty="0">
                <a:ln w="0"/>
                <a:solidFill>
                  <a:srgbClr val="7030A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akal Marathi" panose="02000400000000000000" pitchFamily="2" charset="0"/>
                <a:cs typeface="Sakal Marathi" panose="02000400000000000000" pitchFamily="2" charset="0"/>
              </a:rPr>
              <a:t>व इतर </a:t>
            </a:r>
            <a:r>
              <a:rPr lang="en-US" sz="1300" dirty="0" err="1">
                <a:ln w="0"/>
                <a:solidFill>
                  <a:srgbClr val="7030A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akal Marathi" panose="02000400000000000000" pitchFamily="2" charset="0"/>
                <a:cs typeface="Sakal Marathi" panose="02000400000000000000" pitchFamily="2" charset="0"/>
              </a:rPr>
              <a:t>योजनेची</a:t>
            </a:r>
            <a:r>
              <a:rPr lang="en-US" sz="1300" dirty="0">
                <a:ln w="0"/>
                <a:solidFill>
                  <a:srgbClr val="7030A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akal Marathi" panose="02000400000000000000" pitchFamily="2" charset="0"/>
                <a:cs typeface="Sakal Marathi" panose="02000400000000000000" pitchFamily="2" charset="0"/>
              </a:rPr>
              <a:t> </a:t>
            </a:r>
            <a:r>
              <a:rPr lang="en-US" sz="1300" dirty="0" err="1">
                <a:ln w="0"/>
                <a:solidFill>
                  <a:srgbClr val="7030A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akal Marathi" panose="02000400000000000000" pitchFamily="2" charset="0"/>
                <a:cs typeface="Sakal Marathi" panose="02000400000000000000" pitchFamily="2" charset="0"/>
              </a:rPr>
              <a:t>व्यापक</a:t>
            </a:r>
            <a:r>
              <a:rPr lang="en-US" sz="1300" dirty="0">
                <a:ln w="0"/>
                <a:solidFill>
                  <a:srgbClr val="7030A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akal Marathi" panose="02000400000000000000" pitchFamily="2" charset="0"/>
                <a:cs typeface="Sakal Marathi" panose="02000400000000000000" pitchFamily="2" charset="0"/>
              </a:rPr>
              <a:t> </a:t>
            </a:r>
            <a:r>
              <a:rPr lang="en-US" sz="1300" dirty="0" err="1">
                <a:ln w="0"/>
                <a:solidFill>
                  <a:srgbClr val="7030A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akal Marathi" panose="02000400000000000000" pitchFamily="2" charset="0"/>
                <a:cs typeface="Sakal Marathi" panose="02000400000000000000" pitchFamily="2" charset="0"/>
              </a:rPr>
              <a:t>प्रसिध्दी</a:t>
            </a:r>
            <a:r>
              <a:rPr lang="en-US" sz="1300" dirty="0">
                <a:ln w="0"/>
                <a:solidFill>
                  <a:srgbClr val="7030A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akal Marathi" panose="02000400000000000000" pitchFamily="2" charset="0"/>
                <a:cs typeface="Sakal Marathi" panose="02000400000000000000" pitchFamily="2" charset="0"/>
              </a:rPr>
              <a:t> व </a:t>
            </a:r>
            <a:r>
              <a:rPr lang="en-US" sz="1300" dirty="0" err="1">
                <a:ln w="0"/>
                <a:solidFill>
                  <a:srgbClr val="7030A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akal Marathi" panose="02000400000000000000" pitchFamily="2" charset="0"/>
                <a:cs typeface="Sakal Marathi" panose="02000400000000000000" pitchFamily="2" charset="0"/>
              </a:rPr>
              <a:t>अंमलबजावणी</a:t>
            </a:r>
            <a:r>
              <a:rPr lang="en-US" sz="1300" dirty="0">
                <a:ln w="0"/>
                <a:solidFill>
                  <a:srgbClr val="7030A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akal Marathi" panose="02000400000000000000" pitchFamily="2" charset="0"/>
                <a:cs typeface="Sakal Marathi" panose="02000400000000000000" pitchFamily="2" charset="0"/>
              </a:rPr>
              <a:t>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19E4F49-056A-7C09-DF6C-1DE3C8ABB648}"/>
              </a:ext>
            </a:extLst>
          </p:cNvPr>
          <p:cNvSpPr txBox="1"/>
          <p:nvPr/>
        </p:nvSpPr>
        <p:spPr>
          <a:xfrm>
            <a:off x="230397" y="5734107"/>
            <a:ext cx="6294179" cy="587853"/>
          </a:xfrm>
          <a:prstGeom prst="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wrap="square" anchor="ctr">
            <a:spAutoFit/>
          </a:bodyPr>
          <a:lstStyle>
            <a:defPPr>
              <a:defRPr lang="en-US"/>
            </a:defPPr>
            <a:lvl1pPr marR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90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akal Marathi" panose="02000400000000000000" pitchFamily="2" charset="0"/>
                <a:ea typeface="Times New Roman" panose="02020603050405020304" pitchFamily="18" charset="0"/>
                <a:cs typeface="Sakal Marathi" panose="02000400000000000000" pitchFamily="2" charset="0"/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  <a:lvl6pPr>
              <a:defRPr>
                <a:solidFill>
                  <a:schemeClr val="accent2"/>
                </a:solidFill>
              </a:defRPr>
            </a:lvl6pPr>
            <a:lvl7pPr>
              <a:defRPr>
                <a:solidFill>
                  <a:schemeClr val="accent2"/>
                </a:solidFill>
              </a:defRPr>
            </a:lvl7pPr>
            <a:lvl8pPr>
              <a:defRPr>
                <a:solidFill>
                  <a:schemeClr val="accent2"/>
                </a:solidFill>
              </a:defRPr>
            </a:lvl8pPr>
            <a:lvl9pPr>
              <a:defRPr>
                <a:solidFill>
                  <a:schemeClr val="accent2"/>
                </a:solidFill>
              </a:defRPr>
            </a:lvl9pPr>
          </a:lstStyle>
          <a:p>
            <a:r>
              <a:rPr lang="mr-IN" sz="1400" b="1" dirty="0">
                <a:solidFill>
                  <a:schemeClr val="tx2"/>
                </a:solidFill>
              </a:rPr>
              <a:t>पशुसंवर्धन विभागामार्फत दिनांक १ ऑगस्ट २०२४ ते १५ ऑगस्ट २०२४ या कालावधीमध्ये </a:t>
            </a:r>
            <a:r>
              <a:rPr lang="en-US" sz="1400" b="1" dirty="0" err="1">
                <a:solidFill>
                  <a:schemeClr val="tx2"/>
                </a:solidFill>
              </a:rPr>
              <a:t>पशुसंवर्धन</a:t>
            </a:r>
            <a:r>
              <a:rPr lang="en-US" sz="1400" b="1" dirty="0">
                <a:solidFill>
                  <a:schemeClr val="tx2"/>
                </a:solidFill>
              </a:rPr>
              <a:t> </a:t>
            </a:r>
            <a:r>
              <a:rPr lang="en-US" sz="1400" b="1" dirty="0" err="1">
                <a:solidFill>
                  <a:schemeClr val="tx2"/>
                </a:solidFill>
              </a:rPr>
              <a:t>पंधरवडा</a:t>
            </a:r>
            <a:r>
              <a:rPr lang="en-US" sz="1400" b="1" dirty="0">
                <a:solidFill>
                  <a:schemeClr val="tx2"/>
                </a:solidFill>
              </a:rPr>
              <a:t> 2024 </a:t>
            </a:r>
            <a:r>
              <a:rPr lang="mr-IN" sz="1400" b="1" dirty="0">
                <a:solidFill>
                  <a:schemeClr val="tx2"/>
                </a:solidFill>
              </a:rPr>
              <a:t>साजरा करण्यात येत आहे.  </a:t>
            </a:r>
            <a:endParaRPr lang="en-US" sz="1400" b="1" dirty="0">
              <a:solidFill>
                <a:schemeClr val="tx2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998A13E-B81D-2A50-6BF4-8CDA5B763A8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3874" y="1905448"/>
            <a:ext cx="1384333" cy="131147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9D4AB3E-4DFA-B37A-3CFE-76FC9F365498}"/>
              </a:ext>
            </a:extLst>
          </p:cNvPr>
          <p:cNvSpPr txBox="1"/>
          <p:nvPr/>
        </p:nvSpPr>
        <p:spPr>
          <a:xfrm>
            <a:off x="1430715" y="3224767"/>
            <a:ext cx="366313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IN" sz="1200" b="1" dirty="0" err="1">
                <a:solidFill>
                  <a:srgbClr val="FF0000"/>
                </a:solidFill>
                <a:latin typeface="Sakal Marathi" pitchFamily="2" charset="0"/>
                <a:cs typeface="Sakal Marathi" pitchFamily="2" charset="0"/>
              </a:rPr>
              <a:t>मा.ना.श्री</a:t>
            </a:r>
            <a:r>
              <a:rPr lang="en-IN" sz="1200" b="1" dirty="0">
                <a:solidFill>
                  <a:srgbClr val="FF0000"/>
                </a:solidFill>
                <a:latin typeface="Sakal Marathi" pitchFamily="2" charset="0"/>
                <a:cs typeface="Sakal Marathi" pitchFamily="2" charset="0"/>
              </a:rPr>
              <a:t>. </a:t>
            </a:r>
            <a:r>
              <a:rPr lang="en-IN" sz="1200" b="1" dirty="0" err="1">
                <a:solidFill>
                  <a:srgbClr val="FF0000"/>
                </a:solidFill>
                <a:latin typeface="Sakal Marathi" pitchFamily="2" charset="0"/>
                <a:cs typeface="Sakal Marathi" pitchFamily="2" charset="0"/>
              </a:rPr>
              <a:t>एकनाथ</a:t>
            </a:r>
            <a:r>
              <a:rPr lang="en-IN" sz="1200" b="1" dirty="0">
                <a:solidFill>
                  <a:srgbClr val="FF0000"/>
                </a:solidFill>
                <a:latin typeface="Sakal Marathi" pitchFamily="2" charset="0"/>
                <a:cs typeface="Sakal Marathi" pitchFamily="2" charset="0"/>
              </a:rPr>
              <a:t> ‍</a:t>
            </a:r>
            <a:r>
              <a:rPr lang="en-IN" sz="1200" b="1" dirty="0" err="1">
                <a:solidFill>
                  <a:srgbClr val="FF0000"/>
                </a:solidFill>
                <a:latin typeface="Sakal Marathi" pitchFamily="2" charset="0"/>
                <a:cs typeface="Sakal Marathi" pitchFamily="2" charset="0"/>
              </a:rPr>
              <a:t>शिंदे</a:t>
            </a:r>
            <a:r>
              <a:rPr lang="en-IN" sz="1200" b="1" dirty="0">
                <a:solidFill>
                  <a:srgbClr val="FF0000"/>
                </a:solidFill>
                <a:latin typeface="Sakal Marathi" pitchFamily="2" charset="0"/>
                <a:cs typeface="Sakal Marathi" pitchFamily="2" charset="0"/>
              </a:rPr>
              <a:t>  </a:t>
            </a:r>
          </a:p>
          <a:p>
            <a:pPr algn="ctr">
              <a:defRPr/>
            </a:pPr>
            <a:r>
              <a:rPr lang="en-IN" sz="1200" dirty="0" err="1">
                <a:latin typeface="Sakal Marathi" pitchFamily="2" charset="0"/>
                <a:cs typeface="Sakal Marathi" pitchFamily="2" charset="0"/>
              </a:rPr>
              <a:t>मा</a:t>
            </a:r>
            <a:r>
              <a:rPr lang="en-IN" sz="1200" dirty="0">
                <a:latin typeface="Sakal Marathi" pitchFamily="2" charset="0"/>
                <a:cs typeface="Sakal Marathi" pitchFamily="2" charset="0"/>
              </a:rPr>
              <a:t>. </a:t>
            </a:r>
            <a:r>
              <a:rPr lang="en-IN" sz="1200" dirty="0" err="1">
                <a:latin typeface="Sakal Marathi" pitchFamily="2" charset="0"/>
                <a:cs typeface="Sakal Marathi" pitchFamily="2" charset="0"/>
              </a:rPr>
              <a:t>मुख्यमंत्री</a:t>
            </a:r>
            <a:r>
              <a:rPr lang="en-IN" sz="1200" dirty="0">
                <a:latin typeface="Sakal Marathi" pitchFamily="2" charset="0"/>
                <a:cs typeface="Sakal Marathi" pitchFamily="2" charset="0"/>
              </a:rPr>
              <a:t>, </a:t>
            </a:r>
            <a:r>
              <a:rPr lang="en-IN" sz="1200" dirty="0" err="1">
                <a:latin typeface="Sakal Marathi" pitchFamily="2" charset="0"/>
                <a:cs typeface="Sakal Marathi" pitchFamily="2" charset="0"/>
              </a:rPr>
              <a:t>महाराष्ट्र</a:t>
            </a:r>
            <a:r>
              <a:rPr lang="en-IN" sz="1200" dirty="0">
                <a:latin typeface="Sakal Marathi" pitchFamily="2" charset="0"/>
                <a:cs typeface="Sakal Marathi" pitchFamily="2" charset="0"/>
              </a:rPr>
              <a:t> </a:t>
            </a:r>
            <a:r>
              <a:rPr lang="en-IN" sz="1200" dirty="0" err="1">
                <a:latin typeface="Sakal Marathi" pitchFamily="2" charset="0"/>
                <a:cs typeface="Sakal Marathi" pitchFamily="2" charset="0"/>
              </a:rPr>
              <a:t>राज्य</a:t>
            </a:r>
            <a:r>
              <a:rPr lang="en-IN" sz="1200" dirty="0">
                <a:latin typeface="Sakal Marathi" pitchFamily="2" charset="0"/>
                <a:cs typeface="Sakal Marathi" pitchFamily="2" charset="0"/>
              </a:rPr>
              <a:t> </a:t>
            </a:r>
          </a:p>
        </p:txBody>
      </p:sp>
      <p:pic>
        <p:nvPicPr>
          <p:cNvPr id="6" name="Picture 5" descr="01DF_16-03-2022.png">
            <a:extLst>
              <a:ext uri="{FF2B5EF4-FFF2-40B4-BE49-F238E27FC236}">
                <a16:creationId xmlns:a16="http://schemas.microsoft.com/office/drawing/2014/main" id="{1BAF706A-C9F3-362B-C49F-1E1AAFAE06D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3334" t="5355" r="14444" b="20575"/>
          <a:stretch>
            <a:fillRect/>
          </a:stretch>
        </p:blipFill>
        <p:spPr>
          <a:xfrm flipH="1">
            <a:off x="11755450" y="3331335"/>
            <a:ext cx="1207912" cy="14162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Picture 7" descr="Untitled-1 copy.png">
            <a:extLst>
              <a:ext uri="{FF2B5EF4-FFF2-40B4-BE49-F238E27FC236}">
                <a16:creationId xmlns:a16="http://schemas.microsoft.com/office/drawing/2014/main" id="{6F5668F0-7EA9-D02D-90F1-8FF49DFEC4CD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3333" t="26286" r="33333" b="26984"/>
          <a:stretch>
            <a:fillRect/>
          </a:stretch>
        </p:blipFill>
        <p:spPr>
          <a:xfrm>
            <a:off x="2661084" y="3614322"/>
            <a:ext cx="1384333" cy="147630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9A72A89-4C8B-8925-E023-9BB9565C1B3C}"/>
              </a:ext>
            </a:extLst>
          </p:cNvPr>
          <p:cNvSpPr txBox="1"/>
          <p:nvPr/>
        </p:nvSpPr>
        <p:spPr>
          <a:xfrm>
            <a:off x="1997033" y="5108321"/>
            <a:ext cx="26845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IN" sz="1200" b="1" dirty="0" err="1">
                <a:solidFill>
                  <a:srgbClr val="FF0000"/>
                </a:solidFill>
                <a:latin typeface="Sakal Marathi" pitchFamily="2" charset="0"/>
                <a:cs typeface="Sakal Marathi" pitchFamily="2" charset="0"/>
              </a:rPr>
              <a:t>मा.ना.श्री</a:t>
            </a:r>
            <a:r>
              <a:rPr lang="en-IN" sz="1200" b="1" dirty="0">
                <a:solidFill>
                  <a:srgbClr val="FF0000"/>
                </a:solidFill>
                <a:latin typeface="Sakal Marathi" pitchFamily="2" charset="0"/>
                <a:cs typeface="Sakal Marathi" pitchFamily="2" charset="0"/>
              </a:rPr>
              <a:t>. </a:t>
            </a:r>
            <a:r>
              <a:rPr lang="en-IN" sz="1200" b="1" dirty="0" err="1">
                <a:solidFill>
                  <a:srgbClr val="FF0000"/>
                </a:solidFill>
                <a:latin typeface="Sakal Marathi" pitchFamily="2" charset="0"/>
                <a:cs typeface="Sakal Marathi" pitchFamily="2" charset="0"/>
              </a:rPr>
              <a:t>राधाकृष्ण</a:t>
            </a:r>
            <a:r>
              <a:rPr lang="en-IN" sz="1200" b="1" dirty="0">
                <a:solidFill>
                  <a:srgbClr val="FF0000"/>
                </a:solidFill>
                <a:latin typeface="Sakal Marathi" pitchFamily="2" charset="0"/>
                <a:cs typeface="Sakal Marathi" pitchFamily="2" charset="0"/>
              </a:rPr>
              <a:t> ‍ </a:t>
            </a:r>
            <a:r>
              <a:rPr lang="en-IN" sz="1200" b="1" dirty="0" err="1">
                <a:solidFill>
                  <a:srgbClr val="FF0000"/>
                </a:solidFill>
                <a:latin typeface="Sakal Marathi" pitchFamily="2" charset="0"/>
                <a:cs typeface="Sakal Marathi" pitchFamily="2" charset="0"/>
              </a:rPr>
              <a:t>विखे</a:t>
            </a:r>
            <a:r>
              <a:rPr lang="en-IN" sz="1200" b="1" dirty="0">
                <a:solidFill>
                  <a:srgbClr val="FF0000"/>
                </a:solidFill>
                <a:latin typeface="Sakal Marathi" pitchFamily="2" charset="0"/>
                <a:cs typeface="Sakal Marathi" pitchFamily="2" charset="0"/>
              </a:rPr>
              <a:t>  </a:t>
            </a:r>
            <a:r>
              <a:rPr lang="en-IN" sz="1200" b="1" dirty="0" err="1">
                <a:solidFill>
                  <a:srgbClr val="FF0000"/>
                </a:solidFill>
                <a:latin typeface="Sakal Marathi" pitchFamily="2" charset="0"/>
                <a:cs typeface="Sakal Marathi" pitchFamily="2" charset="0"/>
              </a:rPr>
              <a:t>पाटील</a:t>
            </a:r>
            <a:r>
              <a:rPr lang="en-IN" sz="1200" b="1" dirty="0">
                <a:solidFill>
                  <a:srgbClr val="FF0000"/>
                </a:solidFill>
                <a:latin typeface="Sakal Marathi" pitchFamily="2" charset="0"/>
                <a:cs typeface="Sakal Marathi" pitchFamily="2" charset="0"/>
              </a:rPr>
              <a:t> </a:t>
            </a:r>
          </a:p>
          <a:p>
            <a:pPr algn="ctr">
              <a:defRPr/>
            </a:pPr>
            <a:r>
              <a:rPr lang="en-IN" sz="1200" dirty="0" err="1">
                <a:latin typeface="Sakal Marathi" pitchFamily="2" charset="0"/>
                <a:cs typeface="Sakal Marathi" pitchFamily="2" charset="0"/>
              </a:rPr>
              <a:t>मा</a:t>
            </a:r>
            <a:r>
              <a:rPr lang="en-IN" sz="1200" dirty="0">
                <a:latin typeface="Sakal Marathi" pitchFamily="2" charset="0"/>
                <a:cs typeface="Sakal Marathi" pitchFamily="2" charset="0"/>
              </a:rPr>
              <a:t>. </a:t>
            </a:r>
            <a:r>
              <a:rPr lang="en-IN" sz="1200" dirty="0" err="1">
                <a:latin typeface="Sakal Marathi" pitchFamily="2" charset="0"/>
                <a:cs typeface="Sakal Marathi" pitchFamily="2" charset="0"/>
              </a:rPr>
              <a:t>मंत्री</a:t>
            </a:r>
            <a:r>
              <a:rPr lang="en-IN" sz="1200" dirty="0">
                <a:latin typeface="Sakal Marathi" pitchFamily="2" charset="0"/>
                <a:cs typeface="Sakal Marathi" pitchFamily="2" charset="0"/>
              </a:rPr>
              <a:t>,  </a:t>
            </a:r>
            <a:r>
              <a:rPr lang="en-IN" sz="1200" dirty="0" err="1">
                <a:latin typeface="Sakal Marathi" pitchFamily="2" charset="0"/>
                <a:cs typeface="Sakal Marathi" pitchFamily="2" charset="0"/>
              </a:rPr>
              <a:t>महसूल</a:t>
            </a:r>
            <a:r>
              <a:rPr lang="en-IN" sz="1200" dirty="0">
                <a:latin typeface="Sakal Marathi" pitchFamily="2" charset="0"/>
                <a:cs typeface="Sakal Marathi" pitchFamily="2" charset="0"/>
              </a:rPr>
              <a:t>, </a:t>
            </a:r>
            <a:r>
              <a:rPr lang="en-IN" sz="1200" dirty="0" err="1">
                <a:latin typeface="Sakal Marathi" pitchFamily="2" charset="0"/>
                <a:cs typeface="Sakal Marathi" pitchFamily="2" charset="0"/>
              </a:rPr>
              <a:t>पशुसंवर्धन</a:t>
            </a:r>
            <a:r>
              <a:rPr lang="en-IN" sz="1200" dirty="0">
                <a:latin typeface="Sakal Marathi" pitchFamily="2" charset="0"/>
                <a:cs typeface="Sakal Marathi" pitchFamily="2" charset="0"/>
              </a:rPr>
              <a:t>, </a:t>
            </a:r>
            <a:r>
              <a:rPr lang="en-IN" sz="1200" dirty="0" err="1">
                <a:latin typeface="Sakal Marathi" pitchFamily="2" charset="0"/>
                <a:cs typeface="Sakal Marathi" pitchFamily="2" charset="0"/>
              </a:rPr>
              <a:t>दुग्ध</a:t>
            </a:r>
            <a:r>
              <a:rPr lang="en-IN" sz="1200" dirty="0">
                <a:latin typeface="Sakal Marathi" pitchFamily="2" charset="0"/>
                <a:cs typeface="Sakal Marathi" pitchFamily="2" charset="0"/>
              </a:rPr>
              <a:t> </a:t>
            </a:r>
            <a:r>
              <a:rPr lang="en-IN" sz="1200" dirty="0" err="1">
                <a:latin typeface="Sakal Marathi" pitchFamily="2" charset="0"/>
                <a:cs typeface="Sakal Marathi" pitchFamily="2" charset="0"/>
              </a:rPr>
              <a:t>व्यवसाय</a:t>
            </a:r>
            <a:r>
              <a:rPr lang="en-IN" sz="1200" dirty="0">
                <a:latin typeface="Sakal Marathi" pitchFamily="2" charset="0"/>
                <a:cs typeface="Sakal Marathi" pitchFamily="2" charset="0"/>
              </a:rPr>
              <a:t> </a:t>
            </a:r>
            <a:r>
              <a:rPr lang="en-IN" sz="1200" dirty="0" err="1">
                <a:latin typeface="Sakal Marathi" pitchFamily="2" charset="0"/>
                <a:cs typeface="Sakal Marathi" pitchFamily="2" charset="0"/>
              </a:rPr>
              <a:t>विकास</a:t>
            </a:r>
            <a:r>
              <a:rPr lang="en-IN" sz="1200" dirty="0">
                <a:latin typeface="Sakal Marathi" pitchFamily="2" charset="0"/>
                <a:cs typeface="Sakal Marathi" pitchFamily="2" charset="0"/>
              </a:rPr>
              <a:t>,</a:t>
            </a:r>
            <a:r>
              <a:rPr lang="mr-IN" sz="1200" dirty="0">
                <a:latin typeface="Sakal Marathi" pitchFamily="2" charset="0"/>
                <a:cs typeface="Sakal Marathi" pitchFamily="2" charset="0"/>
              </a:rPr>
              <a:t> </a:t>
            </a:r>
            <a:r>
              <a:rPr lang="en-IN" sz="1200" dirty="0" err="1">
                <a:latin typeface="Sakal Marathi" pitchFamily="2" charset="0"/>
                <a:cs typeface="Sakal Marathi" pitchFamily="2" charset="0"/>
              </a:rPr>
              <a:t>महाराष्ट्र</a:t>
            </a:r>
            <a:r>
              <a:rPr lang="en-IN" sz="1200" dirty="0">
                <a:latin typeface="Sakal Marathi" pitchFamily="2" charset="0"/>
                <a:cs typeface="Sakal Marathi" pitchFamily="2" charset="0"/>
              </a:rPr>
              <a:t> </a:t>
            </a:r>
            <a:r>
              <a:rPr lang="en-IN" sz="1200" dirty="0" err="1">
                <a:latin typeface="Sakal Marathi" pitchFamily="2" charset="0"/>
                <a:cs typeface="Sakal Marathi" pitchFamily="2" charset="0"/>
              </a:rPr>
              <a:t>राज्य</a:t>
            </a:r>
            <a:endParaRPr lang="en-IN" sz="1200" dirty="0">
              <a:latin typeface="Sakal Marathi" pitchFamily="2" charset="0"/>
              <a:cs typeface="Sakal Marathi" pitchFamily="2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8DBA0E8-C89C-D3A1-8B16-FE06055CF402}"/>
              </a:ext>
            </a:extLst>
          </p:cNvPr>
          <p:cNvSpPr txBox="1"/>
          <p:nvPr/>
        </p:nvSpPr>
        <p:spPr>
          <a:xfrm>
            <a:off x="-338149" y="4112815"/>
            <a:ext cx="307553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IN" sz="1200" b="1" dirty="0" err="1">
                <a:solidFill>
                  <a:srgbClr val="FF0000"/>
                </a:solidFill>
                <a:latin typeface="Sakal Marathi" pitchFamily="2" charset="0"/>
                <a:cs typeface="Sakal Marathi" pitchFamily="2" charset="0"/>
              </a:rPr>
              <a:t>मा.ना.श्री</a:t>
            </a:r>
            <a:r>
              <a:rPr lang="en-IN" sz="1200" b="1" dirty="0">
                <a:solidFill>
                  <a:srgbClr val="FF0000"/>
                </a:solidFill>
                <a:latin typeface="Sakal Marathi" pitchFamily="2" charset="0"/>
                <a:cs typeface="Sakal Marathi" pitchFamily="2" charset="0"/>
              </a:rPr>
              <a:t>. </a:t>
            </a:r>
            <a:r>
              <a:rPr lang="en-IN" sz="1200" b="1" dirty="0" err="1">
                <a:solidFill>
                  <a:srgbClr val="FF0000"/>
                </a:solidFill>
                <a:latin typeface="Sakal Marathi" pitchFamily="2" charset="0"/>
                <a:cs typeface="Sakal Marathi" pitchFamily="2" charset="0"/>
              </a:rPr>
              <a:t>देवेंद्र</a:t>
            </a:r>
            <a:r>
              <a:rPr lang="en-IN" sz="1200" b="1" dirty="0">
                <a:solidFill>
                  <a:srgbClr val="FF0000"/>
                </a:solidFill>
                <a:latin typeface="Sakal Marathi" pitchFamily="2" charset="0"/>
                <a:cs typeface="Sakal Marathi" pitchFamily="2" charset="0"/>
              </a:rPr>
              <a:t> </a:t>
            </a:r>
            <a:r>
              <a:rPr lang="en-IN" sz="1200" b="1" dirty="0" err="1">
                <a:solidFill>
                  <a:srgbClr val="FF0000"/>
                </a:solidFill>
                <a:latin typeface="Sakal Marathi" pitchFamily="2" charset="0"/>
                <a:cs typeface="Sakal Marathi" pitchFamily="2" charset="0"/>
              </a:rPr>
              <a:t>फडणवीस</a:t>
            </a:r>
            <a:endParaRPr lang="en-IN" sz="1200" b="1" dirty="0">
              <a:solidFill>
                <a:srgbClr val="FF0000"/>
              </a:solidFill>
              <a:latin typeface="Sakal Marathi" pitchFamily="2" charset="0"/>
              <a:cs typeface="Sakal Marathi" pitchFamily="2" charset="0"/>
            </a:endParaRPr>
          </a:p>
          <a:p>
            <a:pPr algn="ctr">
              <a:defRPr/>
            </a:pPr>
            <a:r>
              <a:rPr lang="en-IN" sz="1200" dirty="0" err="1">
                <a:latin typeface="Sakal Marathi" pitchFamily="2" charset="0"/>
                <a:cs typeface="Sakal Marathi" pitchFamily="2" charset="0"/>
              </a:rPr>
              <a:t>मा</a:t>
            </a:r>
            <a:r>
              <a:rPr lang="en-IN" sz="1200" dirty="0">
                <a:latin typeface="Sakal Marathi" pitchFamily="2" charset="0"/>
                <a:cs typeface="Sakal Marathi" pitchFamily="2" charset="0"/>
              </a:rPr>
              <a:t>. </a:t>
            </a:r>
            <a:r>
              <a:rPr lang="en-IN" sz="1200" dirty="0" err="1">
                <a:latin typeface="Sakal Marathi" pitchFamily="2" charset="0"/>
                <a:cs typeface="Sakal Marathi" pitchFamily="2" charset="0"/>
              </a:rPr>
              <a:t>उपमुख्यमंत्री</a:t>
            </a:r>
            <a:r>
              <a:rPr lang="en-IN" sz="1200" dirty="0">
                <a:latin typeface="Sakal Marathi" pitchFamily="2" charset="0"/>
                <a:cs typeface="Sakal Marathi" pitchFamily="2" charset="0"/>
              </a:rPr>
              <a:t>, </a:t>
            </a:r>
            <a:r>
              <a:rPr lang="en-IN" sz="1200" dirty="0" err="1">
                <a:latin typeface="Sakal Marathi" pitchFamily="2" charset="0"/>
                <a:cs typeface="Sakal Marathi" pitchFamily="2" charset="0"/>
              </a:rPr>
              <a:t>महाराष्ट्र</a:t>
            </a:r>
            <a:r>
              <a:rPr lang="en-IN" sz="1200" dirty="0">
                <a:latin typeface="Sakal Marathi" pitchFamily="2" charset="0"/>
                <a:cs typeface="Sakal Marathi" pitchFamily="2" charset="0"/>
              </a:rPr>
              <a:t> </a:t>
            </a:r>
            <a:r>
              <a:rPr lang="en-IN" sz="1200" dirty="0" err="1">
                <a:latin typeface="Sakal Marathi" pitchFamily="2" charset="0"/>
                <a:cs typeface="Sakal Marathi" pitchFamily="2" charset="0"/>
              </a:rPr>
              <a:t>राज्य</a:t>
            </a:r>
            <a:r>
              <a:rPr lang="en-IN" sz="1200" dirty="0">
                <a:latin typeface="Sakal Marathi" pitchFamily="2" charset="0"/>
                <a:cs typeface="Sakal Marathi" pitchFamily="2" charset="0"/>
              </a:rPr>
              <a:t> 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4346B41E-87B9-B6BD-BBBA-82E908CA73B6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62681" y="2636505"/>
            <a:ext cx="1287973" cy="147630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1DB813C3-A3CF-4969-83B5-78B3D13089EA}"/>
              </a:ext>
            </a:extLst>
          </p:cNvPr>
          <p:cNvSpPr txBox="1"/>
          <p:nvPr/>
        </p:nvSpPr>
        <p:spPr>
          <a:xfrm>
            <a:off x="4058273" y="4143273"/>
            <a:ext cx="307553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IN" sz="1200" b="1" dirty="0" err="1">
                <a:solidFill>
                  <a:srgbClr val="FF0000"/>
                </a:solidFill>
                <a:latin typeface="Sakal Marathi" pitchFamily="2" charset="0"/>
                <a:cs typeface="Sakal Marathi" pitchFamily="2" charset="0"/>
              </a:rPr>
              <a:t>मा.ना.श्री</a:t>
            </a:r>
            <a:r>
              <a:rPr lang="en-IN" sz="1200" b="1" dirty="0">
                <a:solidFill>
                  <a:srgbClr val="FF0000"/>
                </a:solidFill>
                <a:latin typeface="Sakal Marathi" pitchFamily="2" charset="0"/>
                <a:cs typeface="Sakal Marathi" pitchFamily="2" charset="0"/>
              </a:rPr>
              <a:t>. </a:t>
            </a:r>
            <a:r>
              <a:rPr lang="mr-IN" sz="1200" b="1" dirty="0">
                <a:solidFill>
                  <a:srgbClr val="FF0000"/>
                </a:solidFill>
                <a:latin typeface="Sakal Marathi" pitchFamily="2" charset="0"/>
                <a:cs typeface="Sakal Marathi" pitchFamily="2" charset="0"/>
              </a:rPr>
              <a:t>अजित पवार </a:t>
            </a:r>
            <a:endParaRPr lang="en-IN" sz="1200" b="1" dirty="0">
              <a:solidFill>
                <a:srgbClr val="FF0000"/>
              </a:solidFill>
              <a:latin typeface="Sakal Marathi" pitchFamily="2" charset="0"/>
              <a:cs typeface="Sakal Marathi" pitchFamily="2" charset="0"/>
            </a:endParaRPr>
          </a:p>
          <a:p>
            <a:pPr algn="ctr">
              <a:defRPr/>
            </a:pPr>
            <a:r>
              <a:rPr lang="en-IN" sz="1200" dirty="0" err="1">
                <a:latin typeface="Sakal Marathi" pitchFamily="2" charset="0"/>
                <a:cs typeface="Sakal Marathi" pitchFamily="2" charset="0"/>
              </a:rPr>
              <a:t>मा</a:t>
            </a:r>
            <a:r>
              <a:rPr lang="en-IN" sz="1200" dirty="0">
                <a:latin typeface="Sakal Marathi" pitchFamily="2" charset="0"/>
                <a:cs typeface="Sakal Marathi" pitchFamily="2" charset="0"/>
              </a:rPr>
              <a:t>. </a:t>
            </a:r>
            <a:r>
              <a:rPr lang="en-IN" sz="1200" dirty="0" err="1">
                <a:latin typeface="Sakal Marathi" pitchFamily="2" charset="0"/>
                <a:cs typeface="Sakal Marathi" pitchFamily="2" charset="0"/>
              </a:rPr>
              <a:t>उपमुख्यमंत्री</a:t>
            </a:r>
            <a:r>
              <a:rPr lang="en-IN" sz="1200" dirty="0">
                <a:latin typeface="Sakal Marathi" pitchFamily="2" charset="0"/>
                <a:cs typeface="Sakal Marathi" pitchFamily="2" charset="0"/>
              </a:rPr>
              <a:t>, </a:t>
            </a:r>
            <a:r>
              <a:rPr lang="en-IN" sz="1200" dirty="0" err="1">
                <a:latin typeface="Sakal Marathi" pitchFamily="2" charset="0"/>
                <a:cs typeface="Sakal Marathi" pitchFamily="2" charset="0"/>
              </a:rPr>
              <a:t>महाराष्ट्र</a:t>
            </a:r>
            <a:r>
              <a:rPr lang="en-IN" sz="1200" dirty="0">
                <a:latin typeface="Sakal Marathi" pitchFamily="2" charset="0"/>
                <a:cs typeface="Sakal Marathi" pitchFamily="2" charset="0"/>
              </a:rPr>
              <a:t> </a:t>
            </a:r>
            <a:r>
              <a:rPr lang="en-IN" sz="1200" dirty="0" err="1">
                <a:latin typeface="Sakal Marathi" pitchFamily="2" charset="0"/>
                <a:cs typeface="Sakal Marathi" pitchFamily="2" charset="0"/>
              </a:rPr>
              <a:t>राज्य</a:t>
            </a:r>
            <a:r>
              <a:rPr lang="en-IN" sz="1200" dirty="0">
                <a:latin typeface="Sakal Marathi" pitchFamily="2" charset="0"/>
                <a:cs typeface="Sakal Marathi" pitchFamily="2" charset="0"/>
              </a:rPr>
              <a:t> 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DFF001B-F97B-52DC-C3D1-0374D01A9824}"/>
              </a:ext>
            </a:extLst>
          </p:cNvPr>
          <p:cNvSpPr txBox="1"/>
          <p:nvPr/>
        </p:nvSpPr>
        <p:spPr>
          <a:xfrm>
            <a:off x="241156" y="8086616"/>
            <a:ext cx="6403593" cy="552459"/>
          </a:xfrm>
          <a:prstGeom prst="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wrap="square" anchor="ctr">
            <a:spAutoFit/>
          </a:bodyPr>
          <a:lstStyle>
            <a:defPPr>
              <a:defRPr lang="en-US"/>
            </a:defPPr>
            <a:lvl1pPr marR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akal Marathi" panose="02000400000000000000" pitchFamily="2" charset="0"/>
                <a:ea typeface="Times New Roman" panose="02020603050405020304" pitchFamily="18" charset="0"/>
                <a:cs typeface="Sakal Marathi" panose="02000400000000000000" pitchFamily="2" charset="0"/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  <a:lvl6pPr>
              <a:defRPr>
                <a:solidFill>
                  <a:schemeClr val="accent2"/>
                </a:solidFill>
              </a:defRPr>
            </a:lvl6pPr>
            <a:lvl7pPr>
              <a:defRPr>
                <a:solidFill>
                  <a:schemeClr val="accent2"/>
                </a:solidFill>
              </a:defRPr>
            </a:lvl7pPr>
            <a:lvl8pPr>
              <a:defRPr>
                <a:solidFill>
                  <a:schemeClr val="accent2"/>
                </a:solidFill>
              </a:defRPr>
            </a:lvl8pPr>
            <a:lvl9pPr>
              <a:defRPr>
                <a:solidFill>
                  <a:schemeClr val="accent2"/>
                </a:solidFill>
              </a:defRPr>
            </a:lvl9pPr>
          </a:lstStyle>
          <a:p>
            <a:pPr algn="just"/>
            <a:r>
              <a:rPr lang="mr-IN" sz="1300" dirty="0"/>
              <a:t>वरील कार्यक्रम </a:t>
            </a:r>
            <a:r>
              <a:rPr lang="en-US" sz="1300" dirty="0" err="1"/>
              <a:t>पशुपालक</a:t>
            </a:r>
            <a:r>
              <a:rPr lang="en-US" sz="1300" dirty="0"/>
              <a:t> </a:t>
            </a:r>
            <a:r>
              <a:rPr lang="en-US" sz="1300" dirty="0" err="1"/>
              <a:t>शेतकरी</a:t>
            </a:r>
            <a:r>
              <a:rPr lang="en-US" sz="1300" dirty="0"/>
              <a:t> </a:t>
            </a:r>
            <a:r>
              <a:rPr lang="mr-IN" sz="1300" dirty="0"/>
              <a:t>या</a:t>
            </a:r>
            <a:r>
              <a:rPr lang="en-US" sz="1300" dirty="0"/>
              <a:t> </a:t>
            </a:r>
            <a:r>
              <a:rPr lang="en-US" sz="1300" dirty="0" err="1"/>
              <a:t>अखेरच्या</a:t>
            </a:r>
            <a:r>
              <a:rPr lang="en-US" sz="1300" dirty="0"/>
              <a:t> </a:t>
            </a:r>
            <a:r>
              <a:rPr lang="en-US" sz="1300" dirty="0" err="1"/>
              <a:t>घटकापर्यंत</a:t>
            </a:r>
            <a:r>
              <a:rPr lang="en-US" sz="1300" dirty="0"/>
              <a:t> </a:t>
            </a:r>
            <a:r>
              <a:rPr lang="en-US" sz="1300" dirty="0" err="1"/>
              <a:t>पोहोचविण्याच्या</a:t>
            </a:r>
            <a:r>
              <a:rPr lang="en-US" sz="1300" dirty="0"/>
              <a:t> </a:t>
            </a:r>
            <a:r>
              <a:rPr lang="en-US" sz="1300" dirty="0" err="1"/>
              <a:t>दृष्टीने</a:t>
            </a:r>
            <a:r>
              <a:rPr lang="en-US" sz="1300" dirty="0"/>
              <a:t> दि01.08.20</a:t>
            </a:r>
            <a:r>
              <a:rPr lang="mr-IN" sz="1300" dirty="0"/>
              <a:t>२</a:t>
            </a:r>
            <a:r>
              <a:rPr lang="en-US" sz="1300" dirty="0"/>
              <a:t>4 </a:t>
            </a:r>
            <a:r>
              <a:rPr lang="en-US" sz="1300" dirty="0" err="1"/>
              <a:t>पासून</a:t>
            </a:r>
            <a:r>
              <a:rPr lang="en-US" sz="1300" dirty="0"/>
              <a:t> </a:t>
            </a:r>
            <a:r>
              <a:rPr lang="en-US" sz="1300" dirty="0" err="1"/>
              <a:t>पशुसंवर्धन</a:t>
            </a:r>
            <a:r>
              <a:rPr lang="en-US" sz="1300" dirty="0"/>
              <a:t> </a:t>
            </a:r>
            <a:r>
              <a:rPr lang="en-US" sz="1300" dirty="0" err="1"/>
              <a:t>पंधरवडा</a:t>
            </a:r>
            <a:r>
              <a:rPr lang="en-US" sz="1300" dirty="0"/>
              <a:t> </a:t>
            </a:r>
            <a:r>
              <a:rPr lang="en-US" sz="1300" dirty="0" err="1"/>
              <a:t>कार्यक्रम</a:t>
            </a:r>
            <a:r>
              <a:rPr lang="en-US" sz="1300" dirty="0"/>
              <a:t> </a:t>
            </a:r>
            <a:r>
              <a:rPr lang="en-US" sz="1300" dirty="0" err="1"/>
              <a:t>अभियान</a:t>
            </a:r>
            <a:r>
              <a:rPr lang="en-US" sz="1300" dirty="0"/>
              <a:t> </a:t>
            </a:r>
            <a:r>
              <a:rPr lang="en-US" sz="1300" dirty="0" err="1"/>
              <a:t>स्वरूपात</a:t>
            </a:r>
            <a:r>
              <a:rPr lang="en-US" sz="1300" dirty="0"/>
              <a:t> </a:t>
            </a:r>
            <a:r>
              <a:rPr lang="en-US" sz="1300" dirty="0" err="1"/>
              <a:t>राबविण्यात</a:t>
            </a:r>
            <a:r>
              <a:rPr lang="en-US" sz="1300" dirty="0"/>
              <a:t> </a:t>
            </a:r>
            <a:r>
              <a:rPr lang="en-US" sz="1300" dirty="0" err="1"/>
              <a:t>येणार</a:t>
            </a:r>
            <a:r>
              <a:rPr lang="en-US" sz="1300" dirty="0"/>
              <a:t> </a:t>
            </a:r>
            <a:r>
              <a:rPr lang="en-US" sz="1300" dirty="0" err="1"/>
              <a:t>आहे</a:t>
            </a:r>
            <a:r>
              <a:rPr lang="en-US" sz="1300" dirty="0"/>
              <a:t>.. 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53E11B9-F8A1-05EA-49BF-E9A8A8522F0B}"/>
              </a:ext>
            </a:extLst>
          </p:cNvPr>
          <p:cNvSpPr/>
          <p:nvPr/>
        </p:nvSpPr>
        <p:spPr>
          <a:xfrm>
            <a:off x="2476842" y="6386186"/>
            <a:ext cx="113043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mr-IN" sz="1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akal Marathi" pitchFamily="2" charset="0"/>
                <a:cs typeface="Sakal Marathi" pitchFamily="2" charset="0"/>
              </a:rPr>
              <a:t>:  या अंतर्गत :</a:t>
            </a:r>
            <a:endParaRPr lang="en-US" sz="14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akal Marathi" pitchFamily="2" charset="0"/>
              <a:cs typeface="Sakal Marathi" pitchFamily="2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1AB9964-52A5-4EAB-CABC-E18F3E22A72B}"/>
              </a:ext>
            </a:extLst>
          </p:cNvPr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1051844" y="8725275"/>
            <a:ext cx="4574952" cy="103005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026" name="Picture 2" descr="Deputy Chief Minister of Maharashtra">
            <a:extLst>
              <a:ext uri="{FF2B5EF4-FFF2-40B4-BE49-F238E27FC236}">
                <a16:creationId xmlns:a16="http://schemas.microsoft.com/office/drawing/2014/main" id="{510CEC56-B2E1-92F8-C232-975F51D8D6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4111" y="2739303"/>
            <a:ext cx="1309286" cy="130928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Deputy Chief Minister of Maharashtra">
            <a:extLst>
              <a:ext uri="{FF2B5EF4-FFF2-40B4-BE49-F238E27FC236}">
                <a16:creationId xmlns:a16="http://schemas.microsoft.com/office/drawing/2014/main" id="{FE3ABC77-0AD9-5F8C-45F7-A9CAC71BA2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02407" y="4057186"/>
            <a:ext cx="1309286" cy="13092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795904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6">
                <a:lumMod val="0"/>
                <a:lumOff val="100000"/>
              </a:schemeClr>
            </a:gs>
            <a:gs pos="34000">
              <a:schemeClr val="accent6">
                <a:lumMod val="0"/>
                <a:lumOff val="100000"/>
              </a:schemeClr>
            </a:gs>
            <a:gs pos="68000">
              <a:schemeClr val="accent6">
                <a:lumMod val="100000"/>
              </a:schemeClr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79F91D3-1D50-B79B-D56B-C533A199AF56}"/>
              </a:ext>
            </a:extLst>
          </p:cNvPr>
          <p:cNvSpPr/>
          <p:nvPr/>
        </p:nvSpPr>
        <p:spPr>
          <a:xfrm>
            <a:off x="82258" y="64468"/>
            <a:ext cx="6693484" cy="9777064"/>
          </a:xfrm>
          <a:prstGeom prst="rect">
            <a:avLst/>
          </a:prstGeom>
          <a:gradFill>
            <a:gsLst>
              <a:gs pos="0">
                <a:schemeClr val="accent6">
                  <a:lumMod val="0"/>
                  <a:lumOff val="100000"/>
                </a:schemeClr>
              </a:gs>
              <a:gs pos="46000">
                <a:schemeClr val="accent6">
                  <a:lumMod val="0"/>
                  <a:lumOff val="100000"/>
                </a:schemeClr>
              </a:gs>
              <a:gs pos="100000">
                <a:schemeClr val="accent6">
                  <a:lumMod val="100000"/>
                </a:schemeClr>
              </a:gs>
            </a:gsLst>
            <a:path path="circle">
              <a:fillToRect l="50000" t="-80000" r="50000" b="180000"/>
            </a:path>
          </a:gra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9" name="Oval 2">
            <a:extLst>
              <a:ext uri="{FF2B5EF4-FFF2-40B4-BE49-F238E27FC236}">
                <a16:creationId xmlns:a16="http://schemas.microsoft.com/office/drawing/2014/main" id="{E7FB1C22-F1D5-E7E7-2BDD-1DF7302AB1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9862" y="8720210"/>
            <a:ext cx="4663440" cy="1019607"/>
          </a:xfrm>
          <a:prstGeom prst="ellipse">
            <a:avLst/>
          </a:prstGeom>
          <a:gradFill rotWithShape="0">
            <a:gsLst>
              <a:gs pos="0">
                <a:srgbClr val="C2D69B"/>
              </a:gs>
              <a:gs pos="50000">
                <a:srgbClr val="EAF1DD"/>
              </a:gs>
              <a:gs pos="100000">
                <a:srgbClr val="C2D69B"/>
              </a:gs>
            </a:gsLst>
            <a:lin ang="18900000" scaled="1"/>
          </a:gradFill>
          <a:ln w="12700">
            <a:noFill/>
            <a:round/>
            <a:headEnd/>
            <a:tailEnd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R="0" algn="ctr">
              <a:spcBef>
                <a:spcPts val="0"/>
              </a:spcBef>
            </a:pPr>
            <a:r>
              <a:rPr lang="en-US" sz="1050" b="1" dirty="0" err="1">
                <a:ln w="0"/>
                <a:solidFill>
                  <a:schemeClr val="accent6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akal Marathi" panose="02000400000000000000" pitchFamily="2" charset="0"/>
                <a:cs typeface="Sakal Marathi" panose="02000400000000000000" pitchFamily="2" charset="0"/>
              </a:rPr>
              <a:t>अधिक</a:t>
            </a:r>
            <a:r>
              <a:rPr lang="en-US" sz="1050" b="1" dirty="0">
                <a:ln w="0"/>
                <a:solidFill>
                  <a:schemeClr val="accent6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akal Marathi" panose="02000400000000000000" pitchFamily="2" charset="0"/>
                <a:cs typeface="Sakal Marathi" panose="02000400000000000000" pitchFamily="2" charset="0"/>
              </a:rPr>
              <a:t> </a:t>
            </a:r>
            <a:r>
              <a:rPr lang="en-US" sz="1050" b="1" dirty="0" err="1">
                <a:ln w="0"/>
                <a:solidFill>
                  <a:schemeClr val="accent6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akal Marathi" panose="02000400000000000000" pitchFamily="2" charset="0"/>
                <a:cs typeface="Sakal Marathi" panose="02000400000000000000" pitchFamily="2" charset="0"/>
              </a:rPr>
              <a:t>माहितीसाठी</a:t>
            </a:r>
            <a:r>
              <a:rPr lang="en-US" sz="1050" b="1" dirty="0">
                <a:ln w="0"/>
                <a:solidFill>
                  <a:schemeClr val="accent6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akal Marathi" panose="02000400000000000000" pitchFamily="2" charset="0"/>
                <a:cs typeface="Sakal Marathi" panose="02000400000000000000" pitchFamily="2" charset="0"/>
              </a:rPr>
              <a:t> </a:t>
            </a:r>
            <a:r>
              <a:rPr lang="en-US" sz="1050" b="1" dirty="0" err="1">
                <a:ln w="0"/>
                <a:solidFill>
                  <a:schemeClr val="accent6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akal Marathi" panose="02000400000000000000" pitchFamily="2" charset="0"/>
                <a:cs typeface="Sakal Marathi" panose="02000400000000000000" pitchFamily="2" charset="0"/>
              </a:rPr>
              <a:t>खालील</a:t>
            </a:r>
            <a:r>
              <a:rPr lang="en-US" sz="1050" b="1" dirty="0">
                <a:ln w="0"/>
                <a:solidFill>
                  <a:schemeClr val="accent6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akal Marathi" panose="02000400000000000000" pitchFamily="2" charset="0"/>
                <a:cs typeface="Sakal Marathi" panose="02000400000000000000" pitchFamily="2" charset="0"/>
              </a:rPr>
              <a:t> </a:t>
            </a:r>
            <a:r>
              <a:rPr lang="en-US" sz="1050" b="1" dirty="0" err="1">
                <a:ln w="0"/>
                <a:solidFill>
                  <a:schemeClr val="accent6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akal Marathi" panose="02000400000000000000" pitchFamily="2" charset="0"/>
                <a:cs typeface="Sakal Marathi" panose="02000400000000000000" pitchFamily="2" charset="0"/>
              </a:rPr>
              <a:t>ठिकाणी</a:t>
            </a:r>
            <a:r>
              <a:rPr lang="en-US" sz="1050" b="1" dirty="0">
                <a:ln w="0"/>
                <a:solidFill>
                  <a:schemeClr val="accent6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akal Marathi" panose="02000400000000000000" pitchFamily="2" charset="0"/>
                <a:cs typeface="Sakal Marathi" panose="02000400000000000000" pitchFamily="2" charset="0"/>
              </a:rPr>
              <a:t> </a:t>
            </a:r>
            <a:r>
              <a:rPr lang="en-US" sz="1050" b="1" dirty="0" err="1">
                <a:ln w="0"/>
                <a:solidFill>
                  <a:schemeClr val="accent6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akal Marathi" panose="02000400000000000000" pitchFamily="2" charset="0"/>
                <a:cs typeface="Sakal Marathi" panose="02000400000000000000" pitchFamily="2" charset="0"/>
              </a:rPr>
              <a:t>संपर्क</a:t>
            </a:r>
            <a:r>
              <a:rPr lang="en-US" sz="1050" b="1" dirty="0">
                <a:ln w="0"/>
                <a:solidFill>
                  <a:schemeClr val="accent6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akal Marathi" panose="02000400000000000000" pitchFamily="2" charset="0"/>
                <a:cs typeface="Sakal Marathi" panose="02000400000000000000" pitchFamily="2" charset="0"/>
              </a:rPr>
              <a:t> </a:t>
            </a:r>
            <a:r>
              <a:rPr lang="en-US" sz="1050" b="1" dirty="0" err="1">
                <a:ln w="0"/>
                <a:solidFill>
                  <a:schemeClr val="accent6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akal Marathi" panose="02000400000000000000" pitchFamily="2" charset="0"/>
                <a:cs typeface="Sakal Marathi" panose="02000400000000000000" pitchFamily="2" charset="0"/>
              </a:rPr>
              <a:t>साधावा</a:t>
            </a:r>
            <a:endParaRPr lang="mr-IN" sz="1050" b="1" dirty="0">
              <a:ln w="0"/>
              <a:solidFill>
                <a:schemeClr val="accent6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akal Marathi" panose="02000400000000000000" pitchFamily="2" charset="0"/>
              <a:cs typeface="Sakal Marathi" panose="02000400000000000000" pitchFamily="2" charset="0"/>
            </a:endParaRPr>
          </a:p>
          <a:p>
            <a:pPr marR="0" algn="ctr">
              <a:spcBef>
                <a:spcPts val="0"/>
              </a:spcBef>
            </a:pPr>
            <a:r>
              <a:rPr lang="hi-IN" sz="105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akal Marathi" panose="02000400000000000000" pitchFamily="2" charset="0"/>
                <a:cs typeface="Sakal Marathi" panose="02000400000000000000" pitchFamily="2" charset="0"/>
              </a:rPr>
              <a:t>नजीक</a:t>
            </a:r>
            <a:r>
              <a:rPr lang="mr-IN" sz="105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akal Marathi" panose="02000400000000000000" pitchFamily="2" charset="0"/>
                <a:cs typeface="Sakal Marathi" panose="02000400000000000000" pitchFamily="2" charset="0"/>
              </a:rPr>
              <a:t>चा</a:t>
            </a:r>
            <a:r>
              <a:rPr lang="hi-IN" sz="105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akal Marathi" panose="02000400000000000000" pitchFamily="2" charset="0"/>
                <a:cs typeface="Sakal Marathi" panose="02000400000000000000" pitchFamily="2" charset="0"/>
              </a:rPr>
              <a:t> शासकीय पशु वैद्यकीय दवाखा</a:t>
            </a:r>
            <a:r>
              <a:rPr lang="en-US" sz="105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akal Marathi" panose="02000400000000000000" pitchFamily="2" charset="0"/>
                <a:cs typeface="Sakal Marathi" panose="02000400000000000000" pitchFamily="2" charset="0"/>
              </a:rPr>
              <a:t>ना</a:t>
            </a:r>
            <a:r>
              <a:rPr lang="mr-IN" sz="105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akal Marathi" panose="02000400000000000000" pitchFamily="2" charset="0"/>
                <a:cs typeface="Sakal Marathi" panose="02000400000000000000" pitchFamily="2" charset="0"/>
              </a:rPr>
              <a:t>,</a:t>
            </a:r>
            <a:r>
              <a:rPr lang="en-US" sz="105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akal Marathi" panose="02000400000000000000" pitchFamily="2" charset="0"/>
                <a:cs typeface="Sakal Marathi" panose="02000400000000000000" pitchFamily="2" charset="0"/>
              </a:rPr>
              <a:t> </a:t>
            </a:r>
            <a:r>
              <a:rPr lang="hi-IN" sz="105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akal Marathi" panose="02000400000000000000" pitchFamily="2" charset="0"/>
                <a:cs typeface="Sakal Marathi" panose="02000400000000000000" pitchFamily="2" charset="0"/>
              </a:rPr>
              <a:t>पशुसंवर्धन विभागाचा टोल फ्री क्र. </a:t>
            </a:r>
            <a:endParaRPr lang="mr-IN" sz="105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akal Marathi" panose="02000400000000000000" pitchFamily="2" charset="0"/>
              <a:cs typeface="Sakal Marathi" panose="02000400000000000000" pitchFamily="2" charset="0"/>
            </a:endParaRPr>
          </a:p>
          <a:p>
            <a:pPr marR="0" algn="ctr">
              <a:spcBef>
                <a:spcPts val="0"/>
              </a:spcBef>
            </a:pPr>
            <a:r>
              <a:rPr lang="hi-IN" sz="105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akal Marathi" panose="02000400000000000000" pitchFamily="2" charset="0"/>
                <a:cs typeface="Sakal Marathi" panose="02000400000000000000" pitchFamily="2" charset="0"/>
              </a:rPr>
              <a:t>1800 233 0418 अथवा </a:t>
            </a:r>
            <a:endParaRPr lang="mr-IN" sz="105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akal Marathi" panose="02000400000000000000" pitchFamily="2" charset="0"/>
              <a:cs typeface="Sakal Marathi" panose="02000400000000000000" pitchFamily="2" charset="0"/>
            </a:endParaRPr>
          </a:p>
          <a:p>
            <a:pPr marR="0" algn="ctr">
              <a:spcBef>
                <a:spcPts val="0"/>
              </a:spcBef>
            </a:pPr>
            <a:r>
              <a:rPr lang="mr-IN" sz="1050" b="1" dirty="0">
                <a:ln w="0"/>
                <a:solidFill>
                  <a:schemeClr val="accent6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akal Marathi" panose="02000400000000000000" pitchFamily="2" charset="0"/>
                <a:cs typeface="Sakal Marathi" panose="02000400000000000000" pitchFamily="2" charset="0"/>
              </a:rPr>
              <a:t>मुख्यमंत्री पशुस्वास्थ्य योजनेचा </a:t>
            </a:r>
            <a:r>
              <a:rPr lang="hi-IN" sz="1050" b="1" dirty="0">
                <a:ln w="0"/>
                <a:solidFill>
                  <a:schemeClr val="accent6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akal Marathi" panose="02000400000000000000" pitchFamily="2" charset="0"/>
                <a:cs typeface="Sakal Marathi" panose="02000400000000000000" pitchFamily="2" charset="0"/>
              </a:rPr>
              <a:t>टोल फ्री क्र. </a:t>
            </a:r>
            <a:r>
              <a:rPr lang="mr-IN" sz="1050" b="1" dirty="0">
                <a:ln w="0"/>
                <a:solidFill>
                  <a:schemeClr val="accent6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akal Marathi" panose="02000400000000000000" pitchFamily="2" charset="0"/>
                <a:cs typeface="Sakal Marathi" panose="02000400000000000000" pitchFamily="2" charset="0"/>
              </a:rPr>
              <a:t>१</a:t>
            </a:r>
            <a:r>
              <a:rPr lang="hi-IN" sz="1050" b="1" dirty="0">
                <a:ln w="0"/>
                <a:solidFill>
                  <a:schemeClr val="accent6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akal Marathi" panose="02000400000000000000" pitchFamily="2" charset="0"/>
                <a:cs typeface="Sakal Marathi" panose="02000400000000000000" pitchFamily="2" charset="0"/>
              </a:rPr>
              <a:t>962 </a:t>
            </a:r>
            <a:endParaRPr lang="en-US" sz="1050" b="1" dirty="0">
              <a:ln w="0"/>
              <a:solidFill>
                <a:schemeClr val="accent6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akal Marathi" panose="02000400000000000000" pitchFamily="2" charset="0"/>
              <a:cs typeface="Sakal Marathi" panose="02000400000000000000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BDDA4CE-693D-D811-FBDC-0AA17AF39D1A}"/>
              </a:ext>
            </a:extLst>
          </p:cNvPr>
          <p:cNvSpPr txBox="1"/>
          <p:nvPr/>
        </p:nvSpPr>
        <p:spPr>
          <a:xfrm>
            <a:off x="426778" y="8136218"/>
            <a:ext cx="2219325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IN" sz="11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akal Marathi" pitchFamily="2" charset="0"/>
                <a:cs typeface="Sakal Marathi" pitchFamily="2" charset="0"/>
              </a:rPr>
              <a:t>श्री</a:t>
            </a:r>
            <a:r>
              <a:rPr lang="en-IN" sz="11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akal Marathi" pitchFamily="2" charset="0"/>
                <a:cs typeface="Sakal Marathi" pitchFamily="2" charset="0"/>
              </a:rPr>
              <a:t>. </a:t>
            </a:r>
            <a:r>
              <a:rPr lang="mr-IN" sz="11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akal Marathi" pitchFamily="2" charset="0"/>
                <a:cs typeface="Sakal Marathi" pitchFamily="2" charset="0"/>
              </a:rPr>
              <a:t>कौस्तुभ दिवेगावकर, </a:t>
            </a:r>
            <a:r>
              <a:rPr lang="en-IN" sz="11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akal Marathi" pitchFamily="2" charset="0"/>
                <a:cs typeface="Sakal Marathi" pitchFamily="2" charset="0"/>
              </a:rPr>
              <a:t>(</a:t>
            </a:r>
            <a:r>
              <a:rPr lang="en-IN" sz="11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akal Marathi" pitchFamily="2" charset="0"/>
                <a:cs typeface="Sakal Marathi" pitchFamily="2" charset="0"/>
              </a:rPr>
              <a:t>भा.प्र.से</a:t>
            </a:r>
            <a:r>
              <a:rPr lang="en-IN" sz="11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akal Marathi" pitchFamily="2" charset="0"/>
                <a:cs typeface="Sakal Marathi" pitchFamily="2" charset="0"/>
              </a:rPr>
              <a:t>.)</a:t>
            </a: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IN" sz="1100" dirty="0" err="1">
                <a:latin typeface="Sakal Marathi" pitchFamily="2" charset="0"/>
                <a:cs typeface="Sakal Marathi" pitchFamily="2" charset="0"/>
              </a:rPr>
              <a:t>आयुक्त</a:t>
            </a:r>
            <a:r>
              <a:rPr lang="en-IN" sz="1100" dirty="0">
                <a:latin typeface="Sakal Marathi" pitchFamily="2" charset="0"/>
                <a:cs typeface="Sakal Marathi" pitchFamily="2" charset="0"/>
              </a:rPr>
              <a:t> </a:t>
            </a:r>
            <a:r>
              <a:rPr lang="en-IN" sz="1100" dirty="0" err="1">
                <a:latin typeface="Sakal Marathi" pitchFamily="2" charset="0"/>
                <a:cs typeface="Sakal Marathi" pitchFamily="2" charset="0"/>
              </a:rPr>
              <a:t>पशुसंवर्धन</a:t>
            </a:r>
            <a:r>
              <a:rPr lang="en-IN" sz="1100" dirty="0">
                <a:latin typeface="Sakal Marathi" pitchFamily="2" charset="0"/>
                <a:cs typeface="Sakal Marathi" pitchFamily="2" charset="0"/>
              </a:rPr>
              <a:t>, </a:t>
            </a:r>
            <a:r>
              <a:rPr lang="en-IN" sz="1100" dirty="0" err="1">
                <a:latin typeface="Sakal Marathi" pitchFamily="2" charset="0"/>
                <a:cs typeface="Sakal Marathi" pitchFamily="2" charset="0"/>
              </a:rPr>
              <a:t>महाराष्ट्र</a:t>
            </a:r>
            <a:r>
              <a:rPr lang="en-IN" sz="1100" dirty="0">
                <a:latin typeface="Sakal Marathi" pitchFamily="2" charset="0"/>
                <a:cs typeface="Sakal Marathi" pitchFamily="2" charset="0"/>
              </a:rPr>
              <a:t> </a:t>
            </a:r>
            <a:r>
              <a:rPr lang="en-IN" sz="1100" dirty="0" err="1">
                <a:latin typeface="Sakal Marathi" pitchFamily="2" charset="0"/>
                <a:cs typeface="Sakal Marathi" pitchFamily="2" charset="0"/>
              </a:rPr>
              <a:t>राज्य</a:t>
            </a:r>
            <a:r>
              <a:rPr lang="en-IN" sz="1100" dirty="0">
                <a:latin typeface="Sakal Marathi" pitchFamily="2" charset="0"/>
                <a:cs typeface="Sakal Marathi" pitchFamily="2" charset="0"/>
              </a:rPr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B3B3A70-343F-CC61-FDD0-415B717D364A}"/>
              </a:ext>
            </a:extLst>
          </p:cNvPr>
          <p:cNvSpPr txBox="1"/>
          <p:nvPr/>
        </p:nvSpPr>
        <p:spPr>
          <a:xfrm>
            <a:off x="4075614" y="8141895"/>
            <a:ext cx="246960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 hangingPunct="1">
              <a:defRPr/>
            </a:pPr>
            <a:r>
              <a:rPr lang="en-IN" sz="11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akal Marathi" pitchFamily="2" charset="0"/>
                <a:cs typeface="Sakal Marathi" pitchFamily="2" charset="0"/>
              </a:rPr>
              <a:t>श्री</a:t>
            </a:r>
            <a:r>
              <a:rPr lang="en-IN" sz="11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akal Marathi" pitchFamily="2" charset="0"/>
                <a:cs typeface="Sakal Marathi" pitchFamily="2" charset="0"/>
              </a:rPr>
              <a:t>. </a:t>
            </a:r>
            <a:r>
              <a:rPr lang="mr-IN" sz="11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akal Marathi" pitchFamily="2" charset="0"/>
                <a:cs typeface="Sakal Marathi" pitchFamily="2" charset="0"/>
              </a:rPr>
              <a:t>राजेश कुमार, </a:t>
            </a:r>
            <a:r>
              <a:rPr lang="en-IN" sz="11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akal Marathi" pitchFamily="2" charset="0"/>
                <a:cs typeface="Sakal Marathi" pitchFamily="2" charset="0"/>
              </a:rPr>
              <a:t>(</a:t>
            </a:r>
            <a:r>
              <a:rPr lang="en-IN" sz="11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akal Marathi" pitchFamily="2" charset="0"/>
                <a:cs typeface="Sakal Marathi" pitchFamily="2" charset="0"/>
              </a:rPr>
              <a:t>भा.प्र.से</a:t>
            </a:r>
            <a:r>
              <a:rPr lang="en-IN" sz="11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akal Marathi" pitchFamily="2" charset="0"/>
                <a:cs typeface="Sakal Marathi" pitchFamily="2" charset="0"/>
              </a:rPr>
              <a:t>.)</a:t>
            </a:r>
          </a:p>
          <a:p>
            <a:pPr algn="ctr" eaLnBrk="1" hangingPunct="1">
              <a:defRPr/>
            </a:pPr>
            <a:r>
              <a:rPr lang="mr-IN" sz="1100" dirty="0">
                <a:latin typeface="Sakal Marathi" pitchFamily="2" charset="0"/>
                <a:cs typeface="Sakal Marathi" pitchFamily="2" charset="0"/>
              </a:rPr>
              <a:t>अपर मुख्य </a:t>
            </a:r>
            <a:r>
              <a:rPr lang="en-IN" sz="1100" dirty="0" err="1">
                <a:latin typeface="Sakal Marathi" pitchFamily="2" charset="0"/>
                <a:cs typeface="Sakal Marathi" pitchFamily="2" charset="0"/>
              </a:rPr>
              <a:t>सचिव</a:t>
            </a:r>
            <a:r>
              <a:rPr lang="en-IN" sz="1100" dirty="0">
                <a:latin typeface="Sakal Marathi" pitchFamily="2" charset="0"/>
                <a:cs typeface="Sakal Marathi" pitchFamily="2" charset="0"/>
              </a:rPr>
              <a:t> (</a:t>
            </a:r>
            <a:r>
              <a:rPr lang="en-IN" sz="1100" dirty="0" err="1">
                <a:latin typeface="Sakal Marathi" pitchFamily="2" charset="0"/>
                <a:cs typeface="Sakal Marathi" pitchFamily="2" charset="0"/>
              </a:rPr>
              <a:t>पदु</a:t>
            </a:r>
            <a:r>
              <a:rPr lang="mr-IN" sz="1100" dirty="0">
                <a:latin typeface="Sakal Marathi" pitchFamily="2" charset="0"/>
                <a:cs typeface="Sakal Marathi" pitchFamily="2" charset="0"/>
              </a:rPr>
              <a:t>म</a:t>
            </a:r>
            <a:r>
              <a:rPr lang="en-IN" sz="1100" dirty="0">
                <a:latin typeface="Sakal Marathi" pitchFamily="2" charset="0"/>
                <a:cs typeface="Sakal Marathi" pitchFamily="2" charset="0"/>
              </a:rPr>
              <a:t>), </a:t>
            </a:r>
            <a:r>
              <a:rPr lang="en-IN" sz="1100" dirty="0" err="1">
                <a:latin typeface="Sakal Marathi" pitchFamily="2" charset="0"/>
                <a:cs typeface="Sakal Marathi" pitchFamily="2" charset="0"/>
              </a:rPr>
              <a:t>महाराष्ट्र</a:t>
            </a:r>
            <a:r>
              <a:rPr lang="en-IN" sz="1100" dirty="0">
                <a:latin typeface="Sakal Marathi" pitchFamily="2" charset="0"/>
                <a:cs typeface="Sakal Marathi" pitchFamily="2" charset="0"/>
              </a:rPr>
              <a:t> </a:t>
            </a:r>
            <a:r>
              <a:rPr lang="en-IN" sz="1100" dirty="0" err="1">
                <a:latin typeface="Sakal Marathi" pitchFamily="2" charset="0"/>
                <a:cs typeface="Sakal Marathi" pitchFamily="2" charset="0"/>
              </a:rPr>
              <a:t>शासन</a:t>
            </a:r>
            <a:r>
              <a:rPr lang="en-IN" sz="1100" dirty="0">
                <a:latin typeface="Sakal Marathi" pitchFamily="2" charset="0"/>
                <a:cs typeface="Sakal Marathi" pitchFamily="2" charset="0"/>
              </a:rPr>
              <a:t>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3A233BB-9E7C-6387-51BE-26CD311EF113}"/>
              </a:ext>
            </a:extLst>
          </p:cNvPr>
          <p:cNvSpPr/>
          <p:nvPr/>
        </p:nvSpPr>
        <p:spPr>
          <a:xfrm>
            <a:off x="2888119" y="7848575"/>
            <a:ext cx="800219" cy="2876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mr-IN" sz="1269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akal Marathi" pitchFamily="2" charset="0"/>
                <a:cs typeface="Sakal Marathi" pitchFamily="2" charset="0"/>
              </a:rPr>
              <a:t>:  विनीत :</a:t>
            </a:r>
            <a:endParaRPr lang="en-US" sz="1269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akal Marathi" pitchFamily="2" charset="0"/>
              <a:cs typeface="Sakal Marathi" pitchFamily="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03F77E8-0DF0-3162-D113-A51D4B75202E}"/>
              </a:ext>
            </a:extLst>
          </p:cNvPr>
          <p:cNvSpPr txBox="1"/>
          <p:nvPr/>
        </p:nvSpPr>
        <p:spPr>
          <a:xfrm>
            <a:off x="56132" y="267783"/>
            <a:ext cx="6693484" cy="77970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algn="ctr">
              <a:spcBef>
                <a:spcPts val="0"/>
              </a:spcBef>
              <a:spcAft>
                <a:spcPts val="1000"/>
              </a:spcAft>
            </a:pPr>
            <a:r>
              <a:rPr lang="en-US" sz="1600" b="1" dirty="0" err="1">
                <a:effectLst/>
                <a:latin typeface="Sakal Marathi" panose="02000400000000000000" pitchFamily="2" charset="0"/>
                <a:ea typeface="Times New Roman" panose="02020603050405020304" pitchFamily="18" charset="0"/>
                <a:cs typeface="Sakal Marathi" panose="02000400000000000000" pitchFamily="2" charset="0"/>
              </a:rPr>
              <a:t>पशुसंवर्धन</a:t>
            </a:r>
            <a:r>
              <a:rPr lang="en-US" sz="1600" b="1" dirty="0">
                <a:effectLst/>
                <a:latin typeface="Sakal Marathi" panose="02000400000000000000" pitchFamily="2" charset="0"/>
                <a:ea typeface="Times New Roman" panose="02020603050405020304" pitchFamily="18" charset="0"/>
                <a:cs typeface="Sakal Marathi" panose="02000400000000000000" pitchFamily="2" charset="0"/>
              </a:rPr>
              <a:t> </a:t>
            </a:r>
            <a:r>
              <a:rPr lang="en-US" sz="1600" b="1" dirty="0" err="1">
                <a:effectLst/>
                <a:latin typeface="Sakal Marathi" panose="02000400000000000000" pitchFamily="2" charset="0"/>
                <a:ea typeface="Times New Roman" panose="02020603050405020304" pitchFamily="18" charset="0"/>
                <a:cs typeface="Sakal Marathi" panose="02000400000000000000" pitchFamily="2" charset="0"/>
              </a:rPr>
              <a:t>पंधरवडा</a:t>
            </a:r>
            <a:r>
              <a:rPr lang="en-US" sz="1600" b="1" dirty="0">
                <a:effectLst/>
                <a:latin typeface="Sakal Marathi" panose="02000400000000000000" pitchFamily="2" charset="0"/>
                <a:ea typeface="Times New Roman" panose="02020603050405020304" pitchFamily="18" charset="0"/>
                <a:cs typeface="Sakal Marathi" panose="02000400000000000000" pitchFamily="2" charset="0"/>
              </a:rPr>
              <a:t> 2024 </a:t>
            </a:r>
            <a:r>
              <a:rPr lang="en-US" sz="1600" b="1" dirty="0" err="1">
                <a:effectLst/>
                <a:latin typeface="Sakal Marathi" panose="02000400000000000000" pitchFamily="2" charset="0"/>
                <a:ea typeface="Times New Roman" panose="02020603050405020304" pitchFamily="18" charset="0"/>
                <a:cs typeface="Sakal Marathi" panose="02000400000000000000" pitchFamily="2" charset="0"/>
              </a:rPr>
              <a:t>अंतर्गत</a:t>
            </a:r>
            <a:r>
              <a:rPr lang="en-US" sz="1600" b="1" dirty="0">
                <a:effectLst/>
                <a:latin typeface="Sakal Marathi" panose="02000400000000000000" pitchFamily="2" charset="0"/>
                <a:ea typeface="Times New Roman" panose="02020603050405020304" pitchFamily="18" charset="0"/>
                <a:cs typeface="Sakal Marathi" panose="02000400000000000000" pitchFamily="2" charset="0"/>
              </a:rPr>
              <a:t> </a:t>
            </a:r>
            <a:r>
              <a:rPr lang="en-US" sz="1600" b="1" dirty="0" err="1">
                <a:effectLst/>
                <a:latin typeface="Sakal Marathi" panose="02000400000000000000" pitchFamily="2" charset="0"/>
                <a:ea typeface="Times New Roman" panose="02020603050405020304" pitchFamily="18" charset="0"/>
                <a:cs typeface="Sakal Marathi" panose="02000400000000000000" pitchFamily="2" charset="0"/>
              </a:rPr>
              <a:t>अंमलबजावणीचे</a:t>
            </a:r>
            <a:r>
              <a:rPr lang="en-US" sz="1600" b="1" dirty="0">
                <a:effectLst/>
                <a:latin typeface="Sakal Marathi" panose="02000400000000000000" pitchFamily="2" charset="0"/>
                <a:ea typeface="Times New Roman" panose="02020603050405020304" pitchFamily="18" charset="0"/>
                <a:cs typeface="Sakal Marathi" panose="02000400000000000000" pitchFamily="2" charset="0"/>
              </a:rPr>
              <a:t> </a:t>
            </a:r>
            <a:r>
              <a:rPr lang="en-US" sz="1600" b="1" dirty="0" err="1">
                <a:effectLst/>
                <a:latin typeface="Sakal Marathi" panose="02000400000000000000" pitchFamily="2" charset="0"/>
                <a:ea typeface="Times New Roman" panose="02020603050405020304" pitchFamily="18" charset="0"/>
                <a:cs typeface="Sakal Marathi" panose="02000400000000000000" pitchFamily="2" charset="0"/>
              </a:rPr>
              <a:t>घटक</a:t>
            </a:r>
            <a:r>
              <a:rPr lang="en-US" sz="1600" b="1" dirty="0">
                <a:effectLst/>
                <a:latin typeface="Sakal Marathi" panose="02000400000000000000" pitchFamily="2" charset="0"/>
                <a:ea typeface="Times New Roman" panose="02020603050405020304" pitchFamily="18" charset="0"/>
                <a:cs typeface="Sakal Marathi" panose="02000400000000000000" pitchFamily="2" charset="0"/>
              </a:rPr>
              <a:t> </a:t>
            </a:r>
            <a:r>
              <a:rPr lang="en-US" sz="1600" b="1" dirty="0" err="1">
                <a:effectLst/>
                <a:latin typeface="Sakal Marathi" panose="02000400000000000000" pitchFamily="2" charset="0"/>
                <a:ea typeface="Times New Roman" panose="02020603050405020304" pitchFamily="18" charset="0"/>
                <a:cs typeface="Sakal Marathi" panose="02000400000000000000" pitchFamily="2" charset="0"/>
              </a:rPr>
              <a:t>खालील</a:t>
            </a:r>
            <a:r>
              <a:rPr lang="en-US" sz="1600" b="1" dirty="0">
                <a:effectLst/>
                <a:latin typeface="Sakal Marathi" panose="02000400000000000000" pitchFamily="2" charset="0"/>
                <a:ea typeface="Times New Roman" panose="02020603050405020304" pitchFamily="18" charset="0"/>
                <a:cs typeface="Sakal Marathi" panose="02000400000000000000" pitchFamily="2" charset="0"/>
              </a:rPr>
              <a:t> </a:t>
            </a:r>
            <a:r>
              <a:rPr lang="en-US" sz="1600" b="1" dirty="0" err="1">
                <a:effectLst/>
                <a:latin typeface="Sakal Marathi" panose="02000400000000000000" pitchFamily="2" charset="0"/>
                <a:ea typeface="Times New Roman" panose="02020603050405020304" pitchFamily="18" charset="0"/>
                <a:cs typeface="Sakal Marathi" panose="02000400000000000000" pitchFamily="2" charset="0"/>
              </a:rPr>
              <a:t>प्रमाणे</a:t>
            </a:r>
            <a:r>
              <a:rPr lang="en-US" sz="1600" b="1" dirty="0">
                <a:effectLst/>
                <a:latin typeface="Sakal Marathi" panose="02000400000000000000" pitchFamily="2" charset="0"/>
                <a:ea typeface="Times New Roman" panose="02020603050405020304" pitchFamily="18" charset="0"/>
                <a:cs typeface="Sakal Marathi" panose="02000400000000000000" pitchFamily="2" charset="0"/>
              </a:rPr>
              <a:t> :-</a:t>
            </a:r>
          </a:p>
          <a:p>
            <a:pPr marL="342900" marR="0" lvl="0" indent="-342900" algn="just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en-US" sz="1200" b="1" u="sng" dirty="0" err="1">
                <a:latin typeface="Sakal Marathi" panose="02000400000000000000" pitchFamily="2" charset="0"/>
                <a:cs typeface="Sakal Marathi" panose="02000400000000000000" pitchFamily="2" charset="0"/>
              </a:rPr>
              <a:t>दुध</a:t>
            </a:r>
            <a:r>
              <a:rPr lang="en-US" sz="1200" b="1" u="sng" dirty="0">
                <a:latin typeface="Sakal Marathi" panose="02000400000000000000" pitchFamily="2" charset="0"/>
                <a:cs typeface="Sakal Marathi" panose="02000400000000000000" pitchFamily="2" charset="0"/>
              </a:rPr>
              <a:t> </a:t>
            </a:r>
            <a:r>
              <a:rPr lang="en-US" sz="1200" b="1" u="sng" dirty="0" err="1">
                <a:latin typeface="Sakal Marathi" panose="02000400000000000000" pitchFamily="2" charset="0"/>
                <a:cs typeface="Sakal Marathi" panose="02000400000000000000" pitchFamily="2" charset="0"/>
              </a:rPr>
              <a:t>अनुदान</a:t>
            </a:r>
            <a:r>
              <a:rPr lang="en-US" sz="1200" b="1" u="sng" dirty="0">
                <a:latin typeface="Sakal Marathi" panose="02000400000000000000" pitchFamily="2" charset="0"/>
                <a:cs typeface="Sakal Marathi" panose="02000400000000000000" pitchFamily="2" charset="0"/>
              </a:rPr>
              <a:t> </a:t>
            </a:r>
            <a:r>
              <a:rPr lang="en-US" sz="1200" b="1" u="sng" dirty="0" err="1">
                <a:latin typeface="Sakal Marathi" panose="02000400000000000000" pitchFamily="2" charset="0"/>
                <a:cs typeface="Sakal Marathi" panose="02000400000000000000" pitchFamily="2" charset="0"/>
              </a:rPr>
              <a:t>योजना</a:t>
            </a:r>
            <a:r>
              <a:rPr lang="en-US" sz="1200" b="1" u="sng" dirty="0">
                <a:latin typeface="Sakal Marathi" panose="02000400000000000000" pitchFamily="2" charset="0"/>
                <a:cs typeface="Sakal Marathi" panose="02000400000000000000" pitchFamily="2" charset="0"/>
              </a:rPr>
              <a:t> </a:t>
            </a:r>
            <a:r>
              <a:rPr lang="en-US" sz="1200" b="1" u="sng" dirty="0" err="1">
                <a:latin typeface="Sakal Marathi" panose="02000400000000000000" pitchFamily="2" charset="0"/>
                <a:cs typeface="Sakal Marathi" panose="02000400000000000000" pitchFamily="2" charset="0"/>
              </a:rPr>
              <a:t>राबविताना</a:t>
            </a:r>
            <a:r>
              <a:rPr lang="en-US" sz="1200" b="1" u="sng" dirty="0">
                <a:latin typeface="Sakal Marathi" panose="02000400000000000000" pitchFamily="2" charset="0"/>
                <a:cs typeface="Sakal Marathi" panose="02000400000000000000" pitchFamily="2" charset="0"/>
              </a:rPr>
              <a:t> </a:t>
            </a:r>
            <a:r>
              <a:rPr lang="en-US" sz="1200" b="1" u="sng" dirty="0" err="1">
                <a:latin typeface="Sakal Marathi" panose="02000400000000000000" pitchFamily="2" charset="0"/>
                <a:cs typeface="Sakal Marathi" panose="02000400000000000000" pitchFamily="2" charset="0"/>
              </a:rPr>
              <a:t>येणाऱ्या</a:t>
            </a:r>
            <a:r>
              <a:rPr lang="en-US" sz="1200" b="1" u="sng" dirty="0">
                <a:latin typeface="Sakal Marathi" panose="02000400000000000000" pitchFamily="2" charset="0"/>
                <a:cs typeface="Sakal Marathi" panose="02000400000000000000" pitchFamily="2" charset="0"/>
              </a:rPr>
              <a:t> </a:t>
            </a:r>
            <a:r>
              <a:rPr lang="en-US" sz="1200" b="1" u="sng" dirty="0" err="1">
                <a:latin typeface="Sakal Marathi" panose="02000400000000000000" pitchFamily="2" charset="0"/>
                <a:cs typeface="Sakal Marathi" panose="02000400000000000000" pitchFamily="2" charset="0"/>
              </a:rPr>
              <a:t>अडचणींचे</a:t>
            </a:r>
            <a:r>
              <a:rPr lang="en-US" sz="1200" b="1" u="sng" dirty="0">
                <a:latin typeface="Sakal Marathi" panose="02000400000000000000" pitchFamily="2" charset="0"/>
                <a:cs typeface="Sakal Marathi" panose="02000400000000000000" pitchFamily="2" charset="0"/>
              </a:rPr>
              <a:t> </a:t>
            </a:r>
            <a:r>
              <a:rPr lang="en-US" sz="1200" b="1" u="sng" dirty="0" err="1">
                <a:latin typeface="Sakal Marathi" panose="02000400000000000000" pitchFamily="2" charset="0"/>
                <a:cs typeface="Sakal Marathi" panose="02000400000000000000" pitchFamily="2" charset="0"/>
              </a:rPr>
              <a:t>निराकरण</a:t>
            </a:r>
            <a:r>
              <a:rPr lang="mr-IN" sz="1200" b="1" u="sng" dirty="0">
                <a:latin typeface="Sakal Marathi" panose="02000400000000000000" pitchFamily="2" charset="0"/>
                <a:cs typeface="Sakal Marathi" panose="02000400000000000000" pitchFamily="2" charset="0"/>
              </a:rPr>
              <a:t>: </a:t>
            </a:r>
          </a:p>
          <a:p>
            <a:pPr marR="0" lvl="0" algn="just">
              <a:spcBef>
                <a:spcPts val="0"/>
              </a:spcBef>
              <a:spcAft>
                <a:spcPts val="0"/>
              </a:spcAft>
            </a:pPr>
            <a:endParaRPr lang="mr-IN" sz="1200" b="1" u="sng" dirty="0">
              <a:latin typeface="Sakal Marathi" panose="02000400000000000000" pitchFamily="2" charset="0"/>
              <a:cs typeface="Sakal Marathi" panose="02000400000000000000" pitchFamily="2" charset="0"/>
            </a:endParaRPr>
          </a:p>
          <a:p>
            <a:pPr marL="517525" marR="0" lvl="0" indent="-174625" algn="just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</a:pPr>
            <a:r>
              <a:rPr lang="en-US" sz="1200" dirty="0" err="1">
                <a:latin typeface="Sakal Marathi" panose="02000400000000000000" pitchFamily="2" charset="0"/>
                <a:cs typeface="Sakal Marathi" panose="02000400000000000000" pitchFamily="2" charset="0"/>
              </a:rPr>
              <a:t>गायीच्या</a:t>
            </a:r>
            <a:r>
              <a:rPr lang="en-US" sz="1200" dirty="0">
                <a:latin typeface="Sakal Marathi" panose="02000400000000000000" pitchFamily="2" charset="0"/>
                <a:cs typeface="Sakal Marathi" panose="02000400000000000000" pitchFamily="2" charset="0"/>
              </a:rPr>
              <a:t> </a:t>
            </a:r>
            <a:r>
              <a:rPr lang="en-US" sz="1200" dirty="0" err="1">
                <a:latin typeface="Sakal Marathi" panose="02000400000000000000" pitchFamily="2" charset="0"/>
                <a:cs typeface="Sakal Marathi" panose="02000400000000000000" pitchFamily="2" charset="0"/>
              </a:rPr>
              <a:t>दुधास</a:t>
            </a:r>
            <a:r>
              <a:rPr lang="en-US" sz="1200" dirty="0">
                <a:latin typeface="Sakal Marathi" panose="02000400000000000000" pitchFamily="2" charset="0"/>
                <a:cs typeface="Sakal Marathi" panose="02000400000000000000" pitchFamily="2" charset="0"/>
              </a:rPr>
              <a:t> रु.5/- </a:t>
            </a:r>
            <a:r>
              <a:rPr lang="en-US" sz="1200" dirty="0" err="1">
                <a:latin typeface="Sakal Marathi" panose="02000400000000000000" pitchFamily="2" charset="0"/>
                <a:cs typeface="Sakal Marathi" panose="02000400000000000000" pitchFamily="2" charset="0"/>
              </a:rPr>
              <a:t>प्रति</a:t>
            </a:r>
            <a:r>
              <a:rPr lang="en-US" sz="1200" dirty="0">
                <a:latin typeface="Sakal Marathi" panose="02000400000000000000" pitchFamily="2" charset="0"/>
                <a:cs typeface="Sakal Marathi" panose="02000400000000000000" pitchFamily="2" charset="0"/>
              </a:rPr>
              <a:t> </a:t>
            </a:r>
            <a:r>
              <a:rPr lang="en-US" sz="1200" dirty="0" err="1">
                <a:latin typeface="Sakal Marathi" panose="02000400000000000000" pitchFamily="2" charset="0"/>
                <a:cs typeface="Sakal Marathi" panose="02000400000000000000" pitchFamily="2" charset="0"/>
              </a:rPr>
              <a:t>लीटर</a:t>
            </a:r>
            <a:r>
              <a:rPr lang="en-US" sz="1200" dirty="0">
                <a:latin typeface="Sakal Marathi" panose="02000400000000000000" pitchFamily="2" charset="0"/>
                <a:cs typeface="Sakal Marathi" panose="02000400000000000000" pitchFamily="2" charset="0"/>
              </a:rPr>
              <a:t> </a:t>
            </a:r>
            <a:r>
              <a:rPr lang="en-US" sz="1200" dirty="0" err="1">
                <a:latin typeface="Sakal Marathi" panose="02000400000000000000" pitchFamily="2" charset="0"/>
                <a:cs typeface="Sakal Marathi" panose="02000400000000000000" pitchFamily="2" charset="0"/>
              </a:rPr>
              <a:t>अनुदान</a:t>
            </a:r>
            <a:r>
              <a:rPr lang="en-US" sz="1200" dirty="0">
                <a:latin typeface="Sakal Marathi" panose="02000400000000000000" pitchFamily="2" charset="0"/>
                <a:cs typeface="Sakal Marathi" panose="02000400000000000000" pitchFamily="2" charset="0"/>
              </a:rPr>
              <a:t> </a:t>
            </a:r>
            <a:r>
              <a:rPr lang="en-US" sz="1200" dirty="0" err="1">
                <a:latin typeface="Sakal Marathi" panose="02000400000000000000" pitchFamily="2" charset="0"/>
                <a:cs typeface="Sakal Marathi" panose="02000400000000000000" pitchFamily="2" charset="0"/>
              </a:rPr>
              <a:t>या</a:t>
            </a:r>
            <a:r>
              <a:rPr lang="en-US" sz="1200" dirty="0">
                <a:latin typeface="Sakal Marathi" panose="02000400000000000000" pitchFamily="2" charset="0"/>
                <a:cs typeface="Sakal Marathi" panose="02000400000000000000" pitchFamily="2" charset="0"/>
              </a:rPr>
              <a:t> </a:t>
            </a:r>
            <a:r>
              <a:rPr lang="en-US" sz="1200" dirty="0" err="1">
                <a:latin typeface="Sakal Marathi" panose="02000400000000000000" pitchFamily="2" charset="0"/>
                <a:cs typeface="Sakal Marathi" panose="02000400000000000000" pitchFamily="2" charset="0"/>
              </a:rPr>
              <a:t>योजनेअंतर्गत</a:t>
            </a:r>
            <a:r>
              <a:rPr lang="en-US" sz="1200" dirty="0">
                <a:latin typeface="Sakal Marathi" panose="02000400000000000000" pitchFamily="2" charset="0"/>
                <a:cs typeface="Sakal Marathi" panose="02000400000000000000" pitchFamily="2" charset="0"/>
              </a:rPr>
              <a:t> </a:t>
            </a:r>
            <a:r>
              <a:rPr lang="mr-IN" sz="1200" dirty="0">
                <a:latin typeface="Sakal Marathi" panose="02000400000000000000" pitchFamily="2" charset="0"/>
                <a:cs typeface="Sakal Marathi" panose="02000400000000000000" pitchFamily="2" charset="0"/>
              </a:rPr>
              <a:t>आजवर </a:t>
            </a:r>
            <a:r>
              <a:rPr lang="en-US" sz="1200" dirty="0" err="1">
                <a:latin typeface="Sakal Marathi" panose="02000400000000000000" pitchFamily="2" charset="0"/>
                <a:cs typeface="Sakal Marathi" panose="02000400000000000000" pitchFamily="2" charset="0"/>
              </a:rPr>
              <a:t>राज्यातील</a:t>
            </a:r>
            <a:r>
              <a:rPr lang="en-US" sz="1200" dirty="0">
                <a:latin typeface="Sakal Marathi" panose="02000400000000000000" pitchFamily="2" charset="0"/>
                <a:cs typeface="Sakal Marathi" panose="02000400000000000000" pitchFamily="2" charset="0"/>
              </a:rPr>
              <a:t> 2.98 </a:t>
            </a:r>
            <a:r>
              <a:rPr lang="en-US" sz="1200" dirty="0" err="1">
                <a:latin typeface="Sakal Marathi" panose="02000400000000000000" pitchFamily="2" charset="0"/>
                <a:cs typeface="Sakal Marathi" panose="02000400000000000000" pitchFamily="2" charset="0"/>
              </a:rPr>
              <a:t>लक्ष</a:t>
            </a:r>
            <a:r>
              <a:rPr lang="en-US" sz="1200" dirty="0">
                <a:latin typeface="Sakal Marathi" panose="02000400000000000000" pitchFamily="2" charset="0"/>
                <a:cs typeface="Sakal Marathi" panose="02000400000000000000" pitchFamily="2" charset="0"/>
              </a:rPr>
              <a:t> </a:t>
            </a:r>
            <a:r>
              <a:rPr lang="en-US" sz="1200" dirty="0" err="1">
                <a:latin typeface="Sakal Marathi" panose="02000400000000000000" pitchFamily="2" charset="0"/>
                <a:cs typeface="Sakal Marathi" panose="02000400000000000000" pitchFamily="2" charset="0"/>
              </a:rPr>
              <a:t>पशुपालकांच्या</a:t>
            </a:r>
            <a:r>
              <a:rPr lang="en-US" sz="1200" dirty="0">
                <a:latin typeface="Sakal Marathi" panose="02000400000000000000" pitchFamily="2" charset="0"/>
                <a:cs typeface="Sakal Marathi" panose="02000400000000000000" pitchFamily="2" charset="0"/>
              </a:rPr>
              <a:t> 9.70 </a:t>
            </a:r>
            <a:r>
              <a:rPr lang="en-US" sz="1200" dirty="0" err="1">
                <a:latin typeface="Sakal Marathi" panose="02000400000000000000" pitchFamily="2" charset="0"/>
                <a:cs typeface="Sakal Marathi" panose="02000400000000000000" pitchFamily="2" charset="0"/>
              </a:rPr>
              <a:t>लक्ष</a:t>
            </a:r>
            <a:r>
              <a:rPr lang="en-US" sz="1200" dirty="0">
                <a:latin typeface="Sakal Marathi" panose="02000400000000000000" pitchFamily="2" charset="0"/>
                <a:cs typeface="Sakal Marathi" panose="02000400000000000000" pitchFamily="2" charset="0"/>
              </a:rPr>
              <a:t> </a:t>
            </a:r>
            <a:r>
              <a:rPr lang="en-US" sz="1200" dirty="0" err="1">
                <a:latin typeface="Sakal Marathi" panose="02000400000000000000" pitchFamily="2" charset="0"/>
                <a:cs typeface="Sakal Marathi" panose="02000400000000000000" pitchFamily="2" charset="0"/>
              </a:rPr>
              <a:t>गायीच्या</a:t>
            </a:r>
            <a:r>
              <a:rPr lang="en-US" sz="1200" dirty="0">
                <a:latin typeface="Sakal Marathi" panose="02000400000000000000" pitchFamily="2" charset="0"/>
                <a:cs typeface="Sakal Marathi" panose="02000400000000000000" pitchFamily="2" charset="0"/>
              </a:rPr>
              <a:t> </a:t>
            </a:r>
            <a:r>
              <a:rPr lang="en-US" sz="1200" dirty="0" err="1">
                <a:latin typeface="Sakal Marathi" panose="02000400000000000000" pitchFamily="2" charset="0"/>
                <a:cs typeface="Sakal Marathi" panose="02000400000000000000" pitchFamily="2" charset="0"/>
              </a:rPr>
              <a:t>दुधास</a:t>
            </a:r>
            <a:r>
              <a:rPr lang="en-US" sz="1200" dirty="0">
                <a:latin typeface="Sakal Marathi" panose="02000400000000000000" pitchFamily="2" charset="0"/>
                <a:cs typeface="Sakal Marathi" panose="02000400000000000000" pitchFamily="2" charset="0"/>
              </a:rPr>
              <a:t> </a:t>
            </a:r>
            <a:r>
              <a:rPr lang="en-US" sz="1200" dirty="0" err="1">
                <a:latin typeface="Sakal Marathi" panose="02000400000000000000" pitchFamily="2" charset="0"/>
                <a:cs typeface="Sakal Marathi" panose="02000400000000000000" pitchFamily="2" charset="0"/>
              </a:rPr>
              <a:t>रु</a:t>
            </a:r>
            <a:r>
              <a:rPr lang="en-US" sz="1200" dirty="0">
                <a:latin typeface="Sakal Marathi" panose="02000400000000000000" pitchFamily="2" charset="0"/>
                <a:cs typeface="Sakal Marathi" panose="02000400000000000000" pitchFamily="2" charset="0"/>
              </a:rPr>
              <a:t>.</a:t>
            </a:r>
            <a:r>
              <a:rPr lang="mr-IN" sz="1200" dirty="0">
                <a:latin typeface="Sakal Marathi" panose="02000400000000000000" pitchFamily="2" charset="0"/>
                <a:cs typeface="Sakal Marathi" panose="02000400000000000000" pitchFamily="2" charset="0"/>
              </a:rPr>
              <a:t> </a:t>
            </a:r>
            <a:r>
              <a:rPr lang="en-US" sz="1200" dirty="0">
                <a:latin typeface="Sakal Marathi" panose="02000400000000000000" pitchFamily="2" charset="0"/>
                <a:cs typeface="Sakal Marathi" panose="02000400000000000000" pitchFamily="2" charset="0"/>
              </a:rPr>
              <a:t>231.701 </a:t>
            </a:r>
            <a:r>
              <a:rPr lang="en-US" sz="1200" dirty="0" err="1">
                <a:latin typeface="Sakal Marathi" panose="02000400000000000000" pitchFamily="2" charset="0"/>
                <a:cs typeface="Sakal Marathi" panose="02000400000000000000" pitchFamily="2" charset="0"/>
              </a:rPr>
              <a:t>कोटी</a:t>
            </a:r>
            <a:r>
              <a:rPr lang="en-US" sz="1200" dirty="0">
                <a:latin typeface="Sakal Marathi" panose="02000400000000000000" pitchFamily="2" charset="0"/>
                <a:cs typeface="Sakal Marathi" panose="02000400000000000000" pitchFamily="2" charset="0"/>
              </a:rPr>
              <a:t> </a:t>
            </a:r>
            <a:r>
              <a:rPr lang="en-US" sz="1200" dirty="0" err="1">
                <a:latin typeface="Sakal Marathi" panose="02000400000000000000" pitchFamily="2" charset="0"/>
                <a:cs typeface="Sakal Marathi" panose="02000400000000000000" pitchFamily="2" charset="0"/>
              </a:rPr>
              <a:t>अनुदानाचे</a:t>
            </a:r>
            <a:r>
              <a:rPr lang="en-US" sz="1200" dirty="0">
                <a:latin typeface="Sakal Marathi" panose="02000400000000000000" pitchFamily="2" charset="0"/>
                <a:cs typeface="Sakal Marathi" panose="02000400000000000000" pitchFamily="2" charset="0"/>
              </a:rPr>
              <a:t> </a:t>
            </a:r>
            <a:r>
              <a:rPr lang="en-US" sz="1200" dirty="0" err="1">
                <a:latin typeface="Sakal Marathi" panose="02000400000000000000" pitchFamily="2" charset="0"/>
                <a:cs typeface="Sakal Marathi" panose="02000400000000000000" pitchFamily="2" charset="0"/>
              </a:rPr>
              <a:t>वाटप</a:t>
            </a:r>
            <a:r>
              <a:rPr lang="en-US" sz="1200" dirty="0">
                <a:latin typeface="Sakal Marathi" panose="02000400000000000000" pitchFamily="2" charset="0"/>
                <a:cs typeface="Sakal Marathi" panose="02000400000000000000" pitchFamily="2" charset="0"/>
              </a:rPr>
              <a:t> </a:t>
            </a:r>
            <a:r>
              <a:rPr lang="en-US" sz="1200" dirty="0" err="1">
                <a:latin typeface="Sakal Marathi" panose="02000400000000000000" pitchFamily="2" charset="0"/>
                <a:cs typeface="Sakal Marathi" panose="02000400000000000000" pitchFamily="2" charset="0"/>
              </a:rPr>
              <a:t>करणेत</a:t>
            </a:r>
            <a:r>
              <a:rPr lang="en-US" sz="1200" dirty="0">
                <a:latin typeface="Sakal Marathi" panose="02000400000000000000" pitchFamily="2" charset="0"/>
                <a:cs typeface="Sakal Marathi" panose="02000400000000000000" pitchFamily="2" charset="0"/>
              </a:rPr>
              <a:t> </a:t>
            </a:r>
            <a:r>
              <a:rPr lang="en-US" sz="1200" dirty="0" err="1">
                <a:latin typeface="Sakal Marathi" panose="02000400000000000000" pitchFamily="2" charset="0"/>
                <a:cs typeface="Sakal Marathi" panose="02000400000000000000" pitchFamily="2" charset="0"/>
              </a:rPr>
              <a:t>आले</a:t>
            </a:r>
            <a:r>
              <a:rPr lang="en-US" sz="1200" dirty="0">
                <a:latin typeface="Sakal Marathi" panose="02000400000000000000" pitchFamily="2" charset="0"/>
                <a:cs typeface="Sakal Marathi" panose="02000400000000000000" pitchFamily="2" charset="0"/>
              </a:rPr>
              <a:t> </a:t>
            </a:r>
            <a:r>
              <a:rPr lang="en-US" sz="1200" dirty="0" err="1">
                <a:latin typeface="Sakal Marathi" panose="02000400000000000000" pitchFamily="2" charset="0"/>
                <a:cs typeface="Sakal Marathi" panose="02000400000000000000" pitchFamily="2" charset="0"/>
              </a:rPr>
              <a:t>आहे</a:t>
            </a:r>
            <a:r>
              <a:rPr lang="en-US" sz="1200" dirty="0">
                <a:latin typeface="Sakal Marathi" panose="02000400000000000000" pitchFamily="2" charset="0"/>
                <a:cs typeface="Sakal Marathi" panose="02000400000000000000" pitchFamily="2" charset="0"/>
              </a:rPr>
              <a:t>. </a:t>
            </a:r>
          </a:p>
          <a:p>
            <a:pPr marL="517525" indent="-174625" algn="just">
              <a:buFont typeface="Wingdings" panose="05000000000000000000" pitchFamily="2" charset="2"/>
              <a:buChar char="v"/>
            </a:pPr>
            <a:r>
              <a:rPr lang="en-US" sz="1200" dirty="0" err="1">
                <a:latin typeface="Sakal Marathi" panose="02000400000000000000" pitchFamily="2" charset="0"/>
                <a:cs typeface="Sakal Marathi" panose="02000400000000000000" pitchFamily="2" charset="0"/>
              </a:rPr>
              <a:t>योजनेची</a:t>
            </a:r>
            <a:r>
              <a:rPr lang="en-US" sz="1200" dirty="0">
                <a:latin typeface="Sakal Marathi" panose="02000400000000000000" pitchFamily="2" charset="0"/>
                <a:cs typeface="Sakal Marathi" panose="02000400000000000000" pitchFamily="2" charset="0"/>
              </a:rPr>
              <a:t> </a:t>
            </a:r>
            <a:r>
              <a:rPr lang="en-US" sz="1200" dirty="0" err="1">
                <a:latin typeface="Sakal Marathi" panose="02000400000000000000" pitchFamily="2" charset="0"/>
                <a:cs typeface="Sakal Marathi" panose="02000400000000000000" pitchFamily="2" charset="0"/>
              </a:rPr>
              <a:t>अंमलबजावणी</a:t>
            </a:r>
            <a:r>
              <a:rPr lang="en-US" sz="1200" dirty="0">
                <a:latin typeface="Sakal Marathi" panose="02000400000000000000" pitchFamily="2" charset="0"/>
                <a:cs typeface="Sakal Marathi" panose="02000400000000000000" pitchFamily="2" charset="0"/>
              </a:rPr>
              <a:t> </a:t>
            </a:r>
            <a:r>
              <a:rPr lang="en-US" sz="1200" dirty="0" err="1">
                <a:latin typeface="Sakal Marathi" panose="02000400000000000000" pitchFamily="2" charset="0"/>
                <a:cs typeface="Sakal Marathi" panose="02000400000000000000" pitchFamily="2" charset="0"/>
              </a:rPr>
              <a:t>करताना</a:t>
            </a:r>
            <a:r>
              <a:rPr lang="en-US" sz="1200" dirty="0">
                <a:latin typeface="Sakal Marathi" panose="02000400000000000000" pitchFamily="2" charset="0"/>
                <a:cs typeface="Sakal Marathi" panose="02000400000000000000" pitchFamily="2" charset="0"/>
              </a:rPr>
              <a:t> </a:t>
            </a:r>
            <a:r>
              <a:rPr lang="en-US" sz="1200" dirty="0" err="1">
                <a:latin typeface="Sakal Marathi" panose="02000400000000000000" pitchFamily="2" charset="0"/>
                <a:cs typeface="Sakal Marathi" panose="02000400000000000000" pitchFamily="2" charset="0"/>
              </a:rPr>
              <a:t>पशुपालकांना</a:t>
            </a:r>
            <a:r>
              <a:rPr lang="en-US" sz="1200" dirty="0">
                <a:latin typeface="Sakal Marathi" panose="02000400000000000000" pitchFamily="2" charset="0"/>
                <a:cs typeface="Sakal Marathi" panose="02000400000000000000" pitchFamily="2" charset="0"/>
              </a:rPr>
              <a:t> </a:t>
            </a:r>
            <a:r>
              <a:rPr lang="en-US" sz="1200" dirty="0" err="1">
                <a:latin typeface="Sakal Marathi" panose="02000400000000000000" pitchFamily="2" charset="0"/>
                <a:cs typeface="Sakal Marathi" panose="02000400000000000000" pitchFamily="2" charset="0"/>
              </a:rPr>
              <a:t>येत</a:t>
            </a:r>
            <a:r>
              <a:rPr lang="en-US" sz="1200" dirty="0">
                <a:latin typeface="Sakal Marathi" panose="02000400000000000000" pitchFamily="2" charset="0"/>
                <a:cs typeface="Sakal Marathi" panose="02000400000000000000" pitchFamily="2" charset="0"/>
              </a:rPr>
              <a:t> </a:t>
            </a:r>
            <a:r>
              <a:rPr lang="en-US" sz="1200" dirty="0" err="1">
                <a:latin typeface="Sakal Marathi" panose="02000400000000000000" pitchFamily="2" charset="0"/>
                <a:cs typeface="Sakal Marathi" panose="02000400000000000000" pitchFamily="2" charset="0"/>
              </a:rPr>
              <a:t>असलेल्या</a:t>
            </a:r>
            <a:r>
              <a:rPr lang="en-US" sz="1200" dirty="0">
                <a:latin typeface="Sakal Marathi" panose="02000400000000000000" pitchFamily="2" charset="0"/>
                <a:cs typeface="Sakal Marathi" panose="02000400000000000000" pitchFamily="2" charset="0"/>
              </a:rPr>
              <a:t> </a:t>
            </a:r>
            <a:r>
              <a:rPr lang="en-US" sz="1200" dirty="0" err="1">
                <a:latin typeface="Sakal Marathi" panose="02000400000000000000" pitchFamily="2" charset="0"/>
                <a:cs typeface="Sakal Marathi" panose="02000400000000000000" pitchFamily="2" charset="0"/>
              </a:rPr>
              <a:t>सर्व</a:t>
            </a:r>
            <a:r>
              <a:rPr lang="en-US" sz="1200" dirty="0">
                <a:latin typeface="Sakal Marathi" panose="02000400000000000000" pitchFamily="2" charset="0"/>
                <a:cs typeface="Sakal Marathi" panose="02000400000000000000" pitchFamily="2" charset="0"/>
              </a:rPr>
              <a:t> </a:t>
            </a:r>
            <a:r>
              <a:rPr lang="en-US" sz="1200" dirty="0" err="1">
                <a:latin typeface="Sakal Marathi" panose="02000400000000000000" pitchFamily="2" charset="0"/>
                <a:cs typeface="Sakal Marathi" panose="02000400000000000000" pitchFamily="2" charset="0"/>
              </a:rPr>
              <a:t>प्रकारच्या</a:t>
            </a:r>
            <a:r>
              <a:rPr lang="en-US" sz="1200" dirty="0">
                <a:latin typeface="Sakal Marathi" panose="02000400000000000000" pitchFamily="2" charset="0"/>
                <a:cs typeface="Sakal Marathi" panose="02000400000000000000" pitchFamily="2" charset="0"/>
              </a:rPr>
              <a:t> </a:t>
            </a:r>
            <a:r>
              <a:rPr lang="en-US" sz="1200" dirty="0" err="1">
                <a:latin typeface="Sakal Marathi" panose="02000400000000000000" pitchFamily="2" charset="0"/>
                <a:cs typeface="Sakal Marathi" panose="02000400000000000000" pitchFamily="2" charset="0"/>
              </a:rPr>
              <a:t>अडचणींचे</a:t>
            </a:r>
            <a:r>
              <a:rPr lang="en-US" sz="1200" dirty="0">
                <a:latin typeface="Sakal Marathi" panose="02000400000000000000" pitchFamily="2" charset="0"/>
                <a:cs typeface="Sakal Marathi" panose="02000400000000000000" pitchFamily="2" charset="0"/>
              </a:rPr>
              <a:t> </a:t>
            </a:r>
            <a:r>
              <a:rPr lang="en-US" sz="1200" dirty="0" err="1">
                <a:latin typeface="Sakal Marathi" panose="02000400000000000000" pitchFamily="2" charset="0"/>
                <a:cs typeface="Sakal Marathi" panose="02000400000000000000" pitchFamily="2" charset="0"/>
              </a:rPr>
              <a:t>निराकरण</a:t>
            </a:r>
            <a:r>
              <a:rPr lang="en-US" sz="1200" dirty="0">
                <a:latin typeface="Sakal Marathi" panose="02000400000000000000" pitchFamily="2" charset="0"/>
                <a:cs typeface="Sakal Marathi" panose="02000400000000000000" pitchFamily="2" charset="0"/>
              </a:rPr>
              <a:t> </a:t>
            </a:r>
            <a:r>
              <a:rPr lang="en-US" sz="1200" dirty="0" err="1">
                <a:latin typeface="Sakal Marathi" panose="02000400000000000000" pitchFamily="2" charset="0"/>
                <a:cs typeface="Sakal Marathi" panose="02000400000000000000" pitchFamily="2" charset="0"/>
              </a:rPr>
              <a:t>करण्यासाठी</a:t>
            </a:r>
            <a:r>
              <a:rPr lang="en-US" sz="1200" dirty="0">
                <a:latin typeface="Sakal Marathi" panose="02000400000000000000" pitchFamily="2" charset="0"/>
                <a:cs typeface="Sakal Marathi" panose="02000400000000000000" pitchFamily="2" charset="0"/>
              </a:rPr>
              <a:t> </a:t>
            </a:r>
            <a:r>
              <a:rPr lang="en-US" sz="1200" dirty="0" err="1">
                <a:latin typeface="Sakal Marathi" panose="02000400000000000000" pitchFamily="2" charset="0"/>
                <a:cs typeface="Sakal Marathi" panose="02000400000000000000" pitchFamily="2" charset="0"/>
              </a:rPr>
              <a:t>योजनेस</a:t>
            </a:r>
            <a:r>
              <a:rPr lang="en-US" sz="1200" dirty="0">
                <a:latin typeface="Sakal Marathi" panose="02000400000000000000" pitchFamily="2" charset="0"/>
                <a:cs typeface="Sakal Marathi" panose="02000400000000000000" pitchFamily="2" charset="0"/>
              </a:rPr>
              <a:t> </a:t>
            </a:r>
            <a:r>
              <a:rPr lang="en-US" sz="1200" dirty="0" err="1">
                <a:latin typeface="Sakal Marathi" panose="02000400000000000000" pitchFamily="2" charset="0"/>
                <a:cs typeface="Sakal Marathi" panose="02000400000000000000" pitchFamily="2" charset="0"/>
              </a:rPr>
              <a:t>सहभागी</a:t>
            </a:r>
            <a:r>
              <a:rPr lang="en-US" sz="1200" dirty="0">
                <a:latin typeface="Sakal Marathi" panose="02000400000000000000" pitchFamily="2" charset="0"/>
                <a:cs typeface="Sakal Marathi" panose="02000400000000000000" pitchFamily="2" charset="0"/>
              </a:rPr>
              <a:t> </a:t>
            </a:r>
            <a:r>
              <a:rPr lang="en-US" sz="1200" dirty="0" err="1">
                <a:latin typeface="Sakal Marathi" panose="02000400000000000000" pitchFamily="2" charset="0"/>
                <a:cs typeface="Sakal Marathi" panose="02000400000000000000" pitchFamily="2" charset="0"/>
              </a:rPr>
              <a:t>असलेल्या</a:t>
            </a:r>
            <a:r>
              <a:rPr lang="en-US" sz="1200" dirty="0">
                <a:latin typeface="Sakal Marathi" panose="02000400000000000000" pitchFamily="2" charset="0"/>
                <a:cs typeface="Sakal Marathi" panose="02000400000000000000" pitchFamily="2" charset="0"/>
              </a:rPr>
              <a:t> </a:t>
            </a:r>
            <a:r>
              <a:rPr lang="en-US" sz="1200" dirty="0" err="1">
                <a:latin typeface="Sakal Marathi" panose="02000400000000000000" pitchFamily="2" charset="0"/>
                <a:cs typeface="Sakal Marathi" panose="02000400000000000000" pitchFamily="2" charset="0"/>
              </a:rPr>
              <a:t>सर्व</a:t>
            </a:r>
            <a:r>
              <a:rPr lang="en-US" sz="1200" dirty="0">
                <a:latin typeface="Sakal Marathi" panose="02000400000000000000" pitchFamily="2" charset="0"/>
                <a:cs typeface="Sakal Marathi" panose="02000400000000000000" pitchFamily="2" charset="0"/>
              </a:rPr>
              <a:t> </a:t>
            </a:r>
            <a:r>
              <a:rPr lang="en-US" sz="1200" dirty="0" err="1">
                <a:latin typeface="Sakal Marathi" panose="02000400000000000000" pitchFamily="2" charset="0"/>
                <a:cs typeface="Sakal Marathi" panose="02000400000000000000" pitchFamily="2" charset="0"/>
              </a:rPr>
              <a:t>घटकांना</a:t>
            </a:r>
            <a:r>
              <a:rPr lang="en-US" sz="1200" dirty="0">
                <a:latin typeface="Sakal Marathi" panose="02000400000000000000" pitchFamily="2" charset="0"/>
                <a:cs typeface="Sakal Marathi" panose="02000400000000000000" pitchFamily="2" charset="0"/>
              </a:rPr>
              <a:t> </a:t>
            </a:r>
            <a:r>
              <a:rPr lang="en-US" sz="1200" dirty="0" err="1">
                <a:latin typeface="Sakal Marathi" panose="02000400000000000000" pitchFamily="2" charset="0"/>
                <a:cs typeface="Sakal Marathi" panose="02000400000000000000" pitchFamily="2" charset="0"/>
              </a:rPr>
              <a:t>मागदर्शन</a:t>
            </a:r>
            <a:r>
              <a:rPr lang="en-US" sz="1200" dirty="0">
                <a:latin typeface="Sakal Marathi" panose="02000400000000000000" pitchFamily="2" charset="0"/>
                <a:cs typeface="Sakal Marathi" panose="02000400000000000000" pitchFamily="2" charset="0"/>
              </a:rPr>
              <a:t> </a:t>
            </a:r>
            <a:r>
              <a:rPr lang="en-US" sz="1200" dirty="0" err="1">
                <a:latin typeface="Sakal Marathi" panose="02000400000000000000" pitchFamily="2" charset="0"/>
                <a:cs typeface="Sakal Marathi" panose="02000400000000000000" pitchFamily="2" charset="0"/>
              </a:rPr>
              <a:t>करणे</a:t>
            </a:r>
            <a:r>
              <a:rPr lang="en-US" sz="1200" dirty="0">
                <a:latin typeface="Sakal Marathi" panose="02000400000000000000" pitchFamily="2" charset="0"/>
                <a:cs typeface="Sakal Marathi" panose="02000400000000000000" pitchFamily="2" charset="0"/>
              </a:rPr>
              <a:t>/ </a:t>
            </a:r>
            <a:r>
              <a:rPr lang="en-US" sz="1200" dirty="0" err="1">
                <a:latin typeface="Sakal Marathi" panose="02000400000000000000" pitchFamily="2" charset="0"/>
                <a:cs typeface="Sakal Marathi" panose="02000400000000000000" pitchFamily="2" charset="0"/>
              </a:rPr>
              <a:t>निराकरण</a:t>
            </a:r>
            <a:r>
              <a:rPr lang="en-US" sz="1200" dirty="0">
                <a:latin typeface="Sakal Marathi" panose="02000400000000000000" pitchFamily="2" charset="0"/>
                <a:cs typeface="Sakal Marathi" panose="02000400000000000000" pitchFamily="2" charset="0"/>
              </a:rPr>
              <a:t> </a:t>
            </a:r>
            <a:r>
              <a:rPr lang="en-US" sz="1200" dirty="0" err="1">
                <a:latin typeface="Sakal Marathi" panose="02000400000000000000" pitchFamily="2" charset="0"/>
                <a:cs typeface="Sakal Marathi" panose="02000400000000000000" pitchFamily="2" charset="0"/>
              </a:rPr>
              <a:t>करणे</a:t>
            </a:r>
            <a:endParaRPr lang="mr-IN" sz="1200" dirty="0">
              <a:latin typeface="Sakal Marathi" panose="02000400000000000000" pitchFamily="2" charset="0"/>
              <a:cs typeface="Sakal Marathi" panose="02000400000000000000" pitchFamily="2" charset="0"/>
            </a:endParaRPr>
          </a:p>
          <a:p>
            <a:pPr marL="517525" indent="-174625" algn="just">
              <a:buFont typeface="Wingdings" panose="05000000000000000000" pitchFamily="2" charset="2"/>
              <a:buChar char="v"/>
            </a:pPr>
            <a:endParaRPr lang="mr-IN" sz="1200" dirty="0">
              <a:latin typeface="Sakal Marathi" panose="02000400000000000000" pitchFamily="2" charset="0"/>
              <a:cs typeface="Sakal Marathi" panose="02000400000000000000" pitchFamily="2" charset="0"/>
            </a:endParaRPr>
          </a:p>
          <a:p>
            <a:pPr marL="517525" indent="-174625" algn="just">
              <a:buFont typeface="Wingdings" panose="05000000000000000000" pitchFamily="2" charset="2"/>
              <a:buChar char="v"/>
            </a:pPr>
            <a:endParaRPr lang="mr-IN" sz="1200" dirty="0">
              <a:latin typeface="Sakal Marathi" panose="02000400000000000000" pitchFamily="2" charset="0"/>
              <a:cs typeface="Sakal Marathi" panose="02000400000000000000" pitchFamily="2" charset="0"/>
            </a:endParaRPr>
          </a:p>
          <a:p>
            <a:pPr marL="342900" marR="0" lvl="0" indent="-342900" algn="just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en-US" sz="1200" b="1" u="sng" dirty="0" err="1">
                <a:latin typeface="Sakal Marathi" panose="02000400000000000000" pitchFamily="2" charset="0"/>
                <a:cs typeface="Sakal Marathi" panose="02000400000000000000" pitchFamily="2" charset="0"/>
              </a:rPr>
              <a:t>पशुधनाचे</a:t>
            </a:r>
            <a:r>
              <a:rPr lang="en-US" sz="1200" b="1" u="sng" dirty="0">
                <a:latin typeface="Sakal Marathi" panose="02000400000000000000" pitchFamily="2" charset="0"/>
                <a:cs typeface="Sakal Marathi" panose="02000400000000000000" pitchFamily="2" charset="0"/>
              </a:rPr>
              <a:t> 100% </a:t>
            </a:r>
            <a:r>
              <a:rPr lang="en-US" sz="1200" b="1" u="sng" dirty="0" err="1">
                <a:latin typeface="Sakal Marathi" panose="02000400000000000000" pitchFamily="2" charset="0"/>
                <a:cs typeface="Sakal Marathi" panose="02000400000000000000" pitchFamily="2" charset="0"/>
              </a:rPr>
              <a:t>जंत</a:t>
            </a:r>
            <a:r>
              <a:rPr lang="en-US" sz="1200" b="1" u="sng" dirty="0">
                <a:latin typeface="Sakal Marathi" panose="02000400000000000000" pitchFamily="2" charset="0"/>
                <a:cs typeface="Sakal Marathi" panose="02000400000000000000" pitchFamily="2" charset="0"/>
              </a:rPr>
              <a:t> </a:t>
            </a:r>
            <a:r>
              <a:rPr lang="en-US" sz="1200" b="1" u="sng" dirty="0" err="1">
                <a:latin typeface="Sakal Marathi" panose="02000400000000000000" pitchFamily="2" charset="0"/>
                <a:cs typeface="Sakal Marathi" panose="02000400000000000000" pitchFamily="2" charset="0"/>
              </a:rPr>
              <a:t>निर्मूलन</a:t>
            </a:r>
            <a:r>
              <a:rPr lang="en-US" sz="1200" b="1" u="sng" dirty="0">
                <a:latin typeface="Sakal Marathi" panose="02000400000000000000" pitchFamily="2" charset="0"/>
                <a:cs typeface="Sakal Marathi" panose="02000400000000000000" pitchFamily="2" charset="0"/>
              </a:rPr>
              <a:t> व </a:t>
            </a:r>
            <a:r>
              <a:rPr lang="en-US" sz="1200" b="1" u="sng" dirty="0" err="1">
                <a:latin typeface="Sakal Marathi" panose="02000400000000000000" pitchFamily="2" charset="0"/>
                <a:cs typeface="Sakal Marathi" panose="02000400000000000000" pitchFamily="2" charset="0"/>
              </a:rPr>
              <a:t>रोगप्रतिबंधक</a:t>
            </a:r>
            <a:r>
              <a:rPr lang="en-US" sz="1200" b="1" u="sng" dirty="0">
                <a:latin typeface="Sakal Marathi" panose="02000400000000000000" pitchFamily="2" charset="0"/>
                <a:cs typeface="Sakal Marathi" panose="02000400000000000000" pitchFamily="2" charset="0"/>
              </a:rPr>
              <a:t> </a:t>
            </a:r>
            <a:r>
              <a:rPr lang="en-US" sz="1200" b="1" u="sng" dirty="0" err="1">
                <a:latin typeface="Sakal Marathi" panose="02000400000000000000" pitchFamily="2" charset="0"/>
                <a:cs typeface="Sakal Marathi" panose="02000400000000000000" pitchFamily="2" charset="0"/>
              </a:rPr>
              <a:t>लसीकरण</a:t>
            </a:r>
            <a:r>
              <a:rPr lang="mr-IN" sz="1200" b="1" u="sng" dirty="0">
                <a:latin typeface="Sakal Marathi" panose="02000400000000000000" pitchFamily="2" charset="0"/>
                <a:cs typeface="Sakal Marathi" panose="02000400000000000000" pitchFamily="2" charset="0"/>
              </a:rPr>
              <a:t>:</a:t>
            </a:r>
            <a:r>
              <a:rPr lang="mr-IN" sz="1200" b="1" dirty="0">
                <a:latin typeface="Sakal Marathi" panose="02000400000000000000" pitchFamily="2" charset="0"/>
                <a:cs typeface="Sakal Marathi" panose="02000400000000000000" pitchFamily="2" charset="0"/>
              </a:rPr>
              <a:t> </a:t>
            </a:r>
          </a:p>
          <a:p>
            <a:pPr marL="342900" marR="0" lvl="0" indent="-342900" algn="just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endParaRPr lang="mr-IN" sz="1200" b="1" dirty="0">
              <a:latin typeface="Sakal Marathi" panose="02000400000000000000" pitchFamily="2" charset="0"/>
              <a:cs typeface="Sakal Marathi" panose="02000400000000000000" pitchFamily="2" charset="0"/>
            </a:endParaRPr>
          </a:p>
          <a:p>
            <a:pPr marL="517525" marR="0" lvl="0" indent="-174625" algn="just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</a:pPr>
            <a:r>
              <a:rPr lang="en-US" sz="1200" dirty="0" err="1">
                <a:latin typeface="Sakal Marathi" panose="02000400000000000000" pitchFamily="2" charset="0"/>
                <a:cs typeface="Sakal Marathi" panose="02000400000000000000" pitchFamily="2" charset="0"/>
              </a:rPr>
              <a:t>राज्यातील</a:t>
            </a:r>
            <a:r>
              <a:rPr lang="en-US" sz="1200" dirty="0">
                <a:latin typeface="Sakal Marathi" panose="02000400000000000000" pitchFamily="2" charset="0"/>
                <a:cs typeface="Sakal Marathi" panose="02000400000000000000" pitchFamily="2" charset="0"/>
              </a:rPr>
              <a:t> </a:t>
            </a:r>
            <a:r>
              <a:rPr lang="en-US" sz="1200" dirty="0" err="1">
                <a:latin typeface="Sakal Marathi" panose="02000400000000000000" pitchFamily="2" charset="0"/>
                <a:cs typeface="Sakal Marathi" panose="02000400000000000000" pitchFamily="2" charset="0"/>
              </a:rPr>
              <a:t>सर्व</a:t>
            </a:r>
            <a:r>
              <a:rPr lang="en-US" sz="1200" dirty="0">
                <a:latin typeface="Sakal Marathi" panose="02000400000000000000" pitchFamily="2" charset="0"/>
                <a:cs typeface="Sakal Marathi" panose="02000400000000000000" pitchFamily="2" charset="0"/>
              </a:rPr>
              <a:t> </a:t>
            </a:r>
            <a:r>
              <a:rPr lang="en-US" sz="1200" dirty="0" err="1">
                <a:latin typeface="Sakal Marathi" panose="02000400000000000000" pitchFamily="2" charset="0"/>
                <a:cs typeface="Sakal Marathi" panose="02000400000000000000" pitchFamily="2" charset="0"/>
              </a:rPr>
              <a:t>पशुधनाकरिता</a:t>
            </a:r>
            <a:r>
              <a:rPr lang="en-US" sz="1200" dirty="0">
                <a:latin typeface="Sakal Marathi" panose="02000400000000000000" pitchFamily="2" charset="0"/>
                <a:cs typeface="Sakal Marathi" panose="02000400000000000000" pitchFamily="2" charset="0"/>
              </a:rPr>
              <a:t> </a:t>
            </a:r>
            <a:r>
              <a:rPr lang="mr-IN" sz="1200" dirty="0">
                <a:latin typeface="Sakal Marathi" panose="02000400000000000000" pitchFamily="2" charset="0"/>
                <a:cs typeface="Sakal Marathi" panose="02000400000000000000" pitchFamily="2" charset="0"/>
              </a:rPr>
              <a:t>जंतनाशक औषधी वाटप.</a:t>
            </a:r>
          </a:p>
          <a:p>
            <a:pPr marL="517525" marR="0" lvl="0" indent="-174625" algn="just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</a:pPr>
            <a:r>
              <a:rPr lang="en-US" sz="1200" dirty="0" err="1">
                <a:latin typeface="Sakal Marathi" panose="02000400000000000000" pitchFamily="2" charset="0"/>
                <a:cs typeface="Sakal Marathi" panose="02000400000000000000" pitchFamily="2" charset="0"/>
              </a:rPr>
              <a:t>राज्यातील</a:t>
            </a:r>
            <a:r>
              <a:rPr lang="en-US" sz="1200" dirty="0">
                <a:latin typeface="Sakal Marathi" panose="02000400000000000000" pitchFamily="2" charset="0"/>
                <a:cs typeface="Sakal Marathi" panose="02000400000000000000" pitchFamily="2" charset="0"/>
              </a:rPr>
              <a:t> </a:t>
            </a:r>
            <a:r>
              <a:rPr lang="en-US" sz="1200" dirty="0" err="1">
                <a:latin typeface="Sakal Marathi" panose="02000400000000000000" pitchFamily="2" charset="0"/>
                <a:cs typeface="Sakal Marathi" panose="02000400000000000000" pitchFamily="2" charset="0"/>
              </a:rPr>
              <a:t>सर्व</a:t>
            </a:r>
            <a:r>
              <a:rPr lang="en-US" sz="1200" dirty="0">
                <a:latin typeface="Sakal Marathi" panose="02000400000000000000" pitchFamily="2" charset="0"/>
                <a:cs typeface="Sakal Marathi" panose="02000400000000000000" pitchFamily="2" charset="0"/>
              </a:rPr>
              <a:t> </a:t>
            </a:r>
            <a:r>
              <a:rPr lang="en-US" sz="1200" dirty="0" err="1">
                <a:latin typeface="Sakal Marathi" panose="02000400000000000000" pitchFamily="2" charset="0"/>
                <a:cs typeface="Sakal Marathi" panose="02000400000000000000" pitchFamily="2" charset="0"/>
              </a:rPr>
              <a:t>पशुधनाकरिता</a:t>
            </a:r>
            <a:r>
              <a:rPr lang="en-US" sz="1200" dirty="0">
                <a:latin typeface="Sakal Marathi" panose="02000400000000000000" pitchFamily="2" charset="0"/>
                <a:cs typeface="Sakal Marathi" panose="02000400000000000000" pitchFamily="2" charset="0"/>
              </a:rPr>
              <a:t> </a:t>
            </a:r>
            <a:r>
              <a:rPr lang="mr-IN" sz="1200" dirty="0">
                <a:latin typeface="Sakal Marathi" panose="02000400000000000000" pitchFamily="2" charset="0"/>
                <a:cs typeface="Sakal Marathi" panose="02000400000000000000" pitchFamily="2" charset="0"/>
              </a:rPr>
              <a:t>रोग प्रतिबंधक </a:t>
            </a:r>
            <a:r>
              <a:rPr lang="en-US" sz="1200" dirty="0" err="1">
                <a:latin typeface="Sakal Marathi" panose="02000400000000000000" pitchFamily="2" charset="0"/>
                <a:cs typeface="Sakal Marathi" panose="02000400000000000000" pitchFamily="2" charset="0"/>
              </a:rPr>
              <a:t>लसीकरण</a:t>
            </a:r>
            <a:r>
              <a:rPr lang="en-US" sz="1200" dirty="0">
                <a:latin typeface="Sakal Marathi" panose="02000400000000000000" pitchFamily="2" charset="0"/>
                <a:cs typeface="Sakal Marathi" panose="02000400000000000000" pitchFamily="2" charset="0"/>
              </a:rPr>
              <a:t> </a:t>
            </a:r>
            <a:endParaRPr lang="mr-IN" sz="1200" dirty="0">
              <a:latin typeface="Sakal Marathi" panose="02000400000000000000" pitchFamily="2" charset="0"/>
              <a:cs typeface="Sakal Marathi" panose="02000400000000000000" pitchFamily="2" charset="0"/>
            </a:endParaRPr>
          </a:p>
          <a:p>
            <a:pPr marL="517525" marR="0" lvl="0" indent="-174625" algn="just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</a:pPr>
            <a:r>
              <a:rPr lang="mr-IN" sz="1200" dirty="0">
                <a:latin typeface="Sakal Marathi" panose="02000400000000000000" pitchFamily="2" charset="0"/>
                <a:cs typeface="Sakal Marathi" panose="02000400000000000000" pitchFamily="2" charset="0"/>
              </a:rPr>
              <a:t>यामुळे  </a:t>
            </a:r>
            <a:r>
              <a:rPr lang="en-US" sz="1200" dirty="0" err="1">
                <a:latin typeface="Sakal Marathi" panose="02000400000000000000" pitchFamily="2" charset="0"/>
                <a:cs typeface="Sakal Marathi" panose="02000400000000000000" pitchFamily="2" charset="0"/>
              </a:rPr>
              <a:t>पशुधनामध्ये</a:t>
            </a:r>
            <a:r>
              <a:rPr lang="en-US" sz="1200" dirty="0">
                <a:latin typeface="Sakal Marathi" panose="02000400000000000000" pitchFamily="2" charset="0"/>
                <a:cs typeface="Sakal Marathi" panose="02000400000000000000" pitchFamily="2" charset="0"/>
              </a:rPr>
              <a:t> </a:t>
            </a:r>
            <a:r>
              <a:rPr lang="en-US" sz="1200" dirty="0" err="1">
                <a:latin typeface="Sakal Marathi" panose="02000400000000000000" pitchFamily="2" charset="0"/>
                <a:cs typeface="Sakal Marathi" panose="02000400000000000000" pitchFamily="2" charset="0"/>
              </a:rPr>
              <a:t>समाधानकारक</a:t>
            </a:r>
            <a:r>
              <a:rPr lang="en-US" sz="1200" dirty="0">
                <a:latin typeface="Sakal Marathi" panose="02000400000000000000" pitchFamily="2" charset="0"/>
                <a:cs typeface="Sakal Marathi" panose="02000400000000000000" pitchFamily="2" charset="0"/>
              </a:rPr>
              <a:t> </a:t>
            </a:r>
            <a:r>
              <a:rPr lang="en-US" sz="1200" dirty="0" err="1">
                <a:latin typeface="Sakal Marathi" panose="02000400000000000000" pitchFamily="2" charset="0"/>
                <a:cs typeface="Sakal Marathi" panose="02000400000000000000" pitchFamily="2" charset="0"/>
              </a:rPr>
              <a:t>रोग</a:t>
            </a:r>
            <a:r>
              <a:rPr lang="en-US" sz="1200" dirty="0">
                <a:latin typeface="Sakal Marathi" panose="02000400000000000000" pitchFamily="2" charset="0"/>
                <a:cs typeface="Sakal Marathi" panose="02000400000000000000" pitchFamily="2" charset="0"/>
              </a:rPr>
              <a:t> </a:t>
            </a:r>
            <a:r>
              <a:rPr lang="en-US" sz="1200" dirty="0" err="1">
                <a:latin typeface="Sakal Marathi" panose="02000400000000000000" pitchFamily="2" charset="0"/>
                <a:cs typeface="Sakal Marathi" panose="02000400000000000000" pitchFamily="2" charset="0"/>
              </a:rPr>
              <a:t>प्रतिकारशक्ती</a:t>
            </a:r>
            <a:r>
              <a:rPr lang="en-US" sz="1200" dirty="0">
                <a:latin typeface="Sakal Marathi" panose="02000400000000000000" pitchFamily="2" charset="0"/>
                <a:cs typeface="Sakal Marathi" panose="02000400000000000000" pitchFamily="2" charset="0"/>
              </a:rPr>
              <a:t> </a:t>
            </a:r>
            <a:endParaRPr lang="mr-IN" sz="1200" dirty="0">
              <a:latin typeface="Sakal Marathi" panose="02000400000000000000" pitchFamily="2" charset="0"/>
              <a:cs typeface="Sakal Marathi" panose="02000400000000000000" pitchFamily="2" charset="0"/>
            </a:endParaRPr>
          </a:p>
          <a:p>
            <a:pPr marL="342900" marR="0" lvl="0" algn="just">
              <a:spcBef>
                <a:spcPts val="0"/>
              </a:spcBef>
              <a:spcAft>
                <a:spcPts val="0"/>
              </a:spcAft>
            </a:pPr>
            <a:r>
              <a:rPr lang="mr-IN" sz="1200" dirty="0">
                <a:latin typeface="Sakal Marathi" panose="02000400000000000000" pitchFamily="2" charset="0"/>
                <a:cs typeface="Sakal Marathi" panose="02000400000000000000" pitchFamily="2" charset="0"/>
              </a:rPr>
              <a:t>    </a:t>
            </a:r>
            <a:r>
              <a:rPr lang="en-US" sz="1200" dirty="0" err="1">
                <a:latin typeface="Sakal Marathi" panose="02000400000000000000" pitchFamily="2" charset="0"/>
                <a:cs typeface="Sakal Marathi" panose="02000400000000000000" pitchFamily="2" charset="0"/>
              </a:rPr>
              <a:t>निर्माण</a:t>
            </a:r>
            <a:r>
              <a:rPr lang="en-US" sz="1200" dirty="0">
                <a:latin typeface="Sakal Marathi" panose="02000400000000000000" pitchFamily="2" charset="0"/>
                <a:cs typeface="Sakal Marathi" panose="02000400000000000000" pitchFamily="2" charset="0"/>
              </a:rPr>
              <a:t> </a:t>
            </a:r>
            <a:r>
              <a:rPr lang="mr-IN" sz="1200" dirty="0">
                <a:latin typeface="Sakal Marathi" panose="02000400000000000000" pitchFamily="2" charset="0"/>
                <a:cs typeface="Sakal Marathi" panose="02000400000000000000" pitchFamily="2" charset="0"/>
              </a:rPr>
              <a:t>होणार</a:t>
            </a:r>
          </a:p>
          <a:p>
            <a:pPr marL="517525" marR="0" lvl="0" indent="-174625" algn="just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</a:pPr>
            <a:r>
              <a:rPr lang="mr-IN" sz="1200" dirty="0">
                <a:latin typeface="Sakal Marathi" panose="02000400000000000000" pitchFamily="2" charset="0"/>
                <a:cs typeface="Sakal Marathi" panose="02000400000000000000" pitchFamily="2" charset="0"/>
              </a:rPr>
              <a:t>पशुजन्य </a:t>
            </a:r>
            <a:r>
              <a:rPr lang="en-US" sz="1200" dirty="0" err="1">
                <a:latin typeface="Sakal Marathi" panose="02000400000000000000" pitchFamily="2" charset="0"/>
                <a:cs typeface="Sakal Marathi" panose="02000400000000000000" pitchFamily="2" charset="0"/>
              </a:rPr>
              <a:t>उत्पादन</a:t>
            </a:r>
            <a:r>
              <a:rPr lang="en-US" sz="1200" dirty="0">
                <a:latin typeface="Sakal Marathi" panose="02000400000000000000" pitchFamily="2" charset="0"/>
                <a:cs typeface="Sakal Marathi" panose="02000400000000000000" pitchFamily="2" charset="0"/>
              </a:rPr>
              <a:t> </a:t>
            </a:r>
            <a:r>
              <a:rPr lang="en-US" sz="1200" dirty="0" err="1">
                <a:latin typeface="Sakal Marathi" panose="02000400000000000000" pitchFamily="2" charset="0"/>
                <a:cs typeface="Sakal Marathi" panose="02000400000000000000" pitchFamily="2" charset="0"/>
              </a:rPr>
              <a:t>वाढण्यास</a:t>
            </a:r>
            <a:r>
              <a:rPr lang="en-US" sz="1200" dirty="0">
                <a:latin typeface="Sakal Marathi" panose="02000400000000000000" pitchFamily="2" charset="0"/>
                <a:cs typeface="Sakal Marathi" panose="02000400000000000000" pitchFamily="2" charset="0"/>
              </a:rPr>
              <a:t>  </a:t>
            </a:r>
            <a:r>
              <a:rPr lang="en-US" sz="1200" dirty="0" err="1">
                <a:latin typeface="Sakal Marathi" panose="02000400000000000000" pitchFamily="2" charset="0"/>
                <a:cs typeface="Sakal Marathi" panose="02000400000000000000" pitchFamily="2" charset="0"/>
              </a:rPr>
              <a:t>मदत</a:t>
            </a:r>
            <a:r>
              <a:rPr lang="en-US" sz="1200" dirty="0">
                <a:latin typeface="Sakal Marathi" panose="02000400000000000000" pitchFamily="2" charset="0"/>
                <a:cs typeface="Sakal Marathi" panose="02000400000000000000" pitchFamily="2" charset="0"/>
              </a:rPr>
              <a:t> </a:t>
            </a:r>
            <a:r>
              <a:rPr lang="en-US" sz="1200" dirty="0" err="1">
                <a:latin typeface="Sakal Marathi" panose="02000400000000000000" pitchFamily="2" charset="0"/>
                <a:cs typeface="Sakal Marathi" panose="02000400000000000000" pitchFamily="2" charset="0"/>
              </a:rPr>
              <a:t>होईल</a:t>
            </a:r>
            <a:r>
              <a:rPr lang="en-US" sz="1200" dirty="0">
                <a:latin typeface="Sakal Marathi" panose="02000400000000000000" pitchFamily="2" charset="0"/>
                <a:cs typeface="Sakal Marathi" panose="02000400000000000000" pitchFamily="2" charset="0"/>
              </a:rPr>
              <a:t>.  </a:t>
            </a:r>
            <a:endParaRPr lang="mr-IN" sz="1200" dirty="0">
              <a:latin typeface="Sakal Marathi" panose="02000400000000000000" pitchFamily="2" charset="0"/>
              <a:cs typeface="Sakal Marathi" panose="02000400000000000000" pitchFamily="2" charset="0"/>
            </a:endParaRPr>
          </a:p>
          <a:p>
            <a:pPr marL="517525" marR="0" lvl="0" indent="-174625" algn="just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</a:pPr>
            <a:endParaRPr lang="mr-IN" sz="1200" dirty="0">
              <a:latin typeface="Sakal Marathi" panose="02000400000000000000" pitchFamily="2" charset="0"/>
              <a:cs typeface="Sakal Marathi" panose="02000400000000000000" pitchFamily="2" charset="0"/>
            </a:endParaRPr>
          </a:p>
          <a:p>
            <a:pPr marL="342900" indent="-342900" algn="just">
              <a:buFont typeface="Wingdings" panose="05000000000000000000" pitchFamily="2" charset="2"/>
              <a:buChar char="ü"/>
            </a:pPr>
            <a:r>
              <a:rPr lang="mr-IN" sz="1200" b="1" u="sng" dirty="0">
                <a:latin typeface="Sakal Marathi" panose="02000400000000000000" pitchFamily="2" charset="0"/>
                <a:cs typeface="Sakal Marathi" panose="02000400000000000000" pitchFamily="2" charset="0"/>
              </a:rPr>
              <a:t>पशुधनास सकस आहार देण्यासाठी प्रोत्साहन </a:t>
            </a:r>
            <a:r>
              <a:rPr lang="en-US" sz="1200" b="1" u="sng" dirty="0">
                <a:latin typeface="Sakal Marathi" panose="02000400000000000000" pitchFamily="2" charset="0"/>
                <a:cs typeface="Sakal Marathi" panose="02000400000000000000" pitchFamily="2" charset="0"/>
              </a:rPr>
              <a:t>:</a:t>
            </a:r>
            <a:endParaRPr lang="mr-IN" sz="1200" b="1" u="sng" dirty="0">
              <a:latin typeface="Sakal Marathi" panose="02000400000000000000" pitchFamily="2" charset="0"/>
              <a:cs typeface="Sakal Marathi" panose="02000400000000000000" pitchFamily="2" charset="0"/>
            </a:endParaRPr>
          </a:p>
          <a:p>
            <a:pPr marL="342900" indent="-342900" algn="just">
              <a:buFont typeface="Wingdings" panose="05000000000000000000" pitchFamily="2" charset="2"/>
              <a:buChar char="ü"/>
            </a:pPr>
            <a:endParaRPr lang="mr-IN" sz="1200" b="1" u="sng" dirty="0">
              <a:latin typeface="Sakal Marathi" panose="02000400000000000000" pitchFamily="2" charset="0"/>
              <a:cs typeface="Sakal Marathi" panose="02000400000000000000" pitchFamily="2" charset="0"/>
            </a:endParaRPr>
          </a:p>
          <a:p>
            <a:pPr marL="517525" indent="-174625">
              <a:buFont typeface="Wingdings" panose="05000000000000000000" pitchFamily="2" charset="2"/>
              <a:buChar char="v"/>
            </a:pPr>
            <a:r>
              <a:rPr lang="en-US" sz="1200" dirty="0" err="1">
                <a:latin typeface="Sakal Marathi" panose="02000400000000000000" pitchFamily="2" charset="0"/>
                <a:cs typeface="Sakal Marathi" panose="02000400000000000000" pitchFamily="2" charset="0"/>
              </a:rPr>
              <a:t>प्रत्येक</a:t>
            </a:r>
            <a:r>
              <a:rPr lang="en-US" sz="1200" dirty="0">
                <a:latin typeface="Sakal Marathi" panose="02000400000000000000" pitchFamily="2" charset="0"/>
                <a:cs typeface="Sakal Marathi" panose="02000400000000000000" pitchFamily="2" charset="0"/>
              </a:rPr>
              <a:t> </a:t>
            </a:r>
            <a:r>
              <a:rPr lang="en-US" sz="1200" dirty="0" err="1">
                <a:latin typeface="Sakal Marathi" panose="02000400000000000000" pitchFamily="2" charset="0"/>
                <a:cs typeface="Sakal Marathi" panose="02000400000000000000" pitchFamily="2" charset="0"/>
              </a:rPr>
              <a:t>गावाचा</a:t>
            </a:r>
            <a:r>
              <a:rPr lang="en-US" sz="1200" dirty="0">
                <a:latin typeface="Sakal Marathi" panose="02000400000000000000" pitchFamily="2" charset="0"/>
                <a:cs typeface="Sakal Marathi" panose="02000400000000000000" pitchFamily="2" charset="0"/>
              </a:rPr>
              <a:t> </a:t>
            </a:r>
            <a:r>
              <a:rPr lang="en-US" sz="1200" dirty="0" err="1">
                <a:latin typeface="Sakal Marathi" panose="02000400000000000000" pitchFamily="2" charset="0"/>
                <a:cs typeface="Sakal Marathi" panose="02000400000000000000" pitchFamily="2" charset="0"/>
              </a:rPr>
              <a:t>चारा</a:t>
            </a:r>
            <a:r>
              <a:rPr lang="en-US" sz="1200" dirty="0">
                <a:latin typeface="Sakal Marathi" panose="02000400000000000000" pitchFamily="2" charset="0"/>
                <a:cs typeface="Sakal Marathi" panose="02000400000000000000" pitchFamily="2" charset="0"/>
              </a:rPr>
              <a:t> </a:t>
            </a:r>
            <a:r>
              <a:rPr lang="en-US" sz="1200" dirty="0" err="1">
                <a:latin typeface="Sakal Marathi" panose="02000400000000000000" pitchFamily="2" charset="0"/>
                <a:cs typeface="Sakal Marathi" panose="02000400000000000000" pitchFamily="2" charset="0"/>
              </a:rPr>
              <a:t>आराखडा</a:t>
            </a:r>
            <a:r>
              <a:rPr lang="en-US" sz="1200" dirty="0">
                <a:latin typeface="Sakal Marathi" panose="02000400000000000000" pitchFamily="2" charset="0"/>
                <a:cs typeface="Sakal Marathi" panose="02000400000000000000" pitchFamily="2" charset="0"/>
              </a:rPr>
              <a:t> </a:t>
            </a:r>
            <a:r>
              <a:rPr lang="en-US" sz="1200" dirty="0" err="1">
                <a:latin typeface="Sakal Marathi" panose="02000400000000000000" pitchFamily="2" charset="0"/>
                <a:cs typeface="Sakal Marathi" panose="02000400000000000000" pitchFamily="2" charset="0"/>
              </a:rPr>
              <a:t>तयार</a:t>
            </a:r>
            <a:r>
              <a:rPr lang="en-US" sz="1200" dirty="0">
                <a:latin typeface="Sakal Marathi" panose="02000400000000000000" pitchFamily="2" charset="0"/>
                <a:cs typeface="Sakal Marathi" panose="02000400000000000000" pitchFamily="2" charset="0"/>
              </a:rPr>
              <a:t> </a:t>
            </a:r>
            <a:r>
              <a:rPr lang="mr-IN" sz="1200" dirty="0">
                <a:latin typeface="Sakal Marathi" panose="02000400000000000000" pitchFamily="2" charset="0"/>
                <a:cs typeface="Sakal Marathi" panose="02000400000000000000" pitchFamily="2" charset="0"/>
              </a:rPr>
              <a:t>करणे</a:t>
            </a:r>
          </a:p>
          <a:p>
            <a:pPr marL="517525" indent="-174625">
              <a:buFont typeface="Wingdings" panose="05000000000000000000" pitchFamily="2" charset="2"/>
              <a:buChar char="v"/>
            </a:pPr>
            <a:r>
              <a:rPr lang="mr-IN" sz="1200" dirty="0">
                <a:latin typeface="Sakal Marathi" panose="02000400000000000000" pitchFamily="2" charset="0"/>
                <a:cs typeface="Sakal Marathi" panose="02000400000000000000" pitchFamily="2" charset="0"/>
              </a:rPr>
              <a:t>गुणवत्ता पूर्ण पोषक चारा निर्मिती</a:t>
            </a:r>
          </a:p>
          <a:p>
            <a:pPr marL="517525" indent="-174625">
              <a:buFont typeface="Wingdings" panose="05000000000000000000" pitchFamily="2" charset="2"/>
              <a:buChar char="v"/>
            </a:pPr>
            <a:r>
              <a:rPr lang="mr-IN" sz="1200" dirty="0">
                <a:latin typeface="Sakal Marathi" panose="02000400000000000000" pitchFamily="2" charset="0"/>
                <a:cs typeface="Sakal Marathi" panose="02000400000000000000" pitchFamily="2" charset="0"/>
              </a:rPr>
              <a:t>चारा टंचाई वर मात </a:t>
            </a:r>
          </a:p>
          <a:p>
            <a:pPr marL="517525" indent="-174625">
              <a:buFont typeface="Wingdings" panose="05000000000000000000" pitchFamily="2" charset="2"/>
              <a:buChar char="v"/>
            </a:pPr>
            <a:r>
              <a:rPr lang="en-US" sz="1200" dirty="0" err="1">
                <a:latin typeface="Sakal Marathi" panose="02000400000000000000" pitchFamily="2" charset="0"/>
                <a:cs typeface="Sakal Marathi" panose="02000400000000000000" pitchFamily="2" charset="0"/>
              </a:rPr>
              <a:t>मुरघास</a:t>
            </a:r>
            <a:r>
              <a:rPr lang="en-US" sz="1200" dirty="0">
                <a:latin typeface="Sakal Marathi" panose="02000400000000000000" pitchFamily="2" charset="0"/>
                <a:cs typeface="Sakal Marathi" panose="02000400000000000000" pitchFamily="2" charset="0"/>
              </a:rPr>
              <a:t> </a:t>
            </a:r>
            <a:r>
              <a:rPr lang="en-US" sz="1200" dirty="0" err="1">
                <a:latin typeface="Sakal Marathi" panose="02000400000000000000" pitchFamily="2" charset="0"/>
                <a:cs typeface="Sakal Marathi" panose="02000400000000000000" pitchFamily="2" charset="0"/>
              </a:rPr>
              <a:t>निर्मीती</a:t>
            </a:r>
            <a:r>
              <a:rPr lang="en-US" sz="1200" dirty="0">
                <a:latin typeface="Sakal Marathi" panose="02000400000000000000" pitchFamily="2" charset="0"/>
                <a:cs typeface="Sakal Marathi" panose="02000400000000000000" pitchFamily="2" charset="0"/>
              </a:rPr>
              <a:t> </a:t>
            </a:r>
            <a:r>
              <a:rPr lang="mr-IN" sz="1200" dirty="0">
                <a:latin typeface="Sakal Marathi" panose="02000400000000000000" pitchFamily="2" charset="0"/>
                <a:cs typeface="Sakal Marathi" panose="02000400000000000000" pitchFamily="2" charset="0"/>
              </a:rPr>
              <a:t>बाबत</a:t>
            </a:r>
            <a:r>
              <a:rPr lang="en-US" sz="1200" dirty="0">
                <a:latin typeface="Sakal Marathi" panose="02000400000000000000" pitchFamily="2" charset="0"/>
                <a:cs typeface="Sakal Marathi" panose="02000400000000000000" pitchFamily="2" charset="0"/>
              </a:rPr>
              <a:t> </a:t>
            </a:r>
            <a:r>
              <a:rPr lang="en-US" sz="1200" dirty="0" err="1">
                <a:latin typeface="Sakal Marathi" panose="02000400000000000000" pitchFamily="2" charset="0"/>
                <a:cs typeface="Sakal Marathi" panose="02000400000000000000" pitchFamily="2" charset="0"/>
              </a:rPr>
              <a:t>शेतकरी</a:t>
            </a:r>
            <a:r>
              <a:rPr lang="en-US" sz="1200" dirty="0">
                <a:latin typeface="Sakal Marathi" panose="02000400000000000000" pitchFamily="2" charset="0"/>
                <a:cs typeface="Sakal Marathi" panose="02000400000000000000" pitchFamily="2" charset="0"/>
              </a:rPr>
              <a:t> </a:t>
            </a:r>
            <a:r>
              <a:rPr lang="en-US" sz="1200" dirty="0" err="1">
                <a:latin typeface="Sakal Marathi" panose="02000400000000000000" pitchFamily="2" charset="0"/>
                <a:cs typeface="Sakal Marathi" panose="02000400000000000000" pitchFamily="2" charset="0"/>
              </a:rPr>
              <a:t>पशुपालकांना</a:t>
            </a:r>
            <a:r>
              <a:rPr lang="en-US" sz="1200" dirty="0">
                <a:latin typeface="Sakal Marathi" panose="02000400000000000000" pitchFamily="2" charset="0"/>
                <a:cs typeface="Sakal Marathi" panose="02000400000000000000" pitchFamily="2" charset="0"/>
              </a:rPr>
              <a:t> </a:t>
            </a:r>
            <a:r>
              <a:rPr lang="en-US" sz="1200" dirty="0" err="1">
                <a:latin typeface="Sakal Marathi" panose="02000400000000000000" pitchFamily="2" charset="0"/>
                <a:cs typeface="Sakal Marathi" panose="02000400000000000000" pitchFamily="2" charset="0"/>
              </a:rPr>
              <a:t>मार्गदर्शन</a:t>
            </a:r>
            <a:endParaRPr lang="mr-IN" sz="1200" dirty="0">
              <a:latin typeface="Sakal Marathi" panose="02000400000000000000" pitchFamily="2" charset="0"/>
              <a:cs typeface="Sakal Marathi" panose="02000400000000000000" pitchFamily="2" charset="0"/>
            </a:endParaRPr>
          </a:p>
          <a:p>
            <a:pPr marL="517525" indent="-174625">
              <a:buFont typeface="Wingdings" panose="05000000000000000000" pitchFamily="2" charset="2"/>
              <a:buChar char="v"/>
            </a:pPr>
            <a:endParaRPr lang="mr-IN" sz="1200" dirty="0">
              <a:latin typeface="Sakal Marathi" panose="02000400000000000000" pitchFamily="2" charset="0"/>
              <a:cs typeface="Sakal Marathi" panose="02000400000000000000" pitchFamily="2" charset="0"/>
            </a:endParaRP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200" b="1" u="sng" dirty="0">
                <a:latin typeface="Sakal Marathi" panose="02000400000000000000" pitchFamily="2" charset="0"/>
                <a:cs typeface="Sakal Marathi" panose="02000400000000000000" pitchFamily="2" charset="0"/>
              </a:rPr>
              <a:t> </a:t>
            </a:r>
            <a:r>
              <a:rPr lang="en-US" sz="1200" b="1" u="sng" dirty="0" err="1">
                <a:latin typeface="Sakal Marathi" panose="02000400000000000000" pitchFamily="2" charset="0"/>
                <a:cs typeface="Sakal Marathi" panose="02000400000000000000" pitchFamily="2" charset="0"/>
              </a:rPr>
              <a:t>गाई-म्हशींची</a:t>
            </a:r>
            <a:r>
              <a:rPr lang="en-US" sz="1200" b="1" u="sng" dirty="0">
                <a:latin typeface="Sakal Marathi" panose="02000400000000000000" pitchFamily="2" charset="0"/>
                <a:cs typeface="Sakal Marathi" panose="02000400000000000000" pitchFamily="2" charset="0"/>
              </a:rPr>
              <a:t> </a:t>
            </a:r>
            <a:r>
              <a:rPr lang="en-US" sz="1200" b="1" u="sng" dirty="0" err="1">
                <a:latin typeface="Sakal Marathi" panose="02000400000000000000" pitchFamily="2" charset="0"/>
                <a:cs typeface="Sakal Marathi" panose="02000400000000000000" pitchFamily="2" charset="0"/>
              </a:rPr>
              <a:t>वंधत्व</a:t>
            </a:r>
            <a:r>
              <a:rPr lang="en-US" sz="1200" b="1" u="sng" dirty="0">
                <a:latin typeface="Sakal Marathi" panose="02000400000000000000" pitchFamily="2" charset="0"/>
                <a:cs typeface="Sakal Marathi" panose="02000400000000000000" pitchFamily="2" charset="0"/>
              </a:rPr>
              <a:t> </a:t>
            </a:r>
            <a:r>
              <a:rPr lang="en-US" sz="1200" b="1" u="sng" dirty="0" err="1">
                <a:latin typeface="Sakal Marathi" panose="02000400000000000000" pitchFamily="2" charset="0"/>
                <a:cs typeface="Sakal Marathi" panose="02000400000000000000" pitchFamily="2" charset="0"/>
              </a:rPr>
              <a:t>तपासणी</a:t>
            </a:r>
            <a:r>
              <a:rPr lang="en-US" sz="1200" b="1" u="sng" dirty="0">
                <a:latin typeface="Sakal Marathi" panose="02000400000000000000" pitchFamily="2" charset="0"/>
                <a:cs typeface="Sakal Marathi" panose="02000400000000000000" pitchFamily="2" charset="0"/>
              </a:rPr>
              <a:t> व </a:t>
            </a:r>
            <a:r>
              <a:rPr lang="en-US" sz="1200" b="1" u="sng" dirty="0" err="1">
                <a:latin typeface="Sakal Marathi" panose="02000400000000000000" pitchFamily="2" charset="0"/>
                <a:cs typeface="Sakal Marathi" panose="02000400000000000000" pitchFamily="2" charset="0"/>
              </a:rPr>
              <a:t>उपचार</a:t>
            </a:r>
            <a:r>
              <a:rPr lang="en-US" sz="1200" b="1" u="sng" dirty="0">
                <a:latin typeface="Sakal Marathi" panose="02000400000000000000" pitchFamily="2" charset="0"/>
                <a:cs typeface="Sakal Marathi" panose="02000400000000000000" pitchFamily="2" charset="0"/>
              </a:rPr>
              <a:t> </a:t>
            </a:r>
            <a:r>
              <a:rPr lang="en-US" sz="1200" b="1" u="sng" dirty="0" err="1">
                <a:latin typeface="Sakal Marathi" panose="02000400000000000000" pitchFamily="2" charset="0"/>
                <a:cs typeface="Sakal Marathi" panose="02000400000000000000" pitchFamily="2" charset="0"/>
              </a:rPr>
              <a:t>शिबीरांचे</a:t>
            </a:r>
            <a:r>
              <a:rPr lang="en-US" sz="1200" b="1" u="sng" dirty="0">
                <a:latin typeface="Sakal Marathi" panose="02000400000000000000" pitchFamily="2" charset="0"/>
                <a:cs typeface="Sakal Marathi" panose="02000400000000000000" pitchFamily="2" charset="0"/>
              </a:rPr>
              <a:t> </a:t>
            </a:r>
            <a:r>
              <a:rPr lang="en-US" sz="1200" b="1" u="sng" dirty="0" err="1">
                <a:latin typeface="Sakal Marathi" panose="02000400000000000000" pitchFamily="2" charset="0"/>
                <a:cs typeface="Sakal Marathi" panose="02000400000000000000" pitchFamily="2" charset="0"/>
              </a:rPr>
              <a:t>आयोजन</a:t>
            </a:r>
            <a:r>
              <a:rPr lang="en-US" sz="1200" b="1" u="sng" dirty="0">
                <a:latin typeface="Sakal Marathi" panose="02000400000000000000" pitchFamily="2" charset="0"/>
                <a:cs typeface="Sakal Marathi" panose="02000400000000000000" pitchFamily="2" charset="0"/>
              </a:rPr>
              <a:t>: </a:t>
            </a:r>
            <a:endParaRPr lang="mr-IN" sz="1200" b="1" u="sng" dirty="0">
              <a:latin typeface="Sakal Marathi" panose="02000400000000000000" pitchFamily="2" charset="0"/>
              <a:cs typeface="Sakal Marathi" panose="02000400000000000000" pitchFamily="2" charset="0"/>
            </a:endParaRPr>
          </a:p>
          <a:p>
            <a:pPr marL="171450" indent="-171450">
              <a:buFont typeface="Wingdings" panose="05000000000000000000" pitchFamily="2" charset="2"/>
              <a:buChar char="ü"/>
            </a:pPr>
            <a:endParaRPr lang="mr-IN" sz="1200" dirty="0">
              <a:latin typeface="Sakal Marathi" panose="02000400000000000000" pitchFamily="2" charset="0"/>
              <a:cs typeface="Sakal Marathi" panose="02000400000000000000" pitchFamily="2" charset="0"/>
            </a:endParaRPr>
          </a:p>
          <a:p>
            <a:pPr marL="517525" indent="-174625">
              <a:buFont typeface="Wingdings" panose="05000000000000000000" pitchFamily="2" charset="2"/>
              <a:buChar char="v"/>
            </a:pPr>
            <a:r>
              <a:rPr lang="mr-IN" sz="1200" dirty="0">
                <a:latin typeface="Sakal Marathi" panose="02000400000000000000" pitchFamily="2" charset="0"/>
                <a:cs typeface="Sakal Marathi" panose="02000400000000000000" pitchFamily="2" charset="0"/>
              </a:rPr>
              <a:t>सर्व </a:t>
            </a:r>
            <a:r>
              <a:rPr lang="en-US" sz="1200" dirty="0" err="1">
                <a:latin typeface="Sakal Marathi" panose="02000400000000000000" pitchFamily="2" charset="0"/>
                <a:cs typeface="Sakal Marathi" panose="02000400000000000000" pitchFamily="2" charset="0"/>
              </a:rPr>
              <a:t>पैदासक्षम</a:t>
            </a:r>
            <a:r>
              <a:rPr lang="en-US" sz="1200" dirty="0">
                <a:latin typeface="Sakal Marathi" panose="02000400000000000000" pitchFamily="2" charset="0"/>
                <a:cs typeface="Sakal Marathi" panose="02000400000000000000" pitchFamily="2" charset="0"/>
              </a:rPr>
              <a:t> </a:t>
            </a:r>
            <a:r>
              <a:rPr lang="mr-IN" sz="1200" dirty="0">
                <a:latin typeface="Sakal Marathi" panose="02000400000000000000" pitchFamily="2" charset="0"/>
                <a:cs typeface="Sakal Marathi" panose="02000400000000000000" pitchFamily="2" charset="0"/>
              </a:rPr>
              <a:t>गायी/म्हशी नियमित </a:t>
            </a:r>
            <a:r>
              <a:rPr lang="en-US" sz="1200" dirty="0" err="1">
                <a:latin typeface="Sakal Marathi" panose="02000400000000000000" pitchFamily="2" charset="0"/>
                <a:cs typeface="Sakal Marathi" panose="02000400000000000000" pitchFamily="2" charset="0"/>
              </a:rPr>
              <a:t>माजावर</a:t>
            </a:r>
            <a:r>
              <a:rPr lang="en-US" sz="1200" dirty="0">
                <a:latin typeface="Sakal Marathi" panose="02000400000000000000" pitchFamily="2" charset="0"/>
                <a:cs typeface="Sakal Marathi" panose="02000400000000000000" pitchFamily="2" charset="0"/>
              </a:rPr>
              <a:t> </a:t>
            </a:r>
            <a:r>
              <a:rPr lang="mr-IN" sz="1200" dirty="0">
                <a:latin typeface="Sakal Marathi" panose="02000400000000000000" pitchFamily="2" charset="0"/>
                <a:cs typeface="Sakal Marathi" panose="02000400000000000000" pitchFamily="2" charset="0"/>
              </a:rPr>
              <a:t>आणणे</a:t>
            </a:r>
          </a:p>
          <a:p>
            <a:pPr marL="517525" indent="-174625">
              <a:buFont typeface="Wingdings" panose="05000000000000000000" pitchFamily="2" charset="2"/>
              <a:buChar char="v"/>
            </a:pPr>
            <a:r>
              <a:rPr lang="en-US" sz="1200" dirty="0" err="1">
                <a:latin typeface="Sakal Marathi" panose="02000400000000000000" pitchFamily="2" charset="0"/>
                <a:cs typeface="Sakal Marathi" panose="02000400000000000000" pitchFamily="2" charset="0"/>
              </a:rPr>
              <a:t>उच्च</a:t>
            </a:r>
            <a:r>
              <a:rPr lang="en-US" sz="1200" dirty="0">
                <a:latin typeface="Sakal Marathi" panose="02000400000000000000" pitchFamily="2" charset="0"/>
                <a:cs typeface="Sakal Marathi" panose="02000400000000000000" pitchFamily="2" charset="0"/>
              </a:rPr>
              <a:t> </a:t>
            </a:r>
            <a:r>
              <a:rPr lang="en-US" sz="1200" dirty="0" err="1">
                <a:latin typeface="Sakal Marathi" panose="02000400000000000000" pitchFamily="2" charset="0"/>
                <a:cs typeface="Sakal Marathi" panose="02000400000000000000" pitchFamily="2" charset="0"/>
              </a:rPr>
              <a:t>अनुवंशीक</a:t>
            </a:r>
            <a:r>
              <a:rPr lang="en-US" sz="1200" dirty="0">
                <a:latin typeface="Sakal Marathi" panose="02000400000000000000" pitchFamily="2" charset="0"/>
                <a:cs typeface="Sakal Marathi" panose="02000400000000000000" pitchFamily="2" charset="0"/>
              </a:rPr>
              <a:t> </a:t>
            </a:r>
            <a:r>
              <a:rPr lang="en-US" sz="1200" dirty="0" err="1">
                <a:latin typeface="Sakal Marathi" panose="02000400000000000000" pitchFamily="2" charset="0"/>
                <a:cs typeface="Sakal Marathi" panose="02000400000000000000" pitchFamily="2" charset="0"/>
              </a:rPr>
              <a:t>क्षमतेच्या</a:t>
            </a:r>
            <a:r>
              <a:rPr lang="en-US" sz="1200" dirty="0">
                <a:latin typeface="Sakal Marathi" panose="02000400000000000000" pitchFamily="2" charset="0"/>
                <a:cs typeface="Sakal Marathi" panose="02000400000000000000" pitchFamily="2" charset="0"/>
              </a:rPr>
              <a:t> </a:t>
            </a:r>
            <a:r>
              <a:rPr lang="en-US" sz="1200" dirty="0" err="1">
                <a:latin typeface="Sakal Marathi" panose="02000400000000000000" pitchFamily="2" charset="0"/>
                <a:cs typeface="Sakal Marathi" panose="02000400000000000000" pitchFamily="2" charset="0"/>
              </a:rPr>
              <a:t>वीर्यमात्रांचा</a:t>
            </a:r>
            <a:r>
              <a:rPr lang="en-US" sz="1200" dirty="0">
                <a:latin typeface="Sakal Marathi" panose="02000400000000000000" pitchFamily="2" charset="0"/>
                <a:cs typeface="Sakal Marathi" panose="02000400000000000000" pitchFamily="2" charset="0"/>
              </a:rPr>
              <a:t> </a:t>
            </a:r>
            <a:r>
              <a:rPr lang="en-US" sz="1200" dirty="0" err="1">
                <a:latin typeface="Sakal Marathi" panose="02000400000000000000" pitchFamily="2" charset="0"/>
                <a:cs typeface="Sakal Marathi" panose="02000400000000000000" pitchFamily="2" charset="0"/>
              </a:rPr>
              <a:t>वापर</a:t>
            </a:r>
            <a:r>
              <a:rPr lang="en-US" sz="1200" dirty="0">
                <a:latin typeface="Sakal Marathi" panose="02000400000000000000" pitchFamily="2" charset="0"/>
                <a:cs typeface="Sakal Marathi" panose="02000400000000000000" pitchFamily="2" charset="0"/>
              </a:rPr>
              <a:t> </a:t>
            </a:r>
            <a:r>
              <a:rPr lang="en-US" sz="1200" dirty="0" err="1">
                <a:latin typeface="Sakal Marathi" panose="02000400000000000000" pitchFamily="2" charset="0"/>
                <a:cs typeface="Sakal Marathi" panose="02000400000000000000" pitchFamily="2" charset="0"/>
              </a:rPr>
              <a:t>करुन</a:t>
            </a:r>
            <a:r>
              <a:rPr lang="en-US" sz="1200" dirty="0">
                <a:latin typeface="Sakal Marathi" panose="02000400000000000000" pitchFamily="2" charset="0"/>
                <a:cs typeface="Sakal Marathi" panose="02000400000000000000" pitchFamily="2" charset="0"/>
              </a:rPr>
              <a:t> </a:t>
            </a:r>
            <a:r>
              <a:rPr lang="en-US" sz="1200" dirty="0" err="1">
                <a:latin typeface="Sakal Marathi" panose="02000400000000000000" pitchFamily="2" charset="0"/>
                <a:cs typeface="Sakal Marathi" panose="02000400000000000000" pitchFamily="2" charset="0"/>
              </a:rPr>
              <a:t>त्याद्वारे</a:t>
            </a:r>
            <a:r>
              <a:rPr lang="en-US" sz="1200" dirty="0">
                <a:latin typeface="Sakal Marathi" panose="02000400000000000000" pitchFamily="2" charset="0"/>
                <a:cs typeface="Sakal Marathi" panose="02000400000000000000" pitchFamily="2" charset="0"/>
              </a:rPr>
              <a:t> </a:t>
            </a:r>
            <a:r>
              <a:rPr lang="en-US" sz="1200" dirty="0" err="1">
                <a:latin typeface="Sakal Marathi" panose="02000400000000000000" pitchFamily="2" charset="0"/>
                <a:cs typeface="Sakal Marathi" panose="02000400000000000000" pitchFamily="2" charset="0"/>
              </a:rPr>
              <a:t>अधिक</a:t>
            </a:r>
            <a:r>
              <a:rPr lang="en-US" sz="1200" dirty="0">
                <a:latin typeface="Sakal Marathi" panose="02000400000000000000" pitchFamily="2" charset="0"/>
                <a:cs typeface="Sakal Marathi" panose="02000400000000000000" pitchFamily="2" charset="0"/>
              </a:rPr>
              <a:t> </a:t>
            </a:r>
            <a:r>
              <a:rPr lang="en-US" sz="1200" dirty="0" err="1">
                <a:latin typeface="Sakal Marathi" panose="02000400000000000000" pitchFamily="2" charset="0"/>
                <a:cs typeface="Sakal Marathi" panose="02000400000000000000" pitchFamily="2" charset="0"/>
              </a:rPr>
              <a:t>उत्पादनाच्या</a:t>
            </a:r>
            <a:r>
              <a:rPr lang="en-US" sz="1200" dirty="0">
                <a:latin typeface="Sakal Marathi" panose="02000400000000000000" pitchFamily="2" charset="0"/>
                <a:cs typeface="Sakal Marathi" panose="02000400000000000000" pitchFamily="2" charset="0"/>
              </a:rPr>
              <a:t> </a:t>
            </a:r>
            <a:r>
              <a:rPr lang="en-US" sz="1200" dirty="0" err="1">
                <a:latin typeface="Sakal Marathi" panose="02000400000000000000" pitchFamily="2" charset="0"/>
                <a:cs typeface="Sakal Marathi" panose="02000400000000000000" pitchFamily="2" charset="0"/>
              </a:rPr>
              <a:t>कालवडी</a:t>
            </a:r>
            <a:r>
              <a:rPr lang="en-US" sz="1200" dirty="0">
                <a:latin typeface="Sakal Marathi" panose="02000400000000000000" pitchFamily="2" charset="0"/>
                <a:cs typeface="Sakal Marathi" panose="02000400000000000000" pitchFamily="2" charset="0"/>
              </a:rPr>
              <a:t>/ </a:t>
            </a:r>
            <a:r>
              <a:rPr lang="en-US" sz="1200" dirty="0" err="1">
                <a:latin typeface="Sakal Marathi" panose="02000400000000000000" pitchFamily="2" charset="0"/>
                <a:cs typeface="Sakal Marathi" panose="02000400000000000000" pitchFamily="2" charset="0"/>
              </a:rPr>
              <a:t>पारडया</a:t>
            </a:r>
            <a:r>
              <a:rPr lang="en-US" sz="1200" dirty="0">
                <a:latin typeface="Sakal Marathi" panose="02000400000000000000" pitchFamily="2" charset="0"/>
                <a:cs typeface="Sakal Marathi" panose="02000400000000000000" pitchFamily="2" charset="0"/>
              </a:rPr>
              <a:t> </a:t>
            </a:r>
            <a:r>
              <a:rPr lang="en-US" sz="1200" dirty="0" err="1">
                <a:latin typeface="Sakal Marathi" panose="02000400000000000000" pitchFamily="2" charset="0"/>
                <a:cs typeface="Sakal Marathi" panose="02000400000000000000" pitchFamily="2" charset="0"/>
              </a:rPr>
              <a:t>निर्माण</a:t>
            </a:r>
            <a:r>
              <a:rPr lang="en-US" sz="1200" dirty="0">
                <a:latin typeface="Sakal Marathi" panose="02000400000000000000" pitchFamily="2" charset="0"/>
                <a:cs typeface="Sakal Marathi" panose="02000400000000000000" pitchFamily="2" charset="0"/>
              </a:rPr>
              <a:t> </a:t>
            </a:r>
            <a:r>
              <a:rPr lang="mr-IN" sz="1200" dirty="0">
                <a:latin typeface="Sakal Marathi" panose="02000400000000000000" pitchFamily="2" charset="0"/>
                <a:cs typeface="Sakal Marathi" panose="02000400000000000000" pitchFamily="2" charset="0"/>
              </a:rPr>
              <a:t>करणे</a:t>
            </a:r>
          </a:p>
          <a:p>
            <a:pPr marL="517525" indent="-174625">
              <a:buFont typeface="Wingdings" panose="05000000000000000000" pitchFamily="2" charset="2"/>
              <a:buChar char="v"/>
            </a:pPr>
            <a:r>
              <a:rPr lang="en-US" sz="1200" dirty="0" err="1">
                <a:latin typeface="Sakal Marathi" panose="02000400000000000000" pitchFamily="2" charset="0"/>
                <a:cs typeface="Sakal Marathi" panose="02000400000000000000" pitchFamily="2" charset="0"/>
              </a:rPr>
              <a:t>पशुधनाची</a:t>
            </a:r>
            <a:r>
              <a:rPr lang="en-US" sz="1200" dirty="0">
                <a:latin typeface="Sakal Marathi" panose="02000400000000000000" pitchFamily="2" charset="0"/>
                <a:cs typeface="Sakal Marathi" panose="02000400000000000000" pitchFamily="2" charset="0"/>
              </a:rPr>
              <a:t> </a:t>
            </a:r>
            <a:r>
              <a:rPr lang="en-US" sz="1200" dirty="0" err="1">
                <a:latin typeface="Sakal Marathi" panose="02000400000000000000" pitchFamily="2" charset="0"/>
                <a:cs typeface="Sakal Marathi" panose="02000400000000000000" pitchFamily="2" charset="0"/>
              </a:rPr>
              <a:t>उत्पादन</a:t>
            </a:r>
            <a:r>
              <a:rPr lang="en-US" sz="1200" dirty="0">
                <a:latin typeface="Sakal Marathi" panose="02000400000000000000" pitchFamily="2" charset="0"/>
                <a:cs typeface="Sakal Marathi" panose="02000400000000000000" pitchFamily="2" charset="0"/>
              </a:rPr>
              <a:t> </a:t>
            </a:r>
            <a:r>
              <a:rPr lang="en-US" sz="1200" dirty="0" err="1">
                <a:latin typeface="Sakal Marathi" panose="02000400000000000000" pitchFamily="2" charset="0"/>
                <a:cs typeface="Sakal Marathi" panose="02000400000000000000" pitchFamily="2" charset="0"/>
              </a:rPr>
              <a:t>क्षमता</a:t>
            </a:r>
            <a:r>
              <a:rPr lang="en-US" sz="1200" dirty="0">
                <a:latin typeface="Sakal Marathi" panose="02000400000000000000" pitchFamily="2" charset="0"/>
                <a:cs typeface="Sakal Marathi" panose="02000400000000000000" pitchFamily="2" charset="0"/>
              </a:rPr>
              <a:t> </a:t>
            </a:r>
            <a:r>
              <a:rPr lang="en-US" sz="1200" dirty="0" err="1">
                <a:latin typeface="Sakal Marathi" panose="02000400000000000000" pitchFamily="2" charset="0"/>
                <a:cs typeface="Sakal Marathi" panose="02000400000000000000" pitchFamily="2" charset="0"/>
              </a:rPr>
              <a:t>वाढविणे</a:t>
            </a:r>
            <a:endParaRPr lang="mr-IN" sz="1200" dirty="0">
              <a:latin typeface="Sakal Marathi" panose="02000400000000000000" pitchFamily="2" charset="0"/>
              <a:cs typeface="Sakal Marathi" panose="02000400000000000000" pitchFamily="2" charset="0"/>
            </a:endParaRPr>
          </a:p>
          <a:p>
            <a:pPr marL="517525" indent="-174625">
              <a:buFont typeface="Wingdings" panose="05000000000000000000" pitchFamily="2" charset="2"/>
              <a:buChar char="v"/>
            </a:pPr>
            <a:endParaRPr lang="mr-IN" sz="1200" dirty="0">
              <a:latin typeface="Sakal Marathi" panose="02000400000000000000" pitchFamily="2" charset="0"/>
              <a:cs typeface="Sakal Marathi" panose="02000400000000000000" pitchFamily="2" charset="0"/>
            </a:endParaRPr>
          </a:p>
          <a:p>
            <a:pPr marL="234950" marR="0" lvl="0" indent="-234950" algn="just"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ü"/>
            </a:pPr>
            <a:r>
              <a:rPr lang="en-US" sz="1200" b="1" u="sng" dirty="0" err="1">
                <a:effectLst/>
                <a:latin typeface="Sakal Marathi" panose="02000400000000000000" pitchFamily="2" charset="0"/>
                <a:ea typeface="Times New Roman" panose="02020603050405020304" pitchFamily="18" charset="0"/>
                <a:cs typeface="Sakal Marathi" panose="02000400000000000000" pitchFamily="2" charset="0"/>
              </a:rPr>
              <a:t>राष्ट्रीय</a:t>
            </a:r>
            <a:r>
              <a:rPr lang="en-US" sz="1200" b="1" u="sng" dirty="0">
                <a:effectLst/>
                <a:latin typeface="Sakal Marathi" panose="02000400000000000000" pitchFamily="2" charset="0"/>
                <a:ea typeface="Times New Roman" panose="02020603050405020304" pitchFamily="18" charset="0"/>
                <a:cs typeface="Sakal Marathi" panose="02000400000000000000" pitchFamily="2" charset="0"/>
              </a:rPr>
              <a:t> </a:t>
            </a:r>
            <a:r>
              <a:rPr lang="en-US" sz="1200" b="1" u="sng" dirty="0" err="1">
                <a:effectLst/>
                <a:latin typeface="Sakal Marathi" panose="02000400000000000000" pitchFamily="2" charset="0"/>
                <a:ea typeface="Times New Roman" panose="02020603050405020304" pitchFamily="18" charset="0"/>
                <a:cs typeface="Sakal Marathi" panose="02000400000000000000" pitchFamily="2" charset="0"/>
              </a:rPr>
              <a:t>पशुधन</a:t>
            </a:r>
            <a:r>
              <a:rPr lang="en-US" sz="1200" b="1" u="sng" dirty="0">
                <a:effectLst/>
                <a:latin typeface="Sakal Marathi" panose="02000400000000000000" pitchFamily="2" charset="0"/>
                <a:ea typeface="Times New Roman" panose="02020603050405020304" pitchFamily="18" charset="0"/>
                <a:cs typeface="Sakal Marathi" panose="02000400000000000000" pitchFamily="2" charset="0"/>
              </a:rPr>
              <a:t> </a:t>
            </a:r>
            <a:r>
              <a:rPr lang="en-US" sz="1200" b="1" u="sng" dirty="0" err="1">
                <a:effectLst/>
                <a:latin typeface="Sakal Marathi" panose="02000400000000000000" pitchFamily="2" charset="0"/>
                <a:ea typeface="Times New Roman" panose="02020603050405020304" pitchFamily="18" charset="0"/>
                <a:cs typeface="Sakal Marathi" panose="02000400000000000000" pitchFamily="2" charset="0"/>
              </a:rPr>
              <a:t>अभियान</a:t>
            </a:r>
            <a:r>
              <a:rPr lang="en-US" sz="1200" b="1" u="sng" dirty="0">
                <a:effectLst/>
                <a:latin typeface="Sakal Marathi" panose="02000400000000000000" pitchFamily="2" charset="0"/>
                <a:ea typeface="Times New Roman" panose="02020603050405020304" pitchFamily="18" charset="0"/>
                <a:cs typeface="Sakal Marathi" panose="02000400000000000000" pitchFamily="2" charset="0"/>
              </a:rPr>
              <a:t> </a:t>
            </a:r>
            <a:r>
              <a:rPr lang="en-US" sz="1200" b="1" u="sng" dirty="0" err="1">
                <a:effectLst/>
                <a:latin typeface="Sakal Marathi" panose="02000400000000000000" pitchFamily="2" charset="0"/>
                <a:ea typeface="Times New Roman" panose="02020603050405020304" pitchFamily="18" charset="0"/>
                <a:cs typeface="Sakal Marathi" panose="02000400000000000000" pitchFamily="2" charset="0"/>
              </a:rPr>
              <a:t>योजनेची</a:t>
            </a:r>
            <a:r>
              <a:rPr lang="en-US" sz="1200" b="1" u="sng" dirty="0">
                <a:effectLst/>
                <a:latin typeface="Sakal Marathi" panose="02000400000000000000" pitchFamily="2" charset="0"/>
                <a:ea typeface="Times New Roman" panose="02020603050405020304" pitchFamily="18" charset="0"/>
                <a:cs typeface="Sakal Marathi" panose="02000400000000000000" pitchFamily="2" charset="0"/>
              </a:rPr>
              <a:t> </a:t>
            </a:r>
            <a:r>
              <a:rPr lang="en-US" sz="1200" b="1" u="sng" dirty="0" err="1">
                <a:effectLst/>
                <a:latin typeface="Sakal Marathi" panose="02000400000000000000" pitchFamily="2" charset="0"/>
                <a:ea typeface="Times New Roman" panose="02020603050405020304" pitchFamily="18" charset="0"/>
                <a:cs typeface="Sakal Marathi" panose="02000400000000000000" pitchFamily="2" charset="0"/>
              </a:rPr>
              <a:t>व्यापक</a:t>
            </a:r>
            <a:r>
              <a:rPr lang="en-US" sz="1200" b="1" u="sng" dirty="0">
                <a:effectLst/>
                <a:latin typeface="Sakal Marathi" panose="02000400000000000000" pitchFamily="2" charset="0"/>
                <a:ea typeface="Times New Roman" panose="02020603050405020304" pitchFamily="18" charset="0"/>
                <a:cs typeface="Sakal Marathi" panose="02000400000000000000" pitchFamily="2" charset="0"/>
              </a:rPr>
              <a:t> </a:t>
            </a:r>
            <a:r>
              <a:rPr lang="en-US" sz="1200" b="1" u="sng" dirty="0" err="1">
                <a:effectLst/>
                <a:latin typeface="Sakal Marathi" panose="02000400000000000000" pitchFamily="2" charset="0"/>
                <a:ea typeface="Times New Roman" panose="02020603050405020304" pitchFamily="18" charset="0"/>
                <a:cs typeface="Sakal Marathi" panose="02000400000000000000" pitchFamily="2" charset="0"/>
              </a:rPr>
              <a:t>प्रसिध्दी</a:t>
            </a:r>
            <a:r>
              <a:rPr lang="en-US" sz="1200" b="1" u="sng" dirty="0">
                <a:effectLst/>
                <a:latin typeface="Sakal Marathi" panose="02000400000000000000" pitchFamily="2" charset="0"/>
                <a:ea typeface="Times New Roman" panose="02020603050405020304" pitchFamily="18" charset="0"/>
                <a:cs typeface="Sakal Marathi" panose="02000400000000000000" pitchFamily="2" charset="0"/>
              </a:rPr>
              <a:t> व </a:t>
            </a:r>
            <a:r>
              <a:rPr lang="en-US" sz="1200" b="1" u="sng" dirty="0" err="1">
                <a:effectLst/>
                <a:latin typeface="Sakal Marathi" panose="02000400000000000000" pitchFamily="2" charset="0"/>
                <a:ea typeface="Times New Roman" panose="02020603050405020304" pitchFamily="18" charset="0"/>
                <a:cs typeface="Sakal Marathi" panose="02000400000000000000" pitchFamily="2" charset="0"/>
              </a:rPr>
              <a:t>अंमलबजावणी</a:t>
            </a:r>
            <a:r>
              <a:rPr lang="en-US" sz="1200" dirty="0">
                <a:effectLst/>
                <a:latin typeface="Sakal Marathi" panose="02000400000000000000" pitchFamily="2" charset="0"/>
                <a:ea typeface="Times New Roman" panose="02020603050405020304" pitchFamily="18" charset="0"/>
                <a:cs typeface="Sakal Marathi" panose="02000400000000000000" pitchFamily="2" charset="0"/>
              </a:rPr>
              <a:t>: </a:t>
            </a:r>
            <a:endParaRPr lang="mr-IN" sz="1200" dirty="0">
              <a:effectLst/>
              <a:latin typeface="Sakal Marathi" panose="02000400000000000000" pitchFamily="2" charset="0"/>
              <a:ea typeface="Times New Roman" panose="02020603050405020304" pitchFamily="18" charset="0"/>
              <a:cs typeface="Sakal Marathi" panose="02000400000000000000" pitchFamily="2" charset="0"/>
            </a:endParaRPr>
          </a:p>
          <a:p>
            <a:pPr marL="517525" marR="0" lvl="0" indent="-174625" algn="just">
              <a:spcBef>
                <a:spcPts val="0"/>
              </a:spcBef>
              <a:buFont typeface="Wingdings" panose="05000000000000000000" pitchFamily="2" charset="2"/>
              <a:buChar char="v"/>
            </a:pPr>
            <a:r>
              <a:rPr lang="mr-IN" sz="1200" dirty="0">
                <a:latin typeface="Sakal Marathi" panose="02000400000000000000" pitchFamily="2" charset="0"/>
                <a:cs typeface="Sakal Marathi" panose="02000400000000000000" pitchFamily="2" charset="0"/>
              </a:rPr>
              <a:t>राष्ट्रीय</a:t>
            </a:r>
            <a:r>
              <a:rPr lang="en-US" sz="1200" dirty="0">
                <a:latin typeface="Sakal Marathi" panose="02000400000000000000" pitchFamily="2" charset="0"/>
                <a:cs typeface="Sakal Marathi" panose="02000400000000000000" pitchFamily="2" charset="0"/>
              </a:rPr>
              <a:t> </a:t>
            </a:r>
            <a:r>
              <a:rPr lang="en-US" sz="1200" dirty="0" err="1">
                <a:latin typeface="Sakal Marathi" panose="02000400000000000000" pitchFamily="2" charset="0"/>
                <a:cs typeface="Sakal Marathi" panose="02000400000000000000" pitchFamily="2" charset="0"/>
              </a:rPr>
              <a:t>पशुधन</a:t>
            </a:r>
            <a:r>
              <a:rPr lang="en-US" sz="1200" dirty="0">
                <a:latin typeface="Sakal Marathi" panose="02000400000000000000" pitchFamily="2" charset="0"/>
                <a:cs typeface="Sakal Marathi" panose="02000400000000000000" pitchFamily="2" charset="0"/>
              </a:rPr>
              <a:t> </a:t>
            </a:r>
            <a:r>
              <a:rPr lang="en-US" sz="1200" dirty="0" err="1">
                <a:latin typeface="Sakal Marathi" panose="02000400000000000000" pitchFamily="2" charset="0"/>
                <a:cs typeface="Sakal Marathi" panose="02000400000000000000" pitchFamily="2" charset="0"/>
              </a:rPr>
              <a:t>अभियान</a:t>
            </a:r>
            <a:r>
              <a:rPr lang="en-US" sz="1200" dirty="0">
                <a:latin typeface="Sakal Marathi" panose="02000400000000000000" pitchFamily="2" charset="0"/>
                <a:cs typeface="Sakal Marathi" panose="02000400000000000000" pitchFamily="2" charset="0"/>
              </a:rPr>
              <a:t> </a:t>
            </a:r>
            <a:r>
              <a:rPr lang="en-US" sz="1200" dirty="0" err="1">
                <a:latin typeface="Sakal Marathi" panose="02000400000000000000" pitchFamily="2" charset="0"/>
                <a:cs typeface="Sakal Marathi" panose="02000400000000000000" pitchFamily="2" charset="0"/>
              </a:rPr>
              <a:t>या</a:t>
            </a:r>
            <a:r>
              <a:rPr lang="en-US" sz="1200" dirty="0">
                <a:latin typeface="Sakal Marathi" panose="02000400000000000000" pitchFamily="2" charset="0"/>
                <a:cs typeface="Sakal Marathi" panose="02000400000000000000" pitchFamily="2" charset="0"/>
              </a:rPr>
              <a:t> </a:t>
            </a:r>
            <a:r>
              <a:rPr lang="en-US" sz="1200" dirty="0" err="1">
                <a:latin typeface="Sakal Marathi" panose="02000400000000000000" pitchFamily="2" charset="0"/>
                <a:cs typeface="Sakal Marathi" panose="02000400000000000000" pitchFamily="2" charset="0"/>
              </a:rPr>
              <a:t>केंद्र</a:t>
            </a:r>
            <a:r>
              <a:rPr lang="en-US" sz="1200" dirty="0">
                <a:latin typeface="Sakal Marathi" panose="02000400000000000000" pitchFamily="2" charset="0"/>
                <a:cs typeface="Sakal Marathi" panose="02000400000000000000" pitchFamily="2" charset="0"/>
              </a:rPr>
              <a:t> </a:t>
            </a:r>
            <a:r>
              <a:rPr lang="en-US" sz="1200" dirty="0" err="1">
                <a:latin typeface="Sakal Marathi" panose="02000400000000000000" pitchFamily="2" charset="0"/>
                <a:cs typeface="Sakal Marathi" panose="02000400000000000000" pitchFamily="2" charset="0"/>
              </a:rPr>
              <a:t>पुरस्कृत</a:t>
            </a:r>
            <a:r>
              <a:rPr lang="en-US" sz="1200" dirty="0">
                <a:latin typeface="Sakal Marathi" panose="02000400000000000000" pitchFamily="2" charset="0"/>
                <a:cs typeface="Sakal Marathi" panose="02000400000000000000" pitchFamily="2" charset="0"/>
              </a:rPr>
              <a:t> </a:t>
            </a:r>
            <a:r>
              <a:rPr lang="en-US" sz="1200" dirty="0" err="1">
                <a:latin typeface="Sakal Marathi" panose="02000400000000000000" pitchFamily="2" charset="0"/>
                <a:cs typeface="Sakal Marathi" panose="02000400000000000000" pitchFamily="2" charset="0"/>
              </a:rPr>
              <a:t>योजने</a:t>
            </a:r>
            <a:r>
              <a:rPr lang="en-US" sz="1200" dirty="0">
                <a:latin typeface="Sakal Marathi" panose="02000400000000000000" pitchFamily="2" charset="0"/>
                <a:cs typeface="Sakal Marathi" panose="02000400000000000000" pitchFamily="2" charset="0"/>
              </a:rPr>
              <a:t> </a:t>
            </a:r>
            <a:r>
              <a:rPr lang="en-US" sz="1200" dirty="0" err="1">
                <a:latin typeface="Sakal Marathi" panose="02000400000000000000" pitchFamily="2" charset="0"/>
                <a:cs typeface="Sakal Marathi" panose="02000400000000000000" pitchFamily="2" charset="0"/>
              </a:rPr>
              <a:t>अंतर्गत</a:t>
            </a:r>
            <a:r>
              <a:rPr lang="en-US" sz="1200" dirty="0">
                <a:latin typeface="Sakal Marathi" panose="02000400000000000000" pitchFamily="2" charset="0"/>
                <a:cs typeface="Sakal Marathi" panose="02000400000000000000" pitchFamily="2" charset="0"/>
              </a:rPr>
              <a:t> </a:t>
            </a:r>
            <a:r>
              <a:rPr lang="en-US" sz="1200" dirty="0" err="1">
                <a:latin typeface="Sakal Marathi" panose="02000400000000000000" pitchFamily="2" charset="0"/>
                <a:cs typeface="Sakal Marathi" panose="02000400000000000000" pitchFamily="2" charset="0"/>
              </a:rPr>
              <a:t>पशुसंवर्धनामध्ये</a:t>
            </a:r>
            <a:r>
              <a:rPr lang="en-US" sz="1200" dirty="0">
                <a:latin typeface="Sakal Marathi" panose="02000400000000000000" pitchFamily="2" charset="0"/>
                <a:cs typeface="Sakal Marathi" panose="02000400000000000000" pitchFamily="2" charset="0"/>
              </a:rPr>
              <a:t> </a:t>
            </a:r>
            <a:r>
              <a:rPr lang="en-US" sz="1200" dirty="0" err="1">
                <a:latin typeface="Sakal Marathi" panose="02000400000000000000" pitchFamily="2" charset="0"/>
                <a:cs typeface="Sakal Marathi" panose="02000400000000000000" pitchFamily="2" charset="0"/>
              </a:rPr>
              <a:t>उदयोजकता</a:t>
            </a:r>
            <a:r>
              <a:rPr lang="en-US" sz="1200" dirty="0">
                <a:latin typeface="Sakal Marathi" panose="02000400000000000000" pitchFamily="2" charset="0"/>
                <a:cs typeface="Sakal Marathi" panose="02000400000000000000" pitchFamily="2" charset="0"/>
              </a:rPr>
              <a:t> </a:t>
            </a:r>
            <a:r>
              <a:rPr lang="en-US" sz="1200" dirty="0" err="1">
                <a:latin typeface="Sakal Marathi" panose="02000400000000000000" pitchFamily="2" charset="0"/>
                <a:cs typeface="Sakal Marathi" panose="02000400000000000000" pitchFamily="2" charset="0"/>
              </a:rPr>
              <a:t>विकास</a:t>
            </a:r>
            <a:r>
              <a:rPr lang="en-US" sz="1200" dirty="0">
                <a:latin typeface="Sakal Marathi" panose="02000400000000000000" pitchFamily="2" charset="0"/>
                <a:cs typeface="Sakal Marathi" panose="02000400000000000000" pitchFamily="2" charset="0"/>
              </a:rPr>
              <a:t> </a:t>
            </a:r>
            <a:r>
              <a:rPr lang="en-US" sz="1200" dirty="0" err="1">
                <a:latin typeface="Sakal Marathi" panose="02000400000000000000" pitchFamily="2" charset="0"/>
                <a:cs typeface="Sakal Marathi" panose="02000400000000000000" pitchFamily="2" charset="0"/>
              </a:rPr>
              <a:t>कर</a:t>
            </a:r>
            <a:r>
              <a:rPr lang="mr-IN" sz="1200" dirty="0">
                <a:latin typeface="Sakal Marathi" panose="02000400000000000000" pitchFamily="2" charset="0"/>
                <a:cs typeface="Sakal Marathi" panose="02000400000000000000" pitchFamily="2" charset="0"/>
              </a:rPr>
              <a:t>णे.</a:t>
            </a:r>
          </a:p>
          <a:p>
            <a:pPr marL="517525" marR="0" lvl="0" indent="-174625" algn="just">
              <a:spcBef>
                <a:spcPts val="0"/>
              </a:spcBef>
              <a:buFont typeface="Wingdings" panose="05000000000000000000" pitchFamily="2" charset="2"/>
              <a:buChar char="v"/>
            </a:pPr>
            <a:r>
              <a:rPr lang="mr-IN" sz="1200" dirty="0">
                <a:latin typeface="Sakal Marathi" panose="02000400000000000000" pitchFamily="2" charset="0"/>
                <a:cs typeface="Sakal Marathi" panose="02000400000000000000" pitchFamily="2" charset="0"/>
              </a:rPr>
              <a:t>या अंतर्गत </a:t>
            </a:r>
            <a:r>
              <a:rPr lang="en-US" sz="1200" dirty="0" err="1">
                <a:latin typeface="Sakal Marathi" panose="02000400000000000000" pitchFamily="2" charset="0"/>
                <a:cs typeface="Sakal Marathi" panose="02000400000000000000" pitchFamily="2" charset="0"/>
              </a:rPr>
              <a:t>शेळी</a:t>
            </a:r>
            <a:r>
              <a:rPr lang="en-US" sz="1200" dirty="0">
                <a:latin typeface="Sakal Marathi" panose="02000400000000000000" pitchFamily="2" charset="0"/>
                <a:cs typeface="Sakal Marathi" panose="02000400000000000000" pitchFamily="2" charset="0"/>
              </a:rPr>
              <a:t> </a:t>
            </a:r>
            <a:r>
              <a:rPr lang="en-US" sz="1200" dirty="0" err="1">
                <a:latin typeface="Sakal Marathi" panose="02000400000000000000" pitchFamily="2" charset="0"/>
                <a:cs typeface="Sakal Marathi" panose="02000400000000000000" pitchFamily="2" charset="0"/>
              </a:rPr>
              <a:t>पालन</a:t>
            </a:r>
            <a:r>
              <a:rPr lang="mr-IN" sz="1200" dirty="0">
                <a:latin typeface="Sakal Marathi" panose="02000400000000000000" pitchFamily="2" charset="0"/>
                <a:cs typeface="Sakal Marathi" panose="02000400000000000000" pitchFamily="2" charset="0"/>
              </a:rPr>
              <a:t>,</a:t>
            </a:r>
            <a:r>
              <a:rPr lang="en-US" sz="1200" dirty="0">
                <a:latin typeface="Sakal Marathi" panose="02000400000000000000" pitchFamily="2" charset="0"/>
                <a:cs typeface="Sakal Marathi" panose="02000400000000000000" pitchFamily="2" charset="0"/>
              </a:rPr>
              <a:t> </a:t>
            </a:r>
            <a:r>
              <a:rPr lang="en-US" sz="1200" dirty="0" err="1">
                <a:latin typeface="Sakal Marathi" panose="02000400000000000000" pitchFamily="2" charset="0"/>
                <a:cs typeface="Sakal Marathi" panose="02000400000000000000" pitchFamily="2" charset="0"/>
              </a:rPr>
              <a:t>कुक्कूटपालन</a:t>
            </a:r>
            <a:r>
              <a:rPr lang="mr-IN" sz="1200" dirty="0">
                <a:latin typeface="Sakal Marathi" panose="02000400000000000000" pitchFamily="2" charset="0"/>
                <a:cs typeface="Sakal Marathi" panose="02000400000000000000" pitchFamily="2" charset="0"/>
              </a:rPr>
              <a:t>, </a:t>
            </a:r>
            <a:r>
              <a:rPr lang="en-US" sz="1200" dirty="0" err="1">
                <a:latin typeface="Sakal Marathi" panose="02000400000000000000" pitchFamily="2" charset="0"/>
                <a:cs typeface="Sakal Marathi" panose="02000400000000000000" pitchFamily="2" charset="0"/>
              </a:rPr>
              <a:t>वराहपालन</a:t>
            </a:r>
            <a:r>
              <a:rPr lang="mr-IN" sz="1200" dirty="0">
                <a:latin typeface="Sakal Marathi" panose="02000400000000000000" pitchFamily="2" charset="0"/>
                <a:cs typeface="Sakal Marathi" panose="02000400000000000000" pitchFamily="2" charset="0"/>
              </a:rPr>
              <a:t>, </a:t>
            </a:r>
            <a:r>
              <a:rPr lang="en-US" sz="1200" dirty="0" err="1">
                <a:latin typeface="Sakal Marathi" panose="02000400000000000000" pitchFamily="2" charset="0"/>
                <a:cs typeface="Sakal Marathi" panose="02000400000000000000" pitchFamily="2" charset="0"/>
              </a:rPr>
              <a:t>वैरण</a:t>
            </a:r>
            <a:r>
              <a:rPr lang="en-US" sz="1200" dirty="0">
                <a:latin typeface="Sakal Marathi" panose="02000400000000000000" pitchFamily="2" charset="0"/>
                <a:cs typeface="Sakal Marathi" panose="02000400000000000000" pitchFamily="2" charset="0"/>
              </a:rPr>
              <a:t> </a:t>
            </a:r>
            <a:r>
              <a:rPr lang="en-US" sz="1200" dirty="0" err="1">
                <a:latin typeface="Sakal Marathi" panose="02000400000000000000" pitchFamily="2" charset="0"/>
                <a:cs typeface="Sakal Marathi" panose="02000400000000000000" pitchFamily="2" charset="0"/>
              </a:rPr>
              <a:t>विकास</a:t>
            </a:r>
            <a:r>
              <a:rPr lang="en-US" sz="1200" dirty="0">
                <a:latin typeface="Sakal Marathi" panose="02000400000000000000" pitchFamily="2" charset="0"/>
                <a:cs typeface="Sakal Marathi" panose="02000400000000000000" pitchFamily="2" charset="0"/>
              </a:rPr>
              <a:t> </a:t>
            </a:r>
            <a:r>
              <a:rPr lang="mr-IN" sz="1200" dirty="0">
                <a:latin typeface="Sakal Marathi" panose="02000400000000000000" pitchFamily="2" charset="0"/>
                <a:cs typeface="Sakal Marathi" panose="02000400000000000000" pitchFamily="2" charset="0"/>
              </a:rPr>
              <a:t> अशा </a:t>
            </a:r>
            <a:r>
              <a:rPr lang="en-US" sz="1200" dirty="0" err="1">
                <a:latin typeface="Sakal Marathi" panose="02000400000000000000" pitchFamily="2" charset="0"/>
                <a:cs typeface="Sakal Marathi" panose="02000400000000000000" pitchFamily="2" charset="0"/>
              </a:rPr>
              <a:t>एकूण</a:t>
            </a:r>
            <a:r>
              <a:rPr lang="en-US" sz="1200" dirty="0">
                <a:latin typeface="Sakal Marathi" panose="02000400000000000000" pitchFamily="2" charset="0"/>
                <a:cs typeface="Sakal Marathi" panose="02000400000000000000" pitchFamily="2" charset="0"/>
              </a:rPr>
              <a:t> 195 </a:t>
            </a:r>
            <a:r>
              <a:rPr lang="mr-IN" sz="1200" dirty="0">
                <a:latin typeface="Sakal Marathi" panose="02000400000000000000" pitchFamily="2" charset="0"/>
                <a:cs typeface="Sakal Marathi" panose="02000400000000000000" pitchFamily="2" charset="0"/>
              </a:rPr>
              <a:t>प्रकल्पांसाठी </a:t>
            </a:r>
            <a:r>
              <a:rPr lang="en-US" sz="1200" dirty="0" err="1">
                <a:latin typeface="Sakal Marathi" panose="02000400000000000000" pitchFamily="2" charset="0"/>
                <a:cs typeface="Sakal Marathi" panose="02000400000000000000" pitchFamily="2" charset="0"/>
              </a:rPr>
              <a:t>केंद्र</a:t>
            </a:r>
            <a:r>
              <a:rPr lang="en-US" sz="1200" dirty="0">
                <a:latin typeface="Sakal Marathi" panose="02000400000000000000" pitchFamily="2" charset="0"/>
                <a:cs typeface="Sakal Marathi" panose="02000400000000000000" pitchFamily="2" charset="0"/>
              </a:rPr>
              <a:t> </a:t>
            </a:r>
            <a:r>
              <a:rPr lang="en-US" sz="1200" dirty="0" err="1">
                <a:latin typeface="Sakal Marathi" panose="02000400000000000000" pitchFamily="2" charset="0"/>
                <a:cs typeface="Sakal Marathi" panose="02000400000000000000" pitchFamily="2" charset="0"/>
              </a:rPr>
              <a:t>शासना</a:t>
            </a:r>
            <a:r>
              <a:rPr lang="mr-IN" sz="1200" dirty="0">
                <a:latin typeface="Sakal Marathi" panose="02000400000000000000" pitchFamily="2" charset="0"/>
                <a:cs typeface="Sakal Marathi" panose="02000400000000000000" pitchFamily="2" charset="0"/>
              </a:rPr>
              <a:t>चे</a:t>
            </a:r>
            <a:r>
              <a:rPr lang="en-US" sz="1200" dirty="0">
                <a:latin typeface="Sakal Marathi" panose="02000400000000000000" pitchFamily="2" charset="0"/>
                <a:cs typeface="Sakal Marathi" panose="02000400000000000000" pitchFamily="2" charset="0"/>
              </a:rPr>
              <a:t> </a:t>
            </a:r>
            <a:r>
              <a:rPr lang="en-US" sz="1200" dirty="0" err="1">
                <a:latin typeface="Sakal Marathi" panose="02000400000000000000" pitchFamily="2" charset="0"/>
                <a:cs typeface="Sakal Marathi" panose="02000400000000000000" pitchFamily="2" charset="0"/>
              </a:rPr>
              <a:t>एकूण</a:t>
            </a:r>
            <a:r>
              <a:rPr lang="en-US" sz="1200" dirty="0">
                <a:latin typeface="Sakal Marathi" panose="02000400000000000000" pitchFamily="2" charset="0"/>
                <a:cs typeface="Sakal Marathi" panose="02000400000000000000" pitchFamily="2" charset="0"/>
              </a:rPr>
              <a:t> </a:t>
            </a:r>
            <a:r>
              <a:rPr lang="en-US" sz="1200" dirty="0" err="1">
                <a:latin typeface="Sakal Marathi" panose="02000400000000000000" pitchFamily="2" charset="0"/>
                <a:cs typeface="Sakal Marathi" panose="02000400000000000000" pitchFamily="2" charset="0"/>
              </a:rPr>
              <a:t>अनुदान</a:t>
            </a:r>
            <a:r>
              <a:rPr lang="en-US" sz="1200" dirty="0">
                <a:latin typeface="Sakal Marathi" panose="02000400000000000000" pitchFamily="2" charset="0"/>
                <a:cs typeface="Sakal Marathi" panose="02000400000000000000" pitchFamily="2" charset="0"/>
              </a:rPr>
              <a:t> </a:t>
            </a:r>
            <a:r>
              <a:rPr lang="en-US" sz="1200" dirty="0" err="1">
                <a:latin typeface="Sakal Marathi" panose="02000400000000000000" pitchFamily="2" charset="0"/>
                <a:cs typeface="Sakal Marathi" panose="02000400000000000000" pitchFamily="2" charset="0"/>
              </a:rPr>
              <a:t>रक्कम</a:t>
            </a:r>
            <a:r>
              <a:rPr lang="en-US" sz="1200" dirty="0">
                <a:latin typeface="Sakal Marathi" panose="02000400000000000000" pitchFamily="2" charset="0"/>
                <a:cs typeface="Sakal Marathi" panose="02000400000000000000" pitchFamily="2" charset="0"/>
              </a:rPr>
              <a:t> रु.65.59 </a:t>
            </a:r>
            <a:r>
              <a:rPr lang="mr-IN" sz="1200" dirty="0">
                <a:latin typeface="Sakal Marathi" panose="02000400000000000000" pitchFamily="2" charset="0"/>
                <a:cs typeface="Sakal Marathi" panose="02000400000000000000" pitchFamily="2" charset="0"/>
              </a:rPr>
              <a:t>कोटी</a:t>
            </a:r>
            <a:r>
              <a:rPr lang="en-US" sz="1200" dirty="0">
                <a:latin typeface="Sakal Marathi" panose="02000400000000000000" pitchFamily="2" charset="0"/>
                <a:cs typeface="Sakal Marathi" panose="02000400000000000000" pitchFamily="2" charset="0"/>
              </a:rPr>
              <a:t> </a:t>
            </a:r>
            <a:r>
              <a:rPr lang="mr-IN" sz="1200" dirty="0">
                <a:latin typeface="Sakal Marathi" panose="02000400000000000000" pitchFamily="2" charset="0"/>
                <a:cs typeface="Sakal Marathi" panose="02000400000000000000" pitchFamily="2" charset="0"/>
              </a:rPr>
              <a:t>मंजूर</a:t>
            </a:r>
          </a:p>
          <a:p>
            <a:pPr marL="517525" marR="0" lvl="0" indent="-174625" algn="just">
              <a:spcBef>
                <a:spcPts val="0"/>
              </a:spcBef>
              <a:buFont typeface="Wingdings" panose="05000000000000000000" pitchFamily="2" charset="2"/>
              <a:buChar char="v"/>
            </a:pPr>
            <a:r>
              <a:rPr lang="mr-IN" sz="1200" dirty="0">
                <a:latin typeface="Sakal Marathi" panose="02000400000000000000" pitchFamily="2" charset="0"/>
                <a:cs typeface="Sakal Marathi" panose="02000400000000000000" pitchFamily="2" charset="0"/>
              </a:rPr>
              <a:t>आणखी नवीन प्रकल्प </a:t>
            </a:r>
            <a:r>
              <a:rPr lang="mr-IN" sz="1200">
                <a:latin typeface="Sakal Marathi" panose="02000400000000000000" pitchFamily="2" charset="0"/>
                <a:cs typeface="Sakal Marathi" panose="02000400000000000000" pitchFamily="2" charset="0"/>
              </a:rPr>
              <a:t>राबविण्याकरीता मार्गदर्शन</a:t>
            </a:r>
            <a:endParaRPr lang="mr-IN" sz="1200" dirty="0">
              <a:latin typeface="Sakal Marathi" panose="02000400000000000000" pitchFamily="2" charset="0"/>
              <a:cs typeface="Sakal Marathi" panose="02000400000000000000" pitchFamily="2" charset="0"/>
            </a:endParaRPr>
          </a:p>
          <a:p>
            <a:pPr marL="342900" marR="0" lvl="0" algn="just">
              <a:spcBef>
                <a:spcPts val="0"/>
              </a:spcBef>
            </a:pPr>
            <a:endParaRPr lang="mr-IN" sz="1200" dirty="0">
              <a:latin typeface="Sakal Marathi" panose="02000400000000000000" pitchFamily="2" charset="0"/>
              <a:cs typeface="Sakal Marathi" panose="02000400000000000000" pitchFamily="2" charset="0"/>
            </a:endParaRPr>
          </a:p>
          <a:p>
            <a:pPr marL="287338" marR="0" lvl="0" indent="-287338" algn="just"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n-US" sz="1200" b="1" u="sng" dirty="0" err="1">
                <a:latin typeface="Sakal Marathi" panose="02000400000000000000" pitchFamily="2" charset="0"/>
                <a:cs typeface="Sakal Marathi" panose="02000400000000000000" pitchFamily="2" charset="0"/>
              </a:rPr>
              <a:t>गाव</a:t>
            </a:r>
            <a:r>
              <a:rPr lang="en-US" sz="1200" b="1" u="sng" dirty="0">
                <a:latin typeface="Sakal Marathi" panose="02000400000000000000" pitchFamily="2" charset="0"/>
                <a:cs typeface="Sakal Marathi" panose="02000400000000000000" pitchFamily="2" charset="0"/>
              </a:rPr>
              <a:t> </a:t>
            </a:r>
            <a:r>
              <a:rPr lang="en-US" sz="1200" b="1" u="sng" dirty="0" err="1">
                <a:latin typeface="Sakal Marathi" panose="02000400000000000000" pitchFamily="2" charset="0"/>
                <a:cs typeface="Sakal Marathi" panose="02000400000000000000" pitchFamily="2" charset="0"/>
              </a:rPr>
              <a:t>निहाय</a:t>
            </a:r>
            <a:r>
              <a:rPr lang="en-US" sz="1200" b="1" u="sng" dirty="0">
                <a:latin typeface="Sakal Marathi" panose="02000400000000000000" pitchFamily="2" charset="0"/>
                <a:cs typeface="Sakal Marathi" panose="02000400000000000000" pitchFamily="2" charset="0"/>
              </a:rPr>
              <a:t> </a:t>
            </a:r>
            <a:r>
              <a:rPr lang="mr-IN" sz="1200" b="1" u="sng" dirty="0">
                <a:latin typeface="Sakal Marathi" panose="02000400000000000000" pitchFamily="2" charset="0"/>
                <a:cs typeface="Sakal Marathi" panose="02000400000000000000" pitchFamily="2" charset="0"/>
              </a:rPr>
              <a:t>केंद्र शासनाच्या / राज्य शासनाच्या / जिल्हा वार्षिक </a:t>
            </a:r>
            <a:r>
              <a:rPr lang="en-US" sz="1200" b="1" u="sng" dirty="0" err="1">
                <a:latin typeface="Sakal Marathi" panose="02000400000000000000" pitchFamily="2" charset="0"/>
                <a:cs typeface="Sakal Marathi" panose="02000400000000000000" pitchFamily="2" charset="0"/>
              </a:rPr>
              <a:t>योजने</a:t>
            </a:r>
            <a:r>
              <a:rPr lang="mr-IN" sz="1200" b="1" u="sng" dirty="0">
                <a:latin typeface="Sakal Marathi" panose="02000400000000000000" pitchFamily="2" charset="0"/>
                <a:cs typeface="Sakal Marathi" panose="02000400000000000000" pitchFamily="2" charset="0"/>
              </a:rPr>
              <a:t>च्या </a:t>
            </a:r>
            <a:r>
              <a:rPr lang="en-US" sz="1200" b="1" u="sng" dirty="0" err="1">
                <a:latin typeface="Sakal Marathi" panose="02000400000000000000" pitchFamily="2" charset="0"/>
                <a:cs typeface="Sakal Marathi" panose="02000400000000000000" pitchFamily="2" charset="0"/>
              </a:rPr>
              <a:t>माहिती</a:t>
            </a:r>
            <a:r>
              <a:rPr lang="en-US" sz="1200" b="1" u="sng" dirty="0">
                <a:latin typeface="Sakal Marathi" panose="02000400000000000000" pitchFamily="2" charset="0"/>
                <a:cs typeface="Sakal Marathi" panose="02000400000000000000" pitchFamily="2" charset="0"/>
              </a:rPr>
              <a:t> </a:t>
            </a:r>
            <a:r>
              <a:rPr lang="mr-IN" sz="1200" b="1" u="sng" dirty="0">
                <a:latin typeface="Sakal Marathi" panose="02000400000000000000" pitchFamily="2" charset="0"/>
                <a:cs typeface="Sakal Marathi" panose="02000400000000000000" pitchFamily="2" charset="0"/>
              </a:rPr>
              <a:t>साठी व्यापक जनजागृती</a:t>
            </a:r>
            <a:endParaRPr lang="en-US" sz="1200" b="1" u="sng" dirty="0">
              <a:latin typeface="Sakal Marathi" panose="02000400000000000000" pitchFamily="2" charset="0"/>
              <a:cs typeface="Sakal Marathi" panose="02000400000000000000" pitchFamily="2" charset="0"/>
            </a:endParaRPr>
          </a:p>
          <a:p>
            <a:pPr marL="342900" marR="0" lvl="0" indent="-342900" algn="just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endParaRPr lang="en-US" sz="1200" dirty="0">
              <a:effectLst/>
              <a:latin typeface="Sakal Marathi" panose="02000400000000000000" pitchFamily="2" charset="0"/>
              <a:ea typeface="Times New Roman" panose="02020603050405020304" pitchFamily="18" charset="0"/>
              <a:cs typeface="Sakal Marathi" panose="02000400000000000000" pitchFamily="2" charset="0"/>
            </a:endParaRP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53EC994F-117B-0505-5E97-AFF2190D1E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050213" y="2894124"/>
            <a:ext cx="2580393" cy="10809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E7086C2-B5CC-CECB-DA0E-F00BD2376F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075614" y="1799005"/>
            <a:ext cx="2502370" cy="9652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Picture 2" descr="F:\Photo For Calender AND Diary\Photo\mURGHAS.jpg">
            <a:extLst>
              <a:ext uri="{FF2B5EF4-FFF2-40B4-BE49-F238E27FC236}">
                <a16:creationId xmlns:a16="http://schemas.microsoft.com/office/drawing/2014/main" id="{E5B24B29-37BF-4D36-4226-34BFFA2D71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062912" y="4166233"/>
            <a:ext cx="2580394" cy="10809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7502805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293</TotalTime>
  <Words>474</Words>
  <Application>Microsoft Office PowerPoint</Application>
  <PresentationFormat>A4 Paper (210x297 mm)</PresentationFormat>
  <Paragraphs>63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Arial</vt:lpstr>
      <vt:lpstr>Calibri</vt:lpstr>
      <vt:lpstr>Calibri Light</vt:lpstr>
      <vt:lpstr>Sakal Marathi</vt:lpstr>
      <vt:lpstr>Wingdings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Prashant</dc:creator>
  <cp:lastModifiedBy>Prashant Bhad</cp:lastModifiedBy>
  <cp:revision>48</cp:revision>
  <cp:lastPrinted>2022-09-01T07:12:22Z</cp:lastPrinted>
  <dcterms:created xsi:type="dcterms:W3CDTF">2022-08-30T11:12:55Z</dcterms:created>
  <dcterms:modified xsi:type="dcterms:W3CDTF">2024-07-31T11:50:26Z</dcterms:modified>
</cp:coreProperties>
</file>